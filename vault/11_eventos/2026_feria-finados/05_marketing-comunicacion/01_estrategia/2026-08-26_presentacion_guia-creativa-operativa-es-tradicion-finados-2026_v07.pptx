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df98439933417a" /><Relationship Type="http://schemas.openxmlformats.org/officeDocument/2006/relationships/extended-properties" Target="/docProps/app.xml" Id="R92ef1b6884744396" /><Relationship Type="http://schemas.openxmlformats.org/officeDocument/2006/relationships/officeDocument" Target="/ppt/presentation.xml" Id="Re664dfaadac34052" /></Relationships>
</file>

<file path=ppt/presentation.xml><?xml version="1.0" encoding="utf-8"?>
<p:presentation xmlns:p="http://schemas.openxmlformats.org/presentationml/2006/main">
  <p:sldMasterIdLst>
    <p:sldMasterId xmlns:r="http://schemas.openxmlformats.org/officeDocument/2006/relationships" id="2147483648" r:id="R9554d64efc1a4e44"/>
  </p:sldMasterIdLst>
  <p:notesMasterIdLst>
    <p:notesMasterId xmlns:r="http://schemas.openxmlformats.org/officeDocument/2006/relationships" r:id="Rd44eb3e8bf944b38"/>
  </p:notesMasterIdLst>
  <p:sldIdLst>
    <p:sldId xmlns:r="http://schemas.openxmlformats.org/officeDocument/2006/relationships" id="256" r:id="R720fb3ae77dc425f"/>
    <p:sldId xmlns:r="http://schemas.openxmlformats.org/officeDocument/2006/relationships" id="257" r:id="R61bc0f49fd4d4399"/>
    <p:sldId xmlns:r="http://schemas.openxmlformats.org/officeDocument/2006/relationships" id="258" r:id="R1f540850ef2d46a0"/>
    <p:sldId xmlns:r="http://schemas.openxmlformats.org/officeDocument/2006/relationships" id="259" r:id="Rb8da1412cd7347fc"/>
    <p:sldId xmlns:r="http://schemas.openxmlformats.org/officeDocument/2006/relationships" id="260" r:id="Ra31e7f55bef144be"/>
    <p:sldId xmlns:r="http://schemas.openxmlformats.org/officeDocument/2006/relationships" id="261" r:id="R040fb09ab80b40ae"/>
    <p:sldId xmlns:r="http://schemas.openxmlformats.org/officeDocument/2006/relationships" id="262" r:id="R3ffa7a7269ee4701"/>
    <p:sldId xmlns:r="http://schemas.openxmlformats.org/officeDocument/2006/relationships" id="263" r:id="R4413bf2f288e4df4"/>
    <p:sldId xmlns:r="http://schemas.openxmlformats.org/officeDocument/2006/relationships" id="264" r:id="R3362962c1a584c95"/>
    <p:sldId xmlns:r="http://schemas.openxmlformats.org/officeDocument/2006/relationships" id="265" r:id="R3883c5103d30463b"/>
    <p:sldId xmlns:r="http://schemas.openxmlformats.org/officeDocument/2006/relationships" id="266" r:id="Rd9477ac4d5384ce7"/>
    <p:sldId xmlns:r="http://schemas.openxmlformats.org/officeDocument/2006/relationships" id="267" r:id="Ra1fc01a20bfb467d"/>
    <p:sldId xmlns:r="http://schemas.openxmlformats.org/officeDocument/2006/relationships" id="268" r:id="R5a40f608dc164e1f"/>
    <p:sldId xmlns:r="http://schemas.openxmlformats.org/officeDocument/2006/relationships" id="269" r:id="R4a842a706c6941ba"/>
    <p:sldId xmlns:r="http://schemas.openxmlformats.org/officeDocument/2006/relationships" id="270" r:id="R33bcfb03154f4a4e"/>
    <p:sldId xmlns:r="http://schemas.openxmlformats.org/officeDocument/2006/relationships" id="271" r:id="Rda2f6c53562d472c"/>
    <p:sldId xmlns:r="http://schemas.openxmlformats.org/officeDocument/2006/relationships" id="272" r:id="R5e59ccc962b048bb"/>
    <p:sldId xmlns:r="http://schemas.openxmlformats.org/officeDocument/2006/relationships" id="273" r:id="R4041af88538842ce"/>
    <p:sldId xmlns:r="http://schemas.openxmlformats.org/officeDocument/2006/relationships" id="274" r:id="R84a6ad5349174e20"/>
    <p:sldId xmlns:r="http://schemas.openxmlformats.org/officeDocument/2006/relationships" id="275" r:id="Rf640b3435411485b"/>
    <p:sldId xmlns:r="http://schemas.openxmlformats.org/officeDocument/2006/relationships" id="276" r:id="R587755fdfaf74b44"/>
    <p:sldId xmlns:r="http://schemas.openxmlformats.org/officeDocument/2006/relationships" id="277" r:id="Re0f1d19090b2402a"/>
    <p:sldId xmlns:r="http://schemas.openxmlformats.org/officeDocument/2006/relationships" id="278" r:id="Re25f631f40134bfb"/>
    <p:sldId xmlns:r="http://schemas.openxmlformats.org/officeDocument/2006/relationships" id="279" r:id="R4ac30f59299743ea"/>
    <p:sldId xmlns:r="http://schemas.openxmlformats.org/officeDocument/2006/relationships" id="280" r:id="Ra178c72379ec41e7"/>
    <p:sldId xmlns:r="http://schemas.openxmlformats.org/officeDocument/2006/relationships" id="281" r:id="Ra990d5766da348ea"/>
    <p:sldId xmlns:r="http://schemas.openxmlformats.org/officeDocument/2006/relationships" id="282" r:id="R1d8231ead121483e"/>
    <p:sldId xmlns:r="http://schemas.openxmlformats.org/officeDocument/2006/relationships" id="283" r:id="R29d2f8ed0ce240ce"/>
    <p:sldId xmlns:r="http://schemas.openxmlformats.org/officeDocument/2006/relationships" id="284" r:id="R9b80cf96cb724c20"/>
    <p:sldId xmlns:r="http://schemas.openxmlformats.org/officeDocument/2006/relationships" id="285" r:id="R26c508c294534cc1"/>
    <p:sldId xmlns:r="http://schemas.openxmlformats.org/officeDocument/2006/relationships" id="286" r:id="Rdfcd116252a345ca"/>
    <p:sldId xmlns:r="http://schemas.openxmlformats.org/officeDocument/2006/relationships" id="287" r:id="R439f8cc839104751"/>
    <p:sldId xmlns:r="http://schemas.openxmlformats.org/officeDocument/2006/relationships" id="288" r:id="Rebfc028b505142be"/>
    <p:sldId xmlns:r="http://schemas.openxmlformats.org/officeDocument/2006/relationships" id="289" r:id="Rcc36ccf458774192"/>
    <p:sldId xmlns:r="http://schemas.openxmlformats.org/officeDocument/2006/relationships" id="290" r:id="R369ba60d715446d8"/>
    <p:sldId xmlns:r="http://schemas.openxmlformats.org/officeDocument/2006/relationships" id="291" r:id="R7fe9b49ac3b44487"/>
    <p:sldId xmlns:r="http://schemas.openxmlformats.org/officeDocument/2006/relationships" id="292" r:id="R0b87b3445c184919"/>
    <p:sldId xmlns:r="http://schemas.openxmlformats.org/officeDocument/2006/relationships" id="293" r:id="R4aff2cf380424eb9"/>
    <p:sldId xmlns:r="http://schemas.openxmlformats.org/officeDocument/2006/relationships" id="294" r:id="R9380824e8c8347b2"/>
    <p:sldId xmlns:r="http://schemas.openxmlformats.org/officeDocument/2006/relationships" id="295" r:id="Rf8e03897101e47f5"/>
    <p:sldId xmlns:r="http://schemas.openxmlformats.org/officeDocument/2006/relationships" id="296" r:id="R8c0b4a83df0941b1"/>
    <p:sldId xmlns:r="http://schemas.openxmlformats.org/officeDocument/2006/relationships" id="297" r:id="R9275333e89f94a50"/>
    <p:sldId xmlns:r="http://schemas.openxmlformats.org/officeDocument/2006/relationships" id="298" r:id="Re66d7360a8c54f43"/>
    <p:sldId xmlns:r="http://schemas.openxmlformats.org/officeDocument/2006/relationships" id="299" r:id="R992041e26c954aee"/>
    <p:sldId xmlns:r="http://schemas.openxmlformats.org/officeDocument/2006/relationships" id="300" r:id="R491544e900fb4d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8ad6fbbff794dd0" /><Relationship Type="http://schemas.openxmlformats.org/officeDocument/2006/relationships/slideMaster" Target="/ppt/slideMasters/slideMaster1.xml" Id="R9554d64efc1a4e44" /><Relationship Type="http://schemas.openxmlformats.org/officeDocument/2006/relationships/notesMaster" Target="/ppt/notesMasters/notesMaster1.xml" Id="Rd44eb3e8bf944b38" /><Relationship Type="http://schemas.openxmlformats.org/officeDocument/2006/relationships/presProps" Target="/ppt/presProps.xml" Id="Rd35a41d14c804082" /><Relationship Type="http://schemas.openxmlformats.org/officeDocument/2006/relationships/tableStyles" Target="/ppt/tableStyles.xml" Id="R816d3098246d4ad2" /><Relationship Type="http://schemas.openxmlformats.org/officeDocument/2006/relationships/slide" Target="/ppt/slides/slide1.xml" Id="R720fb3ae77dc425f" /><Relationship Type="http://schemas.openxmlformats.org/officeDocument/2006/relationships/slide" Target="/ppt/slides/slide2.xml" Id="R61bc0f49fd4d4399" /><Relationship Type="http://schemas.openxmlformats.org/officeDocument/2006/relationships/slide" Target="/ppt/slides/slide3.xml" Id="R1f540850ef2d46a0" /><Relationship Type="http://schemas.openxmlformats.org/officeDocument/2006/relationships/slide" Target="/ppt/slides/slide4.xml" Id="Rb8da1412cd7347fc" /><Relationship Type="http://schemas.openxmlformats.org/officeDocument/2006/relationships/slide" Target="/ppt/slides/slide5.xml" Id="Ra31e7f55bef144be" /><Relationship Type="http://schemas.openxmlformats.org/officeDocument/2006/relationships/slide" Target="/ppt/slides/slide6.xml" Id="R040fb09ab80b40ae" /><Relationship Type="http://schemas.openxmlformats.org/officeDocument/2006/relationships/slide" Target="/ppt/slides/slide7.xml" Id="R3ffa7a7269ee4701" /><Relationship Type="http://schemas.openxmlformats.org/officeDocument/2006/relationships/slide" Target="/ppt/slides/slide8.xml" Id="R4413bf2f288e4df4" /><Relationship Type="http://schemas.openxmlformats.org/officeDocument/2006/relationships/slide" Target="/ppt/slides/slide9.xml" Id="R3362962c1a584c95" /><Relationship Type="http://schemas.openxmlformats.org/officeDocument/2006/relationships/slide" Target="/ppt/slides/slide10.xml" Id="R3883c5103d30463b" /><Relationship Type="http://schemas.openxmlformats.org/officeDocument/2006/relationships/slide" Target="/ppt/slides/slide11.xml" Id="Rd9477ac4d5384ce7" /><Relationship Type="http://schemas.openxmlformats.org/officeDocument/2006/relationships/slide" Target="/ppt/slides/slide12.xml" Id="Ra1fc01a20bfb467d" /><Relationship Type="http://schemas.openxmlformats.org/officeDocument/2006/relationships/slide" Target="/ppt/slides/slide13.xml" Id="R5a40f608dc164e1f" /><Relationship Type="http://schemas.openxmlformats.org/officeDocument/2006/relationships/slide" Target="/ppt/slides/slide14.xml" Id="R4a842a706c6941ba" /><Relationship Type="http://schemas.openxmlformats.org/officeDocument/2006/relationships/slide" Target="/ppt/slides/slide15.xml" Id="R33bcfb03154f4a4e" /><Relationship Type="http://schemas.openxmlformats.org/officeDocument/2006/relationships/slide" Target="/ppt/slides/slide16.xml" Id="Rda2f6c53562d472c" /><Relationship Type="http://schemas.openxmlformats.org/officeDocument/2006/relationships/slide" Target="/ppt/slides/slide17.xml" Id="R5e59ccc962b048bb" /><Relationship Type="http://schemas.openxmlformats.org/officeDocument/2006/relationships/slide" Target="/ppt/slides/slide18.xml" Id="R4041af88538842ce" /><Relationship Type="http://schemas.openxmlformats.org/officeDocument/2006/relationships/slide" Target="/ppt/slides/slide19.xml" Id="R84a6ad5349174e20" /><Relationship Type="http://schemas.openxmlformats.org/officeDocument/2006/relationships/slide" Target="/ppt/slides/slide20.xml" Id="Rf640b3435411485b" /><Relationship Type="http://schemas.openxmlformats.org/officeDocument/2006/relationships/slide" Target="/ppt/slides/slide21.xml" Id="R587755fdfaf74b44" /><Relationship Type="http://schemas.openxmlformats.org/officeDocument/2006/relationships/slide" Target="/ppt/slides/slide22.xml" Id="Re0f1d19090b2402a" /><Relationship Type="http://schemas.openxmlformats.org/officeDocument/2006/relationships/slide" Target="/ppt/slides/slide23.xml" Id="Re25f631f40134bfb" /><Relationship Type="http://schemas.openxmlformats.org/officeDocument/2006/relationships/slide" Target="/ppt/slides/slide24.xml" Id="R4ac30f59299743ea" /><Relationship Type="http://schemas.openxmlformats.org/officeDocument/2006/relationships/slide" Target="/ppt/slides/slide25.xml" Id="Ra178c72379ec41e7" /><Relationship Type="http://schemas.openxmlformats.org/officeDocument/2006/relationships/slide" Target="/ppt/slides/slide26.xml" Id="Ra990d5766da348ea" /><Relationship Type="http://schemas.openxmlformats.org/officeDocument/2006/relationships/slide" Target="/ppt/slides/slide27.xml" Id="R1d8231ead121483e" /><Relationship Type="http://schemas.openxmlformats.org/officeDocument/2006/relationships/slide" Target="/ppt/slides/slide28.xml" Id="R29d2f8ed0ce240ce" /><Relationship Type="http://schemas.openxmlformats.org/officeDocument/2006/relationships/slide" Target="/ppt/slides/slide29.xml" Id="R9b80cf96cb724c20" /><Relationship Type="http://schemas.openxmlformats.org/officeDocument/2006/relationships/slide" Target="/ppt/slides/slide30.xml" Id="R26c508c294534cc1" /><Relationship Type="http://schemas.openxmlformats.org/officeDocument/2006/relationships/slide" Target="/ppt/slides/slide31.xml" Id="Rdfcd116252a345ca" /><Relationship Type="http://schemas.openxmlformats.org/officeDocument/2006/relationships/slide" Target="/ppt/slides/slide32.xml" Id="R439f8cc839104751" /><Relationship Type="http://schemas.openxmlformats.org/officeDocument/2006/relationships/slide" Target="/ppt/slides/slide33.xml" Id="Rebfc028b505142be" /><Relationship Type="http://schemas.openxmlformats.org/officeDocument/2006/relationships/slide" Target="/ppt/slides/slide34.xml" Id="Rcc36ccf458774192" /><Relationship Type="http://schemas.openxmlformats.org/officeDocument/2006/relationships/slide" Target="/ppt/slides/slide35.xml" Id="R369ba60d715446d8" /><Relationship Type="http://schemas.openxmlformats.org/officeDocument/2006/relationships/slide" Target="/ppt/slides/slide36.xml" Id="R7fe9b49ac3b44487" /><Relationship Type="http://schemas.openxmlformats.org/officeDocument/2006/relationships/slide" Target="/ppt/slides/slide37.xml" Id="R0b87b3445c184919" /><Relationship Type="http://schemas.openxmlformats.org/officeDocument/2006/relationships/slide" Target="/ppt/slides/slide38.xml" Id="R4aff2cf380424eb9" /><Relationship Type="http://schemas.openxmlformats.org/officeDocument/2006/relationships/slide" Target="/ppt/slides/slide39.xml" Id="R9380824e8c8347b2" /><Relationship Type="http://schemas.openxmlformats.org/officeDocument/2006/relationships/slide" Target="/ppt/slides/slide40.xml" Id="Rf8e03897101e47f5" /><Relationship Type="http://schemas.openxmlformats.org/officeDocument/2006/relationships/slide" Target="/ppt/slides/slide41.xml" Id="R8c0b4a83df0941b1" /><Relationship Type="http://schemas.openxmlformats.org/officeDocument/2006/relationships/slide" Target="/ppt/slides/slide42.xml" Id="R9275333e89f94a50" /><Relationship Type="http://schemas.openxmlformats.org/officeDocument/2006/relationships/slide" Target="/ppt/slides/slide43.xml" Id="Re66d7360a8c54f43" /><Relationship Type="http://schemas.openxmlformats.org/officeDocument/2006/relationships/slide" Target="/ppt/slides/slide44.xml" Id="R992041e26c954aee" /><Relationship Type="http://schemas.openxmlformats.org/officeDocument/2006/relationships/slide" Target="/ppt/slides/slide45.xml" Id="R491544e900fb4d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070ad1a0ce46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c23fde6872344e9" /><Relationship Type="http://schemas.openxmlformats.org/officeDocument/2006/relationships/notesMaster" Target="/ppt/notesMasters/notesMaster1.xml" Id="Re95a2dc4b0ac4a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f793107a7c4552" /><Relationship Type="http://schemas.openxmlformats.org/officeDocument/2006/relationships/notesMaster" Target="/ppt/notesMasters/notesMaster1.xml" Id="R0147ca890f3b4c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7f1cb384b754d2f" /><Relationship Type="http://schemas.openxmlformats.org/officeDocument/2006/relationships/notesMaster" Target="/ppt/notesMasters/notesMaster1.xml" Id="R402313b70e4e4a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070416b59a45ad" /><Relationship Type="http://schemas.openxmlformats.org/officeDocument/2006/relationships/notesMaster" Target="/ppt/notesMasters/notesMaster1.xml" Id="R657b523cb9c748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77979dddb5436e" /><Relationship Type="http://schemas.openxmlformats.org/officeDocument/2006/relationships/notesMaster" Target="/ppt/notesMasters/notesMaster1.xml" Id="Rd3e04c67d1e84c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cc6898c18f4836" /><Relationship Type="http://schemas.openxmlformats.org/officeDocument/2006/relationships/notesMaster" Target="/ppt/notesMasters/notesMaster1.xml" Id="Rdd1659e2d97245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8a166c77a94817" /><Relationship Type="http://schemas.openxmlformats.org/officeDocument/2006/relationships/notesMaster" Target="/ppt/notesMasters/notesMaster1.xml" Id="Red9edb1890724e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2a4b4692024c80" /><Relationship Type="http://schemas.openxmlformats.org/officeDocument/2006/relationships/notesMaster" Target="/ppt/notesMasters/notesMaster1.xml" Id="Raeaeb481379c457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b7ad7dc92643a6" /><Relationship Type="http://schemas.openxmlformats.org/officeDocument/2006/relationships/notesMaster" Target="/ppt/notesMasters/notesMaster1.xml" Id="Rae311264d83344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33235a215042c4" /><Relationship Type="http://schemas.openxmlformats.org/officeDocument/2006/relationships/notesMaster" Target="/ppt/notesMasters/notesMaster1.xml" Id="Rd61a4f5682a44d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f5df90123874581" /><Relationship Type="http://schemas.openxmlformats.org/officeDocument/2006/relationships/notesMaster" Target="/ppt/notesMasters/notesMaster1.xml" Id="Rd14b2458df0541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08dca19df5d4443" /><Relationship Type="http://schemas.openxmlformats.org/officeDocument/2006/relationships/notesMaster" Target="/ppt/notesMasters/notesMaster1.xml" Id="Rfb43500d37ce476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f5d19917e54afe" /><Relationship Type="http://schemas.openxmlformats.org/officeDocument/2006/relationships/notesMaster" Target="/ppt/notesMasters/notesMaster1.xml" Id="R0d9243f4a8ec4e7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6ca846828d4295" /><Relationship Type="http://schemas.openxmlformats.org/officeDocument/2006/relationships/notesMaster" Target="/ppt/notesMasters/notesMaster1.xml" Id="R968234d219834d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507e5e02044300" /><Relationship Type="http://schemas.openxmlformats.org/officeDocument/2006/relationships/notesMaster" Target="/ppt/notesMasters/notesMaster1.xml" Id="R09fa395511a2412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72d0df719064a63" /><Relationship Type="http://schemas.openxmlformats.org/officeDocument/2006/relationships/notesMaster" Target="/ppt/notesMasters/notesMaster1.xml" Id="R957cc40360c349a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221224fb7c34705" /><Relationship Type="http://schemas.openxmlformats.org/officeDocument/2006/relationships/notesMaster" Target="/ppt/notesMasters/notesMaster1.xml" Id="R52ee976a08e348a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e6479e34cf4124" /><Relationship Type="http://schemas.openxmlformats.org/officeDocument/2006/relationships/notesMaster" Target="/ppt/notesMasters/notesMaster1.xml" Id="Racb00e536f114aa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17fc896bb046b3" /><Relationship Type="http://schemas.openxmlformats.org/officeDocument/2006/relationships/notesMaster" Target="/ppt/notesMasters/notesMaster1.xml" Id="R55adb73f465548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0f69582e0304f6f" /><Relationship Type="http://schemas.openxmlformats.org/officeDocument/2006/relationships/notesMaster" Target="/ppt/notesMasters/notesMaster1.xml" Id="R601af1bb393f4a1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38247107974262" /><Relationship Type="http://schemas.openxmlformats.org/officeDocument/2006/relationships/notesMaster" Target="/ppt/notesMasters/notesMaster1.xml" Id="Ree6e5d5821c646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a32862de21b4202" /><Relationship Type="http://schemas.openxmlformats.org/officeDocument/2006/relationships/notesMaster" Target="/ppt/notesMasters/notesMaster1.xml" Id="R39be7abcfe744b5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e4de6d3958a4623" /><Relationship Type="http://schemas.openxmlformats.org/officeDocument/2006/relationships/notesMaster" Target="/ppt/notesMasters/notesMaster1.xml" Id="R04ed12dfb27f45b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a76fb79437b441a" /><Relationship Type="http://schemas.openxmlformats.org/officeDocument/2006/relationships/notesMaster" Target="/ppt/notesMasters/notesMaster1.xml" Id="R1b4639c5250a490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971692033ec4b59" /><Relationship Type="http://schemas.openxmlformats.org/officeDocument/2006/relationships/notesMaster" Target="/ppt/notesMasters/notesMaster1.xml" Id="R6f6485504082467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d6f207a6ce34ce6" /><Relationship Type="http://schemas.openxmlformats.org/officeDocument/2006/relationships/notesMaster" Target="/ppt/notesMasters/notesMaster1.xml" Id="R5c8bf8e69cb2472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e3a924f4e654858" /><Relationship Type="http://schemas.openxmlformats.org/officeDocument/2006/relationships/notesMaster" Target="/ppt/notesMasters/notesMaster1.xml" Id="Rd5a00630a0e34f5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43808ad3a5047a0" /><Relationship Type="http://schemas.openxmlformats.org/officeDocument/2006/relationships/notesMaster" Target="/ppt/notesMasters/notesMaster1.xml" Id="R8bc6c28c017f4c3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8fc7a6947604023" /><Relationship Type="http://schemas.openxmlformats.org/officeDocument/2006/relationships/notesMaster" Target="/ppt/notesMasters/notesMaster1.xml" Id="R251350c1392842e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a0dccb5d262446c" /><Relationship Type="http://schemas.openxmlformats.org/officeDocument/2006/relationships/notesMaster" Target="/ppt/notesMasters/notesMaster1.xml" Id="R3492fe90f87f418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95a2dbedd6e4de9" /><Relationship Type="http://schemas.openxmlformats.org/officeDocument/2006/relationships/notesMaster" Target="/ppt/notesMasters/notesMaster1.xml" Id="R4abaee407b32437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84b7ed8cdb24228" /><Relationship Type="http://schemas.openxmlformats.org/officeDocument/2006/relationships/notesMaster" Target="/ppt/notesMasters/notesMaster1.xml" Id="R147921d9f05c47d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1593ef1d8e24ad0" /><Relationship Type="http://schemas.openxmlformats.org/officeDocument/2006/relationships/notesMaster" Target="/ppt/notesMasters/notesMaster1.xml" Id="Ree846bd9aa8440f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2447f33007641e8" /><Relationship Type="http://schemas.openxmlformats.org/officeDocument/2006/relationships/notesMaster" Target="/ppt/notesMasters/notesMaster1.xml" Id="R54f31b3ef767485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582aa184b654297" /><Relationship Type="http://schemas.openxmlformats.org/officeDocument/2006/relationships/notesMaster" Target="/ppt/notesMasters/notesMaster1.xml" Id="R6eeb5f7b07f649b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452fd959b1e48b5" /><Relationship Type="http://schemas.openxmlformats.org/officeDocument/2006/relationships/notesMaster" Target="/ppt/notesMasters/notesMaster1.xml" Id="R94952acb2406400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482bec5d8d4745b8" /><Relationship Type="http://schemas.openxmlformats.org/officeDocument/2006/relationships/notesMaster" Target="/ppt/notesMasters/notesMaster1.xml" Id="Rd6b394d16d55470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4885fc96ec84e30" /><Relationship Type="http://schemas.openxmlformats.org/officeDocument/2006/relationships/notesMaster" Target="/ppt/notesMasters/notesMaster1.xml" Id="R30bb92e3a9df4f5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4d3553a42f3f4291" /><Relationship Type="http://schemas.openxmlformats.org/officeDocument/2006/relationships/notesMaster" Target="/ppt/notesMasters/notesMaster1.xml" Id="R52daec1c1406435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4832adbb77784322" /><Relationship Type="http://schemas.openxmlformats.org/officeDocument/2006/relationships/notesMaster" Target="/ppt/notesMasters/notesMaster1.xml" Id="Rb780a57cb79d4bf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cceb748b0c149a4" /><Relationship Type="http://schemas.openxmlformats.org/officeDocument/2006/relationships/notesMaster" Target="/ppt/notesMasters/notesMaster1.xml" Id="R07856c9d494b419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2527855327a429f" /><Relationship Type="http://schemas.openxmlformats.org/officeDocument/2006/relationships/notesMaster" Target="/ppt/notesMasters/notesMaster1.xml" Id="Ra37f8f7272214d6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d05f14d79ba94cc5" /><Relationship Type="http://schemas.openxmlformats.org/officeDocument/2006/relationships/notesMaster" Target="/ppt/notesMasters/notesMaster1.xml" Id="R51f63af7a485471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ff6bac5746849bf" /><Relationship Type="http://schemas.openxmlformats.org/officeDocument/2006/relationships/notesMaster" Target="/ppt/notesMasters/notesMaster1.xml" Id="R7269e8f4984542b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ff6532b8262f407a" /><Relationship Type="http://schemas.openxmlformats.org/officeDocument/2006/relationships/notesMaster" Target="/ppt/notesMasters/notesMaster1.xml" Id="Rb00bb253c36841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Abrir con la idea: no vamos a presentar una lista de publicaciones; vamos a presentar el sistema que hará que la feria vuelva a sentirse propia, deseable y fácil de vivir.</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vault/11_eventos/2026_feria-finados/05_marketing-comunicacion/2026-08-26_analisis-tareas-historicas-y-sistema-operativo-finados-2026_v01.md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competencia puede ofrecer espectáculos gratuitos. Nuestra defensa es una tradición reconocible, una experiencia completa y una operación que cumple. El cartel ayuda, pero no puede ser el único motivo de asistencia.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vault/11_eventos/2026_feria-finados/05_marketing-comunicacion/2026-08-26_analisis-tareas-historicas-y-sistema-operativo-finados-2026_v01.md</a:t>
            </a:r>
          </a:p>
          <a:p xmlns:a="http://schemas.openxmlformats.org/drawingml/2006/main">
            <a:r>
              <a:t>- vault/05_audiencias-investigacion/02_reputacion-fortalezas-y-voz-positiva/</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cifras se presentan como antecedentes: 25.000 vasos cumplidos en 2025, más de 10.000 espacios de estacionamiento comunicados en 2025 y asistencias históricas reportadas de seis cifras. Para 2026, cada una exige validación operativa.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https://www.facebook.com/reel/1177617657817288/</a:t>
            </a:r>
          </a:p>
          <a:p xmlns:a="http://schemas.openxmlformats.org/drawingml/2006/main">
            <a:r>
              <a:t>- https://www.facebook.com/122142325251017479/posts/122110559535017479</a:t>
            </a:r>
          </a:p>
          <a:p xmlns:a="http://schemas.openxmlformats.org/drawingml/2006/main">
            <a:r>
              <a:t>- https://www.pastaza.gob.ec/leytransparencia/2020/mayo/anexos/ce_347.pdf</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voz pública disponible mezcla visitas al complejo, fútbol y ferias; no representa una encuesta específica de Finados. Aun así, respalda con consistencia la propuesta familiar, natural, variada y de descubrimiento.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vault/05_audiencias-investigacion/02_reputacion-fortalezas-y-voz-positiva/</a:t>
            </a:r>
          </a:p>
          <a:p xmlns:a="http://schemas.openxmlformats.org/drawingml/2006/main">
            <a:r>
              <a:t>- https://www.expreso.ec/ocio/cultura/mushuc-runa-rescata-identidad-pueblo-chibuleo-6535.html</a:t>
            </a:r>
          </a:p>
          <a:p xmlns:a="http://schemas.openxmlformats.org/drawingml/2006/main">
            <a:r>
              <a:t>- https://ge.globo.com/futebol/times/cruzeiro/noticia/2025/04/08/adversario-do-cruzeiro-tem-zoologico-e-parque-dos-dinossauros-em-ct-gigante-veja-imagens-e-historia.ghtml</a:t>
            </a:r>
          </a:p>
          <a:p xmlns:a="http://schemas.openxmlformats.org/drawingml/2006/main">
            <a:r>
              <a:t>- https://www.pastaza.gob.ec/leytransparencia/2020/mayo/anexos/ce_347.pdf</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dirección 2026 rescata lo que produjo conversación y utilidad, pero cambia el modelo de trabajo: menos saturación, más evidencia, responsables claros, reglas de participación y cierre medible.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vault/11_eventos/2026_feria-finados/05_marketing-comunicacion/2026-08-26_matriz-operativa-equipo-finados-2026_v01.xlsx</a:t>
            </a:r>
          </a:p>
          <a:p xmlns:a="http://schemas.openxmlformats.org/drawingml/2006/main">
            <a:r>
              <a:t>- vault/13_datos-medicion/2026-08-24_auditoria-meta-2021-2026/2026-08-24_informe-auditoria-meta-2021-2026_v01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 TRADICIÓN es la idea que unifica todos los frentes. Debe sentirse en el archivo, la feria, las revelaciones, la señalética, la guía móvil y la forma de responder al público.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promesa obliga a integrar frentes: si el visitante no sabe qué incluye, dónde queda o cómo volver, la creatividad no compensa la fricción.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vault/11_eventos/2026_feria-finados/06_ventas-entradas/2026-08-24_arquitectura-oferta-preventa-finados-2026_v01.md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equipo debe identificar en qué fase está cada pieza. Una revelación no sustituye expectativa; un mapa no sustituye deseo; una pieza emocional no sustituye servicio.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Usar este journey como prueba de coherencia. Si una pieza no sabe qué fricción resuelve o qué paso prepara, probablemente es relleno editorial.</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vault/11_eventos/2026_feria-finados/06_ventas-entradas/2026-08-24_arquitectura-oferta-preventa-finados-2026_v01.md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programación final debe demostrar diferencias reales. Para fortalecer el Día 1 puede aplicarse Los primeros vuelven: una entrada validada habilita un beneficio limitado para otra jornada, solo con economía, términos, cupo y control de canje aprobados.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vault/11_eventos/2026_feria-finados/06_ventas-entradas/2026-08-24_arquitectura-oferta-preventa-finados-2026_v01.md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zonas son históricas. Sus funciones y horarios 2026 solo se publican desde la programación maestra. Plaza de la Luna ha concentrado shows familiares; Plaza del Sol, demostraciones; la Granja, naturaleza; el Megaescenario, música nocturna.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vault/05_audiencias-investigacion/02_reputacion-fortalezas-y-voz-positiva/</a:t>
            </a:r>
          </a:p>
          <a:p xmlns:a="http://schemas.openxmlformats.org/drawingml/2006/main">
            <a:r>
              <a:t>- https://www.facebook.com/122142325251017479/videos/2263479517457058</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oferta histórica respalda naturaleza, granja, juegos, dinosaurios, resbaladera, gastronomía y shows familiares. La campaña puede usar el concepto de variedad; la lista concreta 2026 exige inventario operativo y seguridad.</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vault/05_audiencias-investigacion/02_reputacion-fortalezas-y-voz-positiva/</a:t>
            </a:r>
          </a:p>
          <a:p xmlns:a="http://schemas.openxmlformats.org/drawingml/2006/main">
            <a:r>
              <a:t>- https://www.expreso.ec/ocio/cultura/mushuc-runa-rescata-identidad-pueblo-chibuleo-6535.html</a:t>
            </a:r>
          </a:p>
          <a:p xmlns:a="http://schemas.openxmlformats.org/drawingml/2006/main">
            <a:r>
              <a:t>- https://ge.globo.com/futebol/times/cruzeiro/noticia/2025/04/08/adversario-do-cruzeiro-tem-zoologico-e-parque-dos-dinossauros-em-ct-gigante-veja-imagens-e-historia.ghtml</a:t>
            </a:r>
          </a:p>
          <a:p xmlns:a="http://schemas.openxmlformats.org/drawingml/2006/main">
            <a:r>
              <a:t>- https://www.facebook.com/122142325251017479/videos/2263479517457058</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historial muestra una expansión progresiva del estacionamiento y en 2025 se comunicaron más de 10.000 espacios. La capacidad vigente exige plano, nuevas zonas, entradas, salidas, peatones, tarifa y contingencia. La superficie publicada en fuentes externas discrepa y no se usa como afirmación pública.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https://www.facebook.com/122142325251017479/posts/122110559535017479</a:t>
            </a:r>
          </a:p>
          <a:p xmlns:a="http://schemas.openxmlformats.org/drawingml/2006/main">
            <a:r>
              <a:t>- vault/11_eventos/2026_feria-finados/10_tecnologia-datos/2026-08-24_guia-movil-informativa-sin-backend-finados-2026_v01.md</a:t>
            </a:r>
          </a:p>
          <a:p xmlns:a="http://schemas.openxmlformats.org/drawingml/2006/main">
            <a:r>
              <a:t>- vault/11_eventos/2026_feria-finados/01_concepto-experiencia/2026-08-24_arquitectura-experiencia-asistencia-200k-finados-2026_v01.md</a:t>
            </a:r>
          </a:p>
          <a:p xmlns:a="http://schemas.openxmlformats.org/drawingml/2006/main">
            <a:r>
              <a:t>- vault/05_audiencias-investigacion/02_reputacion-fortalezas-y-voz-positiva/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limpieza y el orden aparecen como fortalezas históricas, pero no existe prueba comparativa para afirmar la feria más limpia del país. Existen antecedentes de seguridad comunitaria, privada, Policía y Fuerzas Armadas; cualquier despliegue 2026 requiere confirmación.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vault/05_audiencias-investigacion/02_reputacion-fortalezas-y-voz-positiva/</a:t>
            </a:r>
          </a:p>
          <a:p xmlns:a="http://schemas.openxmlformats.org/drawingml/2006/main">
            <a:r>
              <a:t>- https://www.facebook.com/122142325251017479/posts/122112820695017479</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25.000 vasos son un cumplimiento histórico de 2025. Rey Pan y Srta. Colada Morada tienen capacidad de alcance orgánico porque movilizan comunidades de candidatos, pero el resultado no debe depender de likes. Guardianes del Recuerdo reconoce 4–6 historias verificadas y consentidas.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https://www.facebook.com/reel/1177617657817288/</a:t>
            </a:r>
          </a:p>
          <a:p xmlns:a="http://schemas.openxmlformats.org/drawingml/2006/main">
            <a:r>
              <a:t>- vault/05_audiencias-investigacion/02_reputacion-fortalezas-y-voz-positiva/</a:t>
            </a:r>
          </a:p>
          <a:p xmlns:a="http://schemas.openxmlformats.org/drawingml/2006/main">
            <a:r>
              <a:t>- vault/13_datos-medicion/2026-08-24_auditoria-meta-2021-2026/2026-08-24_informe-auditoria-meta-2021-2026_v01</a:t>
            </a:r>
          </a:p>
          <a:p xmlns:a="http://schemas.openxmlformats.org/drawingml/2006/main">
            <a:r>
              <a:t>- vault/11_eventos/2026_feria-finados/01_concepto-experiencia/2026-08-24_arquitectura-experiencia-asistencia-200k-finados-2026_v01.md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prioridad es combinar memoria, embajadores, creación, familia, tradiciones y movilización. Cada dinámica requiere bases, premio/cupo, derechos, moderación, antifraude, responsable y dato de cierre antes de abrirse.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a:p xmlns:a="http://schemas.openxmlformats.org/drawingml/2006/main">
            <a:r>
              <a:t>- vault/13_datos-medicion/2026-08-24_auditoria-meta-2021-2026/2026-08-24_informe-auditoria-meta-2021-2026_v01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Separar embajador comunitario, ganador, creador contratado, aliado y personal. La convocatoria definirá edad mínima, elegibilidad y consentimiento del representante cuando corresponda. No prometer acceso a un concierto específico hasta que exista cupo, condiciones y autorización.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vault/11_eventos/2026_feria-finados/05_marketing-comunicacion/01_estrategia/2026-08-25_plataforma-emocional-es-tradicion-finados-2026_v01.md</a:t>
            </a:r>
          </a:p>
          <a:p xmlns:a="http://schemas.openxmlformats.org/drawingml/2006/main">
            <a:r>
              <a:t>- Fotografía histórica entregada por Alex; publicación y pauta requieren permisos verificables de las personas identificables.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se abre una promesa de pago por cada millón de vistas. El hito 1M solo puede existir en un piloto cerrado con creadores contratados, un bono fijo máximo, auditoría de tráfico, ventana, territorio, plataforma, derechos y presupuesto aprobado. Los likes amplifican, pero no deciden.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a:p xmlns:a="http://schemas.openxmlformats.org/drawingml/2006/main">
            <a:r>
              <a:t>- vault/13_datos-medicion/2026-08-24_auditoria-meta-2021-2026/2026-08-24_informe-auditoria-meta-2021-2026_v01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adulto puede enviar una foto familiar o relato y participar por un pase familiar o juegos mecánicos solo cuando el premio, operador, cupo y seguridad estén aprobados. No exigir etiquetar amigos ni publicar el rostro del menor; debe existir alternativa sin foto pública.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vault/11_eventos/2026_feria-finados/05_marketing-comunicacion/01_estrategia/2026-08-25_plataforma-emocional-es-tradicion-finados-2026_v01.md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referencia solicitada es la dramaturgia y el asombro de un gran espectáculo tipo Cirque du Soleil. La ejecución usa recursos propios, música original o licenciada y cultura validada.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Las tipografías son propuestas porque el manual oficial no está disponible. El archivo necesita año, evento, contexto y derechos; una escena histórica nunca se presenta como oferta vigente 2026.</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Presentación v06, sistema tipográfico heredado.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Construir una sensación de gran espectáculo con tensión, contraste y resolución, no copiando música, repertorio o identidad de otra marca. El video debe funcionar sin sonido mediante imagen y subtítulos.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vault/11_eventos/2026_feria-finados/05_marketing-comunicacion/01_estrategia/2026-08-25_plataforma-emocional-es-tradicion-finados-2026_v01.md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primera película debe hacer sentir ‘yo he vivido esto’ o ‘quiero vivirlo con los míos’. El archivo requiere derechos y permisos de personas identificables. Cierra con una pregunta de recuerdo y no vende artistas.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expositor no es fondo decorativo. Su historia termina en una ruta verificable, con permisos, sin prometer resultados comerciales.</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Todo hallazgo pasa por seguridad, operación, cultura y bienestar animal. Nunca revela zonas restringidas. La llamada a la guía móvil solo aparece si la PWA supera su gate.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música entra como prueba de ES TRADICIÓN, con audio original o licenciado. Nunca se publica un artista sin contrato, grafía, jornada, escenario, precio total, inclusiones, condiciones, derechos y compra de prueba.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pieza conecta guía móvil, rutas, rituales y razones de retorno. Cada capítulo debe sostenerse con programación real.</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matriz editorial evita publicar por inercia. Cada pilar debe tener insumos, aprobaciones y medición. La frecuencia se controla para no repetir la saturación de 2025.</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vault/11_eventos/2026_feria-finados/05_marketing-comunicacion/02_contenido/2026-08-25_calendario-expectativa-es-tradicion-finados-2026_v01.md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revelar todo en una semana ni usar adivinanzas repetidas. Cada revelación debe conectar con una jornada, una experiencia completa y un destino de compra probado.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vault/11_eventos/2026_feria-finados/06_ventas-entradas/2026-08-24_arquitectura-oferta-preventa-finados-2026_v01.md</a:t>
            </a:r>
          </a:p>
          <a:p xmlns:a="http://schemas.openxmlformats.org/drawingml/2006/main">
            <a:r>
              <a:t>- vault/11_eventos/2026_feria-finados/05_marketing-comunicacion/01_estrategia/2026-08-25_plataforma-emocional-es-tradicion-finados-2026_v01.md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guía no es una app de tienda ni una plataforma transaccional. Debe tener dueño de actualización, alternativa física accesible, QR seguro, privacidad mínima, prueba offline real y objetivo de peso/velocidad. El mapa digital coincide con la señalética y muestra su última actualización.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vault/11_eventos/2026_feria-finados/10_tecnologia-datos/2026-08-24_guia-movil-informativa-sin-backend-finados-2026_v01.md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calendario define una progresión: primero identidad y recuerdos, luego participación, cartel y venta, finalmente utilidad y servicio. Nada se adelanta para llenar un hueco editorial.</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reunión del lunes confirma la verdad; el viernes cierra evidencia y decide qué escalar. El cierre semanal no impide publicar otros días cuando la pieza ya está aprobada. Diseño no confirma precios, comunicación no inventa horarios y pauta no activa sin destino probado.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SE PUEDE CONVERSAR; NO SE PUEDE PROMETER PREMIO, ARTISTA O CAPACIDAD SIN REGLAS Y FUENTE.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2 SEP: RELATO + DERECHOS + FORMULARIOS + PREMIOS. SIN GATE, SE ITERA.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LOS LIKES AMPLIFICAN; NO DECIDEN. NO HAY PAGO ABIERTO POR CADA MILLÓN.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CONTRATO + DÍA + PRECIO + DERECHOS + COMPRA DE PRUEBA. SI FALTA UNO, SE MUEVE.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PREMIO ENTREGADO = RESULTADO DOCUMENTADO. REVELACIÓN = DÍA COMPLETO, NO SOLO NOMBRE.</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EL 2 OCT ES UNA VENTANA. NO SE PUBLICA ATRACTIVO, ZONA O CUPO SIN VALIDACIÓN.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UNA PIEZA MUSICAL SIEMPRE CONECTA DÍA + VALOR + RUTA + LLAMADO A LA ACCIÓN.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NUNCA INVENTARIO, AGOTADO, COLADA O BENEFICIO SIN FUENTE CONCILIADA.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META: ENCONTRAR BAÑO, COMIDA, ESCENARIO, ESTACIONAMIENTO, AYUDA Y SALIDA CON MENOS FRICCIÓN.</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semana se cierra cuando existe evidencia, no cuando se “envió” una pieza. UNA FUENTE, TODAS LAS SALIDAS. SI CAMBIA EL DATO, CAMBIA EL SISTEMA COMPLETO.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vault/11_eventos/2026_feria-finados/10_tecnologia-datos/2026-08-24_guia-movil-informativa-sin-backend-finados-2026_v01.md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comando publica programación después del corte operativo, mantiene cuotas por zona y pilar, activa Reporteros de la Feria y Pasaporte Vivo, registra incidentes y comunica el beneficio de retorno del Día 1 solo si fue aprobado.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vault/11_eventos/2026_feria-finados/10_tecnologia-datos/2026-08-24_guia-movil-informativa-sin-backend-finados-2026_v01.md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cierre concilia visitas acumuladas versus personas únicas, ingresos, retorno, participación, colada entregada, estacionamiento, limpieza e incidentes. Los premios se pagan o entregan solo contra reglas y evidencia. La estrategia no usa manipulación engañosa.</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vault/11_eventos/2026_feria-finados/05_marketing-comunicacion/2026-08-26_analisis-tareas-historicas-y-sistema-operativo-finados-2026_v01.md</a:t>
            </a:r>
          </a:p>
          <a:p xmlns:a="http://schemas.openxmlformats.org/drawingml/2006/main">
            <a:r>
              <a:t>- vault/11_eventos/2026_feria-finados/05_marketing-comunicacion/01_estrategia/2026-08-25_plan-confidencial-revelacion-cartel-finados-2026_v01.md</a:t>
            </a:r>
          </a:p>
          <a:p xmlns:a="http://schemas.openxmlformats.org/drawingml/2006/main">
            <a:r>
              <a:t>- vault/11_eventos/2026_feria-finados/06_ventas-entradas/2026-08-24_arquitectura-oferta-preventa-finados-2026_v01.md</a:t>
            </a:r>
          </a:p>
          <a:p xmlns:a="http://schemas.openxmlformats.org/drawingml/2006/main">
            <a:r>
              <a:t>- vault/11_eventos/2026_feria-finados/01_concepto-experiencia/2026-08-24_arquitectura-experiencia-asistencia-200k-finados-2026_v01.md</a:t>
            </a:r>
          </a:p>
          <a:p xmlns:a="http://schemas.openxmlformats.org/drawingml/2006/main">
            <a:r>
              <a:t>- vault/11_eventos/2026_feria-finados/05_marketing-comunicacion/2026-08-26_matriz-operativa-equipo-finados-2026_v01.xlsx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Cerrar solicitando decisiones concretas. Una vez aprobados plataforma, responsables y gates, el equipo puede ejecutar la semana 1 sin improvisar ni revelar información bajo embargo.</a:t>
            </a:r>
          </a:p>
          <a:p xmlns:a="http://schemas.openxmlformats.org/drawingml/2006/main">
            <a:r>
              <a:t/>
            </a:r>
          </a:p>
          <a:p xmlns:a="http://schemas.openxmlformats.org/drawingml/2006/main">
            <a:r>
              <a:t>[Estado] Documento interno · propuesta en revisión · no autoriza publicación externa.</a:t>
            </a:r>
          </a:p>
          <a:p xmlns:a="http://schemas.openxmlformats.org/drawingml/2006/main">
            <a:r>
              <a:t>[Sources]</a:t>
            </a:r>
          </a:p>
          <a:p xmlns:a="http://schemas.openxmlformats.org/drawingml/2006/main">
            <a:r>
              <a:t>- vault/11_eventos/2026_feria-finados/05_marketing-comunicacion/2026-08-26_matriz-operativa-equipo-finados-2026_v01.xlsx</a:t>
            </a:r>
          </a:p>
          <a:p xmlns:a="http://schemas.openxmlformats.org/drawingml/2006/main">
            <a:r>
              <a:t>- vault/11_eventos/2026_feria-finados/05_marketing-comunicacion/01_estrategia/2026-08-25_plataforma-emocional-es-tradicion-finados-2026_v01.md</a:t>
            </a:r>
          </a:p>
          <a:p xmlns:a="http://schemas.openxmlformats.org/drawingml/2006/main">
            <a:r>
              <a:t>- vault/11_eventos/2026_feria-finados/05_marketing-comunicacion/02_contenido/2026-08-25_calendario-expectativa-es-tradicion-finados-2026_v01.md</a:t>
            </a:r>
          </a:p>
          <a:p xmlns:a="http://schemas.openxmlformats.org/drawingml/2006/main">
            <a:r>
              <a:t>- Fotografía histórica entregada por Alex; derechos publicitarios por confirmar.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914b6ec884f4b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a81b437f5a47f1" /><Relationship Type="http://schemas.openxmlformats.org/officeDocument/2006/relationships/slideLayout" Target="/ppt/slideLayouts/slideLayout1.xml" Id="Rc8ffb11870ec4ce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8ffb11870ec4ce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2fc01f532634f10" /><Relationship Type="http://schemas.openxmlformats.org/officeDocument/2006/relationships/image" Target="/ppt/media/image.png" Id="R6b19118dd8bd469e" /><Relationship Type="http://schemas.openxmlformats.org/officeDocument/2006/relationships/notesSlide" Target="/ppt/notesSlides/notesSlide1.xml" Id="Rb014a4f914194d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c9b7808879468d" /><Relationship Type="http://schemas.openxmlformats.org/officeDocument/2006/relationships/image" Target="/ppt/media/image2.png" Id="Re4c683d519394257" /><Relationship Type="http://schemas.openxmlformats.org/officeDocument/2006/relationships/notesSlide" Target="/ppt/notesSlides/notesSlide2.xml" Id="Rdcfa7016ef1545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8653152115e4b1a" /><Relationship Type="http://schemas.openxmlformats.org/officeDocument/2006/relationships/notesSlide" Target="/ppt/notesSlides/notesSlide3.xml" Id="R61ea2073917545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3b9a250ff84731" /><Relationship Type="http://schemas.openxmlformats.org/officeDocument/2006/relationships/image" Target="/ppt/media/image3.png" Id="Re940e5eb0eaf4eab" /><Relationship Type="http://schemas.openxmlformats.org/officeDocument/2006/relationships/notesSlide" Target="/ppt/notesSlides/notesSlide4.xml" Id="Rc9e537cfb00e43b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a1fa114c8f45f3" /><Relationship Type="http://schemas.openxmlformats.org/officeDocument/2006/relationships/notesSlide" Target="/ppt/notesSlides/notesSlide5.xml" Id="R5aa67470bd5340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1c2b9044a6426e" /><Relationship Type="http://schemas.openxmlformats.org/officeDocument/2006/relationships/notesSlide" Target="/ppt/notesSlides/notesSlide6.xml" Id="R0df6fd0c26874d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bf26ad3a9647f9" /><Relationship Type="http://schemas.openxmlformats.org/officeDocument/2006/relationships/image" Target="/ppt/media/image4.png" Id="Re93a4eaa50424a59" /><Relationship Type="http://schemas.openxmlformats.org/officeDocument/2006/relationships/notesSlide" Target="/ppt/notesSlides/notesSlide7.xml" Id="Rae74cc3159f24e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ae729d6853b44fc" /><Relationship Type="http://schemas.openxmlformats.org/officeDocument/2006/relationships/notesSlide" Target="/ppt/notesSlides/notesSlide8.xml" Id="Re986986054d841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8f600223ee74949" /><Relationship Type="http://schemas.openxmlformats.org/officeDocument/2006/relationships/notesSlide" Target="/ppt/notesSlides/notesSlide9.xml" Id="R7481f57c609641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f2576f810a4459f" /><Relationship Type="http://schemas.openxmlformats.org/officeDocument/2006/relationships/notesSlide" Target="/ppt/notesSlides/notesSlide10.xml" Id="Rb1587820530648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d38db8333e643a1" /><Relationship Type="http://schemas.openxmlformats.org/officeDocument/2006/relationships/notesSlide" Target="/ppt/notesSlides/notesSlide11.xml" Id="R3f3133021caf42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4c61f4a41924db9" /><Relationship Type="http://schemas.openxmlformats.org/officeDocument/2006/relationships/image" Target="/ppt/media/image5.png" Id="R9a33d754a5da4fc7" /><Relationship Type="http://schemas.openxmlformats.org/officeDocument/2006/relationships/notesSlide" Target="/ppt/notesSlides/notesSlide12.xml" Id="R84cddfb4d47244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aa16ca312bb4e52" /><Relationship Type="http://schemas.openxmlformats.org/officeDocument/2006/relationships/notesSlide" Target="/ppt/notesSlides/notesSlide13.xml" Id="R568143bb2f9b43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4ba94a872a148b3" /><Relationship Type="http://schemas.openxmlformats.org/officeDocument/2006/relationships/notesSlide" Target="/ppt/notesSlides/notesSlide14.xml" Id="Rf3d69f9a085844d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3a418a7fdaa4bef" /><Relationship Type="http://schemas.openxmlformats.org/officeDocument/2006/relationships/notesSlide" Target="/ppt/notesSlides/notesSlide15.xml" Id="R1feed85ff094434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4e554cb3a834d75" /><Relationship Type="http://schemas.openxmlformats.org/officeDocument/2006/relationships/notesSlide" Target="/ppt/notesSlides/notesSlide16.xml" Id="R93ca3d8e04db4f8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e77f296c8b14e69" /><Relationship Type="http://schemas.openxmlformats.org/officeDocument/2006/relationships/image" Target="/ppt/media/image6.png" Id="R7fad0bac98744a87" /><Relationship Type="http://schemas.openxmlformats.org/officeDocument/2006/relationships/notesSlide" Target="/ppt/notesSlides/notesSlide17.xml" Id="Rcae072f7d054476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ccf8a0509494a11" /><Relationship Type="http://schemas.openxmlformats.org/officeDocument/2006/relationships/notesSlide" Target="/ppt/notesSlides/notesSlide18.xml" Id="R0a21101c85d6471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91296f12afb4d0e" /><Relationship Type="http://schemas.openxmlformats.org/officeDocument/2006/relationships/image" Target="/ppt/media/image7.png" Id="Ra601ad09c9fe4836" /><Relationship Type="http://schemas.openxmlformats.org/officeDocument/2006/relationships/notesSlide" Target="/ppt/notesSlides/notesSlide19.xml" Id="R580ac24245994aa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1b63e85015c444c" /><Relationship Type="http://schemas.openxmlformats.org/officeDocument/2006/relationships/image" Target="/ppt/media/image8.png" Id="R7d30021958ce45f5" /><Relationship Type="http://schemas.openxmlformats.org/officeDocument/2006/relationships/notesSlide" Target="/ppt/notesSlides/notesSlide20.xml" Id="Rf2784b67b6a6410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a1b6d0c6417470c" /><Relationship Type="http://schemas.openxmlformats.org/officeDocument/2006/relationships/notesSlide" Target="/ppt/notesSlides/notesSlide21.xml" Id="R0a8ee3ae3ed9423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f5025be78df4035" /><Relationship Type="http://schemas.openxmlformats.org/officeDocument/2006/relationships/notesSlide" Target="/ppt/notesSlides/notesSlide22.xml" Id="R083c4000880b487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d355150113b4324" /><Relationship Type="http://schemas.openxmlformats.org/officeDocument/2006/relationships/notesSlide" Target="/ppt/notesSlides/notesSlide23.xml" Id="R7bdd1ca27dc942c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1f180ae29a945af" /><Relationship Type="http://schemas.openxmlformats.org/officeDocument/2006/relationships/notesSlide" Target="/ppt/notesSlides/notesSlide24.xml" Id="Raef53cecfcbb4f3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2a7c52830744ee5" /><Relationship Type="http://schemas.openxmlformats.org/officeDocument/2006/relationships/notesSlide" Target="/ppt/notesSlides/notesSlide25.xml" Id="R3176892213b84b6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4961edc37424bd1" /><Relationship Type="http://schemas.openxmlformats.org/officeDocument/2006/relationships/notesSlide" Target="/ppt/notesSlides/notesSlide26.xml" Id="R5eac211c7f5c43c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6a35aa606b941d0" /><Relationship Type="http://schemas.openxmlformats.org/officeDocument/2006/relationships/notesSlide" Target="/ppt/notesSlides/notesSlide27.xml" Id="R2b3cc1d92f89450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02b129fbe3f43b4" /><Relationship Type="http://schemas.openxmlformats.org/officeDocument/2006/relationships/notesSlide" Target="/ppt/notesSlides/notesSlide28.xml" Id="R54641846564c4b8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64436795721402d" /><Relationship Type="http://schemas.openxmlformats.org/officeDocument/2006/relationships/notesSlide" Target="/ppt/notesSlides/notesSlide29.xml" Id="Ra477efa58f10404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4563fdb208848fd" /><Relationship Type="http://schemas.openxmlformats.org/officeDocument/2006/relationships/notesSlide" Target="/ppt/notesSlides/notesSlide30.xml" Id="Rbfaf373ce91f4e7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195cd1ca1a347d9" /><Relationship Type="http://schemas.openxmlformats.org/officeDocument/2006/relationships/notesSlide" Target="/ppt/notesSlides/notesSlide31.xml" Id="R2faeeed446c24ef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8dc6e939a8d948da" /><Relationship Type="http://schemas.openxmlformats.org/officeDocument/2006/relationships/notesSlide" Target="/ppt/notesSlides/notesSlide32.xml" Id="Rc77d9f25beb4441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fc704eba4314d26" /><Relationship Type="http://schemas.openxmlformats.org/officeDocument/2006/relationships/notesSlide" Target="/ppt/notesSlides/notesSlide33.xml" Id="R47d27c3610084c2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7d078def0eb414e" /><Relationship Type="http://schemas.openxmlformats.org/officeDocument/2006/relationships/notesSlide" Target="/ppt/notesSlides/notesSlide34.xml" Id="Rb80131ad951f46c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1ff9a40023744e8" /><Relationship Type="http://schemas.openxmlformats.org/officeDocument/2006/relationships/notesSlide" Target="/ppt/notesSlides/notesSlide35.xml" Id="R5dfaea7dc81a423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b2c94c040c4d4082" /><Relationship Type="http://schemas.openxmlformats.org/officeDocument/2006/relationships/notesSlide" Target="/ppt/notesSlides/notesSlide36.xml" Id="R06801a63c2c349a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804b2dea67f4465" /><Relationship Type="http://schemas.openxmlformats.org/officeDocument/2006/relationships/notesSlide" Target="/ppt/notesSlides/notesSlide37.xml" Id="Rc0ca961836f94ff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afcd0216ce84745" /><Relationship Type="http://schemas.openxmlformats.org/officeDocument/2006/relationships/notesSlide" Target="/ppt/notesSlides/notesSlide38.xml" Id="Rdae9f94eb268447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4fd95a4e62b4d01" /><Relationship Type="http://schemas.openxmlformats.org/officeDocument/2006/relationships/notesSlide" Target="/ppt/notesSlides/notesSlide39.xml" Id="R8938bea6de154f3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1da8bdfb26524fd5" /><Relationship Type="http://schemas.openxmlformats.org/officeDocument/2006/relationships/notesSlide" Target="/ppt/notesSlides/notesSlide40.xml" Id="R29482fce6517483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24a4f2a18e846b3" /><Relationship Type="http://schemas.openxmlformats.org/officeDocument/2006/relationships/notesSlide" Target="/ppt/notesSlides/notesSlide41.xml" Id="R441a4540ee11464b"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02969bb3fe54ec9" /><Relationship Type="http://schemas.openxmlformats.org/officeDocument/2006/relationships/notesSlide" Target="/ppt/notesSlides/notesSlide42.xml" Id="R3ee9615f52d1434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f445438517b4ecf" /><Relationship Type="http://schemas.openxmlformats.org/officeDocument/2006/relationships/image" Target="/ppt/media/image9.png" Id="R42049b383e004910" /><Relationship Type="http://schemas.openxmlformats.org/officeDocument/2006/relationships/notesSlide" Target="/ppt/notesSlides/notesSlide43.xml" Id="R107225a759d94c8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442ea7d43a5d46ad" /><Relationship Type="http://schemas.openxmlformats.org/officeDocument/2006/relationships/notesSlide" Target="/ppt/notesSlides/notesSlide44.xml" Id="R59b66ae96ece4bd7"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b1e17fed0b1c4fe9" /><Relationship Type="http://schemas.openxmlformats.org/officeDocument/2006/relationships/image" Target="/ppt/media/image10.png" Id="R3f6697c6d4674959" /><Relationship Type="http://schemas.openxmlformats.org/officeDocument/2006/relationships/notesSlide" Target="/ppt/notesSlides/notesSlide45.xml" Id="Rc064a452afbd4267" /></Relationships>
</file>

<file path=ppt/slides/slide1.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b19118dd8bd469e"/>
          <a:srcRect xmlns:a="http://schemas.openxmlformats.org/drawingml/2006/main" l="20313" t="0" r="20313" b="0"/>
          <a:stretch xmlns:a="http://schemas.openxmlformats.org/drawingml/2006/main">
            <a:fillRect l="0" t="0" r="0" b="0"/>
          </a:stretch>
        </p:blipFill>
        <p:spPr>
          <a:xfrm xmlns:a="http://schemas.openxmlformats.org/drawingml/2006/main">
            <a:off x="4953000" y="0"/>
            <a:ext cx="7239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13C356-8BF3-4642-94D5-AE1FB100301C}"/>
              </a:ext>
            </a:extLst>
          </p:cNvPr>
          <p:cNvSpPr>
            <a:spLocks xmlns:a="http://schemas.openxmlformats.org/drawingml/2006/main" noGrp="1"/>
          </p:cNvSpPr>
          <p:nvPr/>
        </p:nvSpPr>
        <p:spPr>
          <a:xfrm xmlns:a="http://schemas.openxmlformats.org/drawingml/2006/main">
            <a:off x="4953000" y="0"/>
            <a:ext cx="7239000" cy="6858000"/>
          </a:xfrm>
          <a:prstGeom xmlns:a="http://schemas.openxmlformats.org/drawingml/2006/main" prst="rect">
            <a:avLst/>
          </a:prstGeom>
          <a:gradFill xmlns:a="http://schemas.openxmlformats.org/drawingml/2006/main">
            <a:gsLst>
              <a:gs pos="0">
                <a:srgbClr val="160A22">
                  <a:alpha val="88000"/>
                </a:srgbClr>
              </a:gs>
              <a:gs pos="48000">
                <a:srgbClr val="160A22">
                  <a:alpha val="18000"/>
                </a:srgbClr>
              </a:gs>
              <a:gs pos="100000">
                <a:srgbClr val="E72D78">
                  <a:alpha val="10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C66B35C-AB03-4C3D-9849-EFA8387B5E24}"/>
              </a:ext>
            </a:extLst>
          </p:cNvPr>
          <p:cNvSpPr>
            <a:spLocks xmlns:a="http://schemas.openxmlformats.org/drawingml/2006/main" noGrp="1"/>
          </p:cNvSpPr>
          <p:nvPr/>
        </p:nvSpPr>
        <p:spPr>
          <a:xfrm xmlns:a="http://schemas.openxmlformats.org/drawingml/2006/main">
            <a:off x="0" y="0"/>
            <a:ext cx="5334000" cy="6858000"/>
          </a:xfrm>
          <a:prstGeom xmlns:a="http://schemas.openxmlformats.org/drawingml/2006/main" prst="rect">
            <a:avLst/>
          </a:prstGeom>
          <a:solidFill xmlns:a="http://schemas.openxmlformats.org/drawingml/2006/main">
            <a:srgbClr val="160A22"/>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DEA1C96-F602-4B36-A998-56D1D7746DD1}"/>
              </a:ext>
            </a:extLst>
          </p:cNvPr>
          <p:cNvSpPr>
            <a:spLocks xmlns:a="http://schemas.openxmlformats.org/drawingml/2006/main" noGrp="1"/>
          </p:cNvSpPr>
          <p:nvPr/>
        </p:nvSpPr>
        <p:spPr>
          <a:xfrm xmlns:a="http://schemas.openxmlformats.org/drawingml/2006/main">
            <a:off x="762000" y="704850"/>
            <a:ext cx="723900" cy="762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91F60D4-FA95-47A2-8E19-5EDB60A08E9E}"/>
              </a:ext>
            </a:extLst>
          </p:cNvPr>
          <p:cNvSpPr>
            <a:spLocks xmlns:a="http://schemas.openxmlformats.org/drawingml/2006/main" noGrp="1"/>
          </p:cNvSpPr>
          <p:nvPr/>
        </p:nvSpPr>
        <p:spPr>
          <a:xfrm xmlns:a="http://schemas.openxmlformats.org/drawingml/2006/main">
            <a:off x="1562100" y="704850"/>
            <a:ext cx="723900" cy="762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C38039-A7AA-49E4-86D5-05A1F4A390AC}"/>
              </a:ext>
            </a:extLst>
          </p:cNvPr>
          <p:cNvSpPr>
            <a:spLocks xmlns:a="http://schemas.openxmlformats.org/drawingml/2006/main" noGrp="1"/>
          </p:cNvSpPr>
          <p:nvPr/>
        </p:nvSpPr>
        <p:spPr>
          <a:xfrm xmlns:a="http://schemas.openxmlformats.org/drawingml/2006/main">
            <a:off x="2362200" y="704850"/>
            <a:ext cx="723900" cy="762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3226B291-1FFF-43B7-A46A-2CB1DA633E80}"/>
              </a:ext>
            </a:extLst>
          </p:cNvPr>
          <p:cNvSpPr>
            <a:spLocks xmlns:a="http://schemas.openxmlformats.org/drawingml/2006/main" noGrp="1"/>
          </p:cNvSpPr>
          <p:nvPr/>
        </p:nvSpPr>
        <p:spPr>
          <a:xfrm xmlns:a="http://schemas.openxmlformats.org/drawingml/2006/main">
            <a:off x="762000" y="1009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E72D78"/>
                </a:solidFill>
                <a:latin typeface="Avenir Next"/>
                <a:ea typeface="Avenir Next"/>
                <a:cs typeface="Avenir Next"/>
              </a:defRPr>
            </a:pPr>
            <a:r>
              <a:rPr sz="975" b="1" i="0">
                <a:solidFill>
                  <a:srgbClr val="E72D78"/>
                </a:solidFill>
                <a:latin typeface="Avenir Next"/>
                <a:ea typeface="Avenir Next"/>
                <a:cs typeface="Avenir Next"/>
              </a:rPr>
              <a:t>FINADOS 2026 · MUSHUC RUNA</a:t>
            </a:r>
          </a:p>
        </p:txBody>
      </p:sp>
      <p:sp>
        <p:nvSpPr>
          <p:cNvPr id="8" name="">
            <a:extLst xmlns:a="http://schemas.openxmlformats.org/drawingml/2006/main">
              <a:ext uri="{FF2B5EF4-FFF2-40B4-BE49-F238E27FC236}">
                <a16:creationId xmlns:a16="http://schemas.microsoft.com/office/drawing/2014/main" id="{34F0179B-07B9-467D-A962-8970491BE72E}"/>
              </a:ext>
            </a:extLst>
          </p:cNvPr>
          <p:cNvSpPr>
            <a:spLocks xmlns:a="http://schemas.openxmlformats.org/drawingml/2006/main" noGrp="1"/>
          </p:cNvSpPr>
          <p:nvPr/>
        </p:nvSpPr>
        <p:spPr>
          <a:xfrm xmlns:a="http://schemas.openxmlformats.org/drawingml/2006/main">
            <a:off x="742950" y="158115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925"/>
          </a:bodyPr>
          <a:lstStyle xmlns:a="http://schemas.openxmlformats.org/drawingml/2006/main"/>
          <a:p xmlns:a="http://schemas.openxmlformats.org/drawingml/2006/main">
            <a:pPr algn="l">
              <a:lnSpc>
                <a:spcPct val="105000"/>
              </a:lnSpc>
              <a:buNone/>
              <a:defRPr sz="4650" b="1" i="0">
                <a:solidFill>
                  <a:srgbClr val="FFC928"/>
                </a:solidFill>
                <a:latin typeface="DIN Condensed"/>
                <a:ea typeface="DIN Condensed"/>
                <a:cs typeface="DIN Condensed"/>
              </a:defRPr>
            </a:pPr>
            <a:r>
              <a:rPr sz="4650" b="1" i="0">
                <a:solidFill>
                  <a:srgbClr val="FFC928"/>
                </a:solidFill>
                <a:latin typeface="DIN Condensed"/>
                <a:ea typeface="DIN Condensed"/>
                <a:cs typeface="DIN Condensed"/>
              </a:rPr>
              <a:t>ES</a:t>
            </a:r>
          </a:p>
        </p:txBody>
      </p:sp>
      <p:sp>
        <p:nvSpPr>
          <p:cNvPr id="9" name="">
            <a:extLst xmlns:a="http://schemas.openxmlformats.org/drawingml/2006/main">
              <a:ext uri="{FF2B5EF4-FFF2-40B4-BE49-F238E27FC236}">
                <a16:creationId xmlns:a16="http://schemas.microsoft.com/office/drawing/2014/main" id="{CEC75225-7872-4F26-840C-75B515D29EE6}"/>
              </a:ext>
            </a:extLst>
          </p:cNvPr>
          <p:cNvSpPr>
            <a:spLocks xmlns:a="http://schemas.openxmlformats.org/drawingml/2006/main" noGrp="1"/>
          </p:cNvSpPr>
          <p:nvPr/>
        </p:nvSpPr>
        <p:spPr>
          <a:xfrm xmlns:a="http://schemas.openxmlformats.org/drawingml/2006/main">
            <a:off x="723900" y="2095500"/>
            <a:ext cx="4953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6000"/>
              </a:lnSpc>
              <a:buNone/>
              <a:defRPr sz="8400" b="1" i="0">
                <a:solidFill>
                  <a:srgbClr val="FFFFFF"/>
                </a:solidFill>
                <a:latin typeface="DIN Condensed"/>
                <a:ea typeface="DIN Condensed"/>
                <a:cs typeface="DIN Condensed"/>
              </a:defRPr>
            </a:pPr>
            <a:r>
              <a:rPr sz="8400" b="1" i="0">
                <a:solidFill>
                  <a:srgbClr val="FFFFFF"/>
                </a:solidFill>
                <a:latin typeface="DIN Condensed"/>
                <a:ea typeface="DIN Condensed"/>
                <a:cs typeface="DIN Condensed"/>
              </a:rPr>
              <a:t>TRADICIÓN</a:t>
            </a:r>
          </a:p>
        </p:txBody>
      </p:sp>
      <p:sp>
        <p:nvSpPr>
          <p:cNvPr id="10" name="">
            <a:extLst xmlns:a="http://schemas.openxmlformats.org/drawingml/2006/main">
              <a:ext uri="{FF2B5EF4-FFF2-40B4-BE49-F238E27FC236}">
                <a16:creationId xmlns:a16="http://schemas.microsoft.com/office/drawing/2014/main" id="{5C94F3FE-DF9A-4EB8-8481-EE2211337C12}"/>
              </a:ext>
            </a:extLst>
          </p:cNvPr>
          <p:cNvSpPr>
            <a:spLocks xmlns:a="http://schemas.openxmlformats.org/drawingml/2006/main" noGrp="1"/>
          </p:cNvSpPr>
          <p:nvPr/>
        </p:nvSpPr>
        <p:spPr>
          <a:xfrm xmlns:a="http://schemas.openxmlformats.org/drawingml/2006/main">
            <a:off x="762000" y="3619500"/>
            <a:ext cx="4000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i="0">
                <a:solidFill>
                  <a:srgbClr val="FFF7EA"/>
                </a:solidFill>
                <a:latin typeface="Avenir Next"/>
                <a:ea typeface="Avenir Next"/>
                <a:cs typeface="Avenir Next"/>
              </a:defRPr>
            </a:pPr>
            <a:r>
              <a:rPr sz="2325" b="1" i="0">
                <a:solidFill>
                  <a:srgbClr val="FFF7EA"/>
                </a:solidFill>
                <a:latin typeface="Avenir Next"/>
                <a:ea typeface="Avenir Next"/>
                <a:cs typeface="Avenir Next"/>
              </a:rPr>
              <a:t>Cinco días para volver</a:t>
            </a:r>
          </a:p>
          <a:p xmlns:a="http://schemas.openxmlformats.org/drawingml/2006/main">
            <a:pPr algn="l">
              <a:lnSpc>
                <a:spcPct val="105000"/>
              </a:lnSpc>
              <a:buNone/>
              <a:defRPr sz="2325" b="1" i="0">
                <a:solidFill>
                  <a:srgbClr val="FFF7EA"/>
                </a:solidFill>
                <a:latin typeface="Avenir Next"/>
                <a:ea typeface="Avenir Next"/>
                <a:cs typeface="Avenir Next"/>
              </a:defRPr>
            </a:pPr>
            <a:r>
              <a:rPr sz="2325" b="1" i="0">
                <a:solidFill>
                  <a:srgbClr val="FFF7EA"/>
                </a:solidFill>
                <a:latin typeface="Avenir Next"/>
                <a:ea typeface="Avenir Next"/>
                <a:cs typeface="Avenir Next"/>
              </a:rPr>
              <a:t>a encontrarnos.</a:t>
            </a:r>
          </a:p>
        </p:txBody>
      </p:sp>
      <p:sp>
        <p:nvSpPr>
          <p:cNvPr id="11" name="">
            <a:extLst xmlns:a="http://schemas.openxmlformats.org/drawingml/2006/main">
              <a:ext uri="{FF2B5EF4-FFF2-40B4-BE49-F238E27FC236}">
                <a16:creationId xmlns:a16="http://schemas.microsoft.com/office/drawing/2014/main" id="{50926EF7-69A9-4C2B-A30A-64711CE68E8C}"/>
              </a:ext>
            </a:extLst>
          </p:cNvPr>
          <p:cNvSpPr>
            <a:spLocks xmlns:a="http://schemas.openxmlformats.org/drawingml/2006/main" noGrp="1"/>
          </p:cNvSpPr>
          <p:nvPr/>
        </p:nvSpPr>
        <p:spPr>
          <a:xfrm xmlns:a="http://schemas.openxmlformats.org/drawingml/2006/main">
            <a:off x="762000" y="46863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alpha val="80000"/>
                  </a:srgbClr>
                </a:solidFill>
                <a:latin typeface="Avenir Next"/>
                <a:ea typeface="Avenir Next"/>
                <a:cs typeface="Avenir Next"/>
              </a:defRPr>
            </a:pPr>
            <a:r>
              <a:rPr sz="975" b="1" i="0">
                <a:solidFill>
                  <a:srgbClr val="FFFFFF">
                    <a:alpha val="80000"/>
                  </a:srgbClr>
                </a:solidFill>
                <a:latin typeface="Avenir Next"/>
                <a:ea typeface="Avenir Next"/>
                <a:cs typeface="Avenir Next"/>
              </a:rPr>
              <a:t>DIRECCIÓN CREATIVA · ESTRATEGIA · OPERACIÓN SEMANAL</a:t>
            </a:r>
          </a:p>
        </p:txBody>
      </p:sp>
      <p:sp>
        <p:nvSpPr>
          <p:cNvPr id="12" name="">
            <a:extLst xmlns:a="http://schemas.openxmlformats.org/drawingml/2006/main">
              <a:ext uri="{FF2B5EF4-FFF2-40B4-BE49-F238E27FC236}">
                <a16:creationId xmlns:a16="http://schemas.microsoft.com/office/drawing/2014/main" id="{38D5639A-34E3-4921-9D8F-273441427D19}"/>
              </a:ext>
            </a:extLst>
          </p:cNvPr>
          <p:cNvSpPr>
            <a:spLocks xmlns:a="http://schemas.openxmlformats.org/drawingml/2006/main" noGrp="1"/>
          </p:cNvSpPr>
          <p:nvPr/>
        </p:nvSpPr>
        <p:spPr>
          <a:xfrm xmlns:a="http://schemas.openxmlformats.org/drawingml/2006/main">
            <a:off x="762000" y="5200650"/>
            <a:ext cx="3143250" cy="285750"/>
          </a:xfrm>
          <a:prstGeom xmlns:a="http://schemas.openxmlformats.org/drawingml/2006/main" prst="roundRect">
            <a:avLst>
              <a:gd name="adj" fmla="val 50000"/>
            </a:avLst>
          </a:prstGeom>
          <a:solidFill xmlns:a="http://schemas.openxmlformats.org/drawingml/2006/main">
            <a:srgbClr val="00AF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A66C6E6-DCE6-4B66-8366-E69C50E0BE8D}"/>
              </a:ext>
            </a:extLst>
          </p:cNvPr>
          <p:cNvSpPr>
            <a:spLocks xmlns:a="http://schemas.openxmlformats.org/drawingml/2006/main" noGrp="1"/>
          </p:cNvSpPr>
          <p:nvPr/>
        </p:nvSpPr>
        <p:spPr>
          <a:xfrm xmlns:a="http://schemas.openxmlformats.org/drawingml/2006/main">
            <a:off x="857250" y="5248275"/>
            <a:ext cx="2952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HISTORIA · EXPERIENCIA · PARTICIPACIÓN</a:t>
            </a:r>
          </a:p>
        </p:txBody>
      </p:sp>
      <p:sp>
        <p:nvSpPr>
          <p:cNvPr id="14" name="">
            <a:extLst xmlns:a="http://schemas.openxmlformats.org/drawingml/2006/main">
              <a:ext uri="{FF2B5EF4-FFF2-40B4-BE49-F238E27FC236}">
                <a16:creationId xmlns:a16="http://schemas.microsoft.com/office/drawing/2014/main" id="{9F2B7487-EF11-44A6-AAE0-4BD06CD7E224}"/>
              </a:ext>
            </a:extLst>
          </p:cNvPr>
          <p:cNvSpPr>
            <a:spLocks xmlns:a="http://schemas.openxmlformats.org/drawingml/2006/main" noGrp="1"/>
          </p:cNvSpPr>
          <p:nvPr/>
        </p:nvSpPr>
        <p:spPr>
          <a:xfrm xmlns:a="http://schemas.openxmlformats.org/drawingml/2006/main">
            <a:off x="762000" y="6438900"/>
            <a:ext cx="4095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48000"/>
                  </a:srgbClr>
                </a:solidFill>
                <a:latin typeface="Avenir Next"/>
                <a:ea typeface="Avenir Next"/>
                <a:cs typeface="Avenir Next"/>
              </a:defRPr>
            </a:pPr>
            <a:r>
              <a:rPr sz="675" b="1" i="0">
                <a:solidFill>
                  <a:srgbClr val="FFFFFF">
                    <a:alpha val="48000"/>
                  </a:srgbClr>
                </a:solidFill>
                <a:latin typeface="Avenir Next"/>
                <a:ea typeface="Avenir Next"/>
                <a:cs typeface="Avenir Next"/>
              </a:rPr>
              <a:t>DOCUMENTO INTERNO · PROPUESTA EN REVISIÓN</a:t>
            </a:r>
          </a:p>
        </p:txBody>
      </p:sp>
      <p:sp>
        <p:nvSpPr>
          <p:cNvPr id="15" name="">
            <a:extLst xmlns:a="http://schemas.openxmlformats.org/drawingml/2006/main">
              <a:ext uri="{FF2B5EF4-FFF2-40B4-BE49-F238E27FC236}">
                <a16:creationId xmlns:a16="http://schemas.microsoft.com/office/drawing/2014/main" id="{B9DEA0BC-2BCD-4FBB-8B70-56D216CFA699}"/>
              </a:ext>
            </a:extLst>
          </p:cNvPr>
          <p:cNvSpPr>
            <a:spLocks xmlns:a="http://schemas.openxmlformats.org/drawingml/2006/main" noGrp="1"/>
          </p:cNvSpPr>
          <p:nvPr/>
        </p:nvSpPr>
        <p:spPr>
          <a:xfrm xmlns:a="http://schemas.openxmlformats.org/drawingml/2006/main">
            <a:off x="11334750" y="6438900"/>
            <a:ext cx="304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60000"/>
                  </a:srgbClr>
                </a:solidFill>
                <a:latin typeface="Avenir Next"/>
                <a:ea typeface="Avenir Next"/>
                <a:cs typeface="Avenir Next"/>
              </a:defRPr>
            </a:pPr>
            <a:r>
              <a:rPr sz="750" b="1" i="0">
                <a:solidFill>
                  <a:srgbClr val="FFFFFF">
                    <a:alpha val="60000"/>
                  </a:srgbClr>
                </a:solidFill>
                <a:latin typeface="Avenir Next"/>
                <a:ea typeface="Avenir Next"/>
                <a:cs typeface="Avenir Next"/>
              </a:rPr>
              <a:t>01</a:t>
            </a:r>
          </a:p>
        </p:txBody>
      </p:sp>
    </p:spTree>
    <p:extLst>
      <p:ext uri="{BB962C8B-B14F-4D97-AF65-F5344CB8AC3E}">
        <p14:creationId xmlns:p14="http://schemas.microsoft.com/office/powerpoint/2010/main" val="1197025548"/>
      </p:ext>
    </p:extLst>
  </p:cSld>
</p:sld>
</file>

<file path=ppt/slides/slide2.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4c683d519394257"/>
          <a:srcRect xmlns:a="http://schemas.openxmlformats.org/drawingml/2006/main" l="27324" t="0" r="27324" b="0"/>
          <a:stretch xmlns:a="http://schemas.openxmlformats.org/drawingml/2006/main">
            <a:fillRect l="0" t="0" r="0" b="0"/>
          </a:stretch>
        </p:blipFill>
        <p:spPr>
          <a:xfrm xmlns:a="http://schemas.openxmlformats.org/drawingml/2006/main">
            <a:off x="7524750" y="0"/>
            <a:ext cx="4667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7F80A59-F955-4ECB-9493-B6A3B0F91A0B}"/>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47B631-0C68-4AE1-AFF6-183ED0EC39CF}"/>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31F82E-D55B-40B7-BB48-49B827468E0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509599D-1877-4FDB-B237-5C56BF1C8741}"/>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3DDBA8-D325-4DF8-A4D9-B33B306B60B7}"/>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E099959-EC6C-4833-9089-CD33E9B54C6C}"/>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DIRECCIÓN ESTRATÉGICA</a:t>
            </a:r>
          </a:p>
        </p:txBody>
      </p:sp>
      <p:sp>
        <p:nvSpPr>
          <p:cNvPr id="8" name="">
            <a:extLst xmlns:a="http://schemas.openxmlformats.org/drawingml/2006/main">
              <a:ext uri="{FF2B5EF4-FFF2-40B4-BE49-F238E27FC236}">
                <a16:creationId xmlns:a16="http://schemas.microsoft.com/office/drawing/2014/main" id="{B411452B-9312-4533-9ED3-408801A86FC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9" name="">
            <a:extLst xmlns:a="http://schemas.openxmlformats.org/drawingml/2006/main">
              <a:ext uri="{FF2B5EF4-FFF2-40B4-BE49-F238E27FC236}">
                <a16:creationId xmlns:a16="http://schemas.microsoft.com/office/drawing/2014/main" id="{C61939F5-4F4C-42E0-B439-76AC87C74017}"/>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02</a:t>
            </a:r>
          </a:p>
        </p:txBody>
      </p:sp>
      <p:sp>
        <p:nvSpPr>
          <p:cNvPr id="10" name="">
            <a:extLst xmlns:a="http://schemas.openxmlformats.org/drawingml/2006/main">
              <a:ext uri="{FF2B5EF4-FFF2-40B4-BE49-F238E27FC236}">
                <a16:creationId xmlns:a16="http://schemas.microsoft.com/office/drawing/2014/main" id="{816BC17F-725C-4D89-AD70-E399B143302B}"/>
              </a:ext>
            </a:extLst>
          </p:cNvPr>
          <p:cNvSpPr>
            <a:spLocks xmlns:a="http://schemas.openxmlformats.org/drawingml/2006/main" noGrp="1"/>
          </p:cNvSpPr>
          <p:nvPr/>
        </p:nvSpPr>
        <p:spPr>
          <a:xfrm xmlns:a="http://schemas.openxmlformats.org/drawingml/2006/main">
            <a:off x="609600" y="666750"/>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DECISIÓN</a:t>
            </a:r>
          </a:p>
        </p:txBody>
      </p:sp>
      <p:sp>
        <p:nvSpPr>
          <p:cNvPr id="11" name="">
            <a:extLst xmlns:a="http://schemas.openxmlformats.org/drawingml/2006/main">
              <a:ext uri="{FF2B5EF4-FFF2-40B4-BE49-F238E27FC236}">
                <a16:creationId xmlns:a16="http://schemas.microsoft.com/office/drawing/2014/main" id="{FCA1BC59-DF8A-4A13-A2B7-3FCAAA1AB37E}"/>
              </a:ext>
            </a:extLst>
          </p:cNvPr>
          <p:cNvSpPr>
            <a:spLocks xmlns:a="http://schemas.openxmlformats.org/drawingml/2006/main" noGrp="1"/>
          </p:cNvSpPr>
          <p:nvPr/>
        </p:nvSpPr>
        <p:spPr>
          <a:xfrm xmlns:a="http://schemas.openxmlformats.org/drawingml/2006/main">
            <a:off x="609600" y="990600"/>
            <a:ext cx="638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950" b="1" i="0">
                <a:solidFill>
                  <a:srgbClr val="25112C"/>
                </a:solidFill>
                <a:latin typeface="DIN Condensed"/>
                <a:ea typeface="DIN Condensed"/>
                <a:cs typeface="DIN Condensed"/>
              </a:defRPr>
            </a:pPr>
            <a:r>
              <a:rPr sz="4950" b="1" i="0">
                <a:solidFill>
                  <a:srgbClr val="25112C"/>
                </a:solidFill>
                <a:latin typeface="DIN Condensed"/>
                <a:ea typeface="DIN Condensed"/>
                <a:cs typeface="DIN Condensed"/>
              </a:rPr>
              <a:t>No partimos de cero.</a:t>
            </a:r>
          </a:p>
        </p:txBody>
      </p:sp>
      <p:sp>
        <p:nvSpPr>
          <p:cNvPr id="12" name="">
            <a:extLst xmlns:a="http://schemas.openxmlformats.org/drawingml/2006/main">
              <a:ext uri="{FF2B5EF4-FFF2-40B4-BE49-F238E27FC236}">
                <a16:creationId xmlns:a16="http://schemas.microsoft.com/office/drawing/2014/main" id="{536E856B-0769-42FF-B914-AD4DEF39B1E4}"/>
              </a:ext>
            </a:extLst>
          </p:cNvPr>
          <p:cNvSpPr>
            <a:spLocks xmlns:a="http://schemas.openxmlformats.org/drawingml/2006/main" noGrp="1"/>
          </p:cNvSpPr>
          <p:nvPr/>
        </p:nvSpPr>
        <p:spPr>
          <a:xfrm xmlns:a="http://schemas.openxmlformats.org/drawingml/2006/main">
            <a:off x="609600" y="2228850"/>
            <a:ext cx="638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Finados ya vive en la memoria de miles de familias. La estrategia debe convertir esa historia en elección, confianza y regreso.</a:t>
            </a:r>
          </a:p>
        </p:txBody>
      </p:sp>
      <p:sp>
        <p:nvSpPr>
          <p:cNvPr id="13" name="">
            <a:extLst xmlns:a="http://schemas.openxmlformats.org/drawingml/2006/main">
              <a:ext uri="{FF2B5EF4-FFF2-40B4-BE49-F238E27FC236}">
                <a16:creationId xmlns:a16="http://schemas.microsoft.com/office/drawing/2014/main" id="{05747288-773B-4A6F-9C06-C3B85070799C}"/>
              </a:ext>
            </a:extLst>
          </p:cNvPr>
          <p:cNvSpPr>
            <a:spLocks xmlns:a="http://schemas.openxmlformats.org/drawingml/2006/main" noGrp="1"/>
          </p:cNvSpPr>
          <p:nvPr/>
        </p:nvSpPr>
        <p:spPr>
          <a:xfrm xmlns:a="http://schemas.openxmlformats.org/drawingml/2006/main">
            <a:off x="609600" y="3638550"/>
            <a:ext cx="857250" cy="762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50199C1-16D0-4F16-B139-EB58D917F0F1}"/>
              </a:ext>
            </a:extLst>
          </p:cNvPr>
          <p:cNvSpPr>
            <a:spLocks xmlns:a="http://schemas.openxmlformats.org/drawingml/2006/main" noGrp="1"/>
          </p:cNvSpPr>
          <p:nvPr/>
        </p:nvSpPr>
        <p:spPr>
          <a:xfrm xmlns:a="http://schemas.openxmlformats.org/drawingml/2006/main">
            <a:off x="609600" y="3905250"/>
            <a:ext cx="5810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250" b="1" i="0">
                <a:solidFill>
                  <a:srgbClr val="25112C"/>
                </a:solidFill>
                <a:latin typeface="DIN Condensed"/>
                <a:ea typeface="DIN Condensed"/>
                <a:cs typeface="DIN Condensed"/>
              </a:defRPr>
            </a:pPr>
            <a:r>
              <a:rPr sz="2250" b="1" i="0">
                <a:solidFill>
                  <a:srgbClr val="25112C"/>
                </a:solidFill>
                <a:latin typeface="DIN Condensed"/>
                <a:ea typeface="DIN Condensed"/>
                <a:cs typeface="DIN Condensed"/>
              </a:rPr>
              <a:t>LA HISTORIA NOS DIFERENCIA.</a:t>
            </a:r>
          </a:p>
          <a:p xmlns:a="http://schemas.openxmlformats.org/drawingml/2006/main">
            <a:pPr algn="l">
              <a:lnSpc>
                <a:spcPct val="102000"/>
              </a:lnSpc>
              <a:buNone/>
              <a:defRPr sz="2250" b="1" i="0">
                <a:solidFill>
                  <a:srgbClr val="25112C"/>
                </a:solidFill>
                <a:latin typeface="DIN Condensed"/>
                <a:ea typeface="DIN Condensed"/>
                <a:cs typeface="DIN Condensed"/>
              </a:defRPr>
            </a:pPr>
            <a:r>
              <a:rPr sz="2250" b="1" i="0">
                <a:solidFill>
                  <a:srgbClr val="25112C"/>
                </a:solidFill>
                <a:latin typeface="DIN Condensed"/>
                <a:ea typeface="DIN Condensed"/>
                <a:cs typeface="DIN Condensed"/>
              </a:rPr>
              <a:t>LA EXPERIENCIA CONVIERTE.</a:t>
            </a:r>
          </a:p>
          <a:p xmlns:a="http://schemas.openxmlformats.org/drawingml/2006/main">
            <a:pPr algn="l">
              <a:lnSpc>
                <a:spcPct val="102000"/>
              </a:lnSpc>
              <a:buNone/>
              <a:defRPr sz="2250" b="1" i="0">
                <a:solidFill>
                  <a:srgbClr val="25112C"/>
                </a:solidFill>
                <a:latin typeface="DIN Condensed"/>
                <a:ea typeface="DIN Condensed"/>
                <a:cs typeface="DIN Condensed"/>
              </a:defRPr>
            </a:pPr>
            <a:r>
              <a:rPr sz="2250" b="1" i="0">
                <a:solidFill>
                  <a:srgbClr val="25112C"/>
                </a:solidFill>
                <a:latin typeface="DIN Condensed"/>
                <a:ea typeface="DIN Condensed"/>
                <a:cs typeface="DIN Condensed"/>
              </a:rPr>
              <a:t>LA VERDAD OPERATIVA HACE VOLVER.</a:t>
            </a:r>
          </a:p>
        </p:txBody>
      </p:sp>
      <p:sp>
        <p:nvSpPr>
          <p:cNvPr id="15" name="">
            <a:extLst xmlns:a="http://schemas.openxmlformats.org/drawingml/2006/main">
              <a:ext uri="{FF2B5EF4-FFF2-40B4-BE49-F238E27FC236}">
                <a16:creationId xmlns:a16="http://schemas.microsoft.com/office/drawing/2014/main" id="{1E288515-173F-4BC8-9C48-5C4B50E9CBBD}"/>
              </a:ext>
            </a:extLst>
          </p:cNvPr>
          <p:cNvSpPr>
            <a:spLocks xmlns:a="http://schemas.openxmlformats.org/drawingml/2006/main" noGrp="1"/>
          </p:cNvSpPr>
          <p:nvPr/>
        </p:nvSpPr>
        <p:spPr>
          <a:xfrm xmlns:a="http://schemas.openxmlformats.org/drawingml/2006/main">
            <a:off x="609600" y="5695950"/>
            <a:ext cx="1619250" cy="285750"/>
          </a:xfrm>
          <a:prstGeom xmlns:a="http://schemas.openxmlformats.org/drawingml/2006/main" prst="roundRect">
            <a:avLst>
              <a:gd name="adj" fmla="val 50000"/>
            </a:avLst>
          </a:prstGeom>
          <a:solidFill xmlns:a="http://schemas.openxmlformats.org/drawingml/2006/main">
            <a:srgbClr val="E72D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BF32662-F88F-458B-A4E7-38A58E79C5B3}"/>
              </a:ext>
            </a:extLst>
          </p:cNvPr>
          <p:cNvSpPr>
            <a:spLocks xmlns:a="http://schemas.openxmlformats.org/drawingml/2006/main" noGrp="1"/>
          </p:cNvSpPr>
          <p:nvPr/>
        </p:nvSpPr>
        <p:spPr>
          <a:xfrm xmlns:a="http://schemas.openxmlformats.org/drawingml/2006/main">
            <a:off x="704850" y="574357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ES TRADICIÓN</a:t>
            </a:r>
          </a:p>
        </p:txBody>
      </p:sp>
    </p:spTree>
    <p:extLst>
      <p:ext uri="{BB962C8B-B14F-4D97-AF65-F5344CB8AC3E}">
        <p14:creationId xmlns:p14="http://schemas.microsoft.com/office/powerpoint/2010/main" val="1269447360"/>
      </p:ext>
    </p:extLst>
  </p:cSld>
</p:sld>
</file>

<file path=ppt/slides/slide3.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80C344D-320B-453B-968E-EA726B8D1888}"/>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BB3DFF-D9BC-49C3-BAFA-B290B2531234}"/>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C8FA22-1722-4EDA-AC3A-F76626C1E020}"/>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5FA82D-D4DB-4E33-8D55-5A6B121F7729}"/>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A1316F7-FC7C-43A5-BFEC-0756EFB44FBD}"/>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43EDF9A-6184-4807-AB58-2189B060C68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HISTORIA Y ESCALA</a:t>
            </a:r>
          </a:p>
        </p:txBody>
      </p:sp>
      <p:sp>
        <p:nvSpPr>
          <p:cNvPr id="7" name="">
            <a:extLst xmlns:a="http://schemas.openxmlformats.org/drawingml/2006/main">
              <a:ext uri="{FF2B5EF4-FFF2-40B4-BE49-F238E27FC236}">
                <a16:creationId xmlns:a16="http://schemas.microsoft.com/office/drawing/2014/main" id="{FE1F96FC-CC5F-46D4-95DD-C1CE7FC4710F}"/>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528DFB75-9C63-4DC2-A1BA-B106025C9236}"/>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03</a:t>
            </a:r>
          </a:p>
        </p:txBody>
      </p:sp>
      <p:sp>
        <p:nvSpPr>
          <p:cNvPr id="9" name="">
            <a:extLst xmlns:a="http://schemas.openxmlformats.org/drawingml/2006/main">
              <a:ext uri="{FF2B5EF4-FFF2-40B4-BE49-F238E27FC236}">
                <a16:creationId xmlns:a16="http://schemas.microsoft.com/office/drawing/2014/main" id="{F831C874-C5B7-40BC-9DFA-753D8D1AA468}"/>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EVIDENCIA</a:t>
            </a:r>
          </a:p>
        </p:txBody>
      </p:sp>
      <p:sp>
        <p:nvSpPr>
          <p:cNvPr id="10" name="">
            <a:extLst xmlns:a="http://schemas.openxmlformats.org/drawingml/2006/main">
              <a:ext uri="{FF2B5EF4-FFF2-40B4-BE49-F238E27FC236}">
                <a16:creationId xmlns:a16="http://schemas.microsoft.com/office/drawing/2014/main" id="{7D50C8E5-4252-4F74-ABBE-51924759114E}"/>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350" b="1" i="0">
                <a:solidFill>
                  <a:srgbClr val="25112C"/>
                </a:solidFill>
                <a:latin typeface="DIN Condensed"/>
                <a:ea typeface="DIN Condensed"/>
                <a:cs typeface="DIN Condensed"/>
              </a:defRPr>
            </a:pPr>
            <a:r>
              <a:rPr sz="4350" b="1" i="0">
                <a:solidFill>
                  <a:srgbClr val="25112C"/>
                </a:solidFill>
                <a:latin typeface="DIN Condensed"/>
                <a:ea typeface="DIN Condensed"/>
                <a:cs typeface="DIN Condensed"/>
              </a:rPr>
              <a:t>Una feria con historia y escala.</a:t>
            </a:r>
          </a:p>
        </p:txBody>
      </p:sp>
      <p:sp>
        <p:nvSpPr>
          <p:cNvPr id="11" name="">
            <a:extLst xmlns:a="http://schemas.openxmlformats.org/drawingml/2006/main">
              <a:ext uri="{FF2B5EF4-FFF2-40B4-BE49-F238E27FC236}">
                <a16:creationId xmlns:a16="http://schemas.microsoft.com/office/drawing/2014/main" id="{6CEEF3B0-39FE-4034-96EE-E77C81875A84}"/>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Los antecedentes sostienen el relato. La operación 2026 debe volver a comprobarlos antes de comunicarlos como vigentes.</a:t>
            </a:r>
          </a:p>
        </p:txBody>
      </p:sp>
      <p:sp>
        <p:nvSpPr>
          <p:cNvPr id="12" name="">
            <a:extLst xmlns:a="http://schemas.openxmlformats.org/drawingml/2006/main">
              <a:ext uri="{FF2B5EF4-FFF2-40B4-BE49-F238E27FC236}">
                <a16:creationId xmlns:a16="http://schemas.microsoft.com/office/drawing/2014/main" id="{42521560-D541-44A3-8218-F25F782FA6DC}"/>
              </a:ext>
            </a:extLst>
          </p:cNvPr>
          <p:cNvSpPr>
            <a:spLocks xmlns:a="http://schemas.openxmlformats.org/drawingml/2006/main" noGrp="1"/>
          </p:cNvSpPr>
          <p:nvPr/>
        </p:nvSpPr>
        <p:spPr>
          <a:xfrm xmlns:a="http://schemas.openxmlformats.org/drawingml/2006/main">
            <a:off x="609600" y="2781300"/>
            <a:ext cx="2438400" cy="20955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0F505E5-0AC5-41C0-A7F9-D8E06D312DCB}"/>
              </a:ext>
            </a:extLst>
          </p:cNvPr>
          <p:cNvSpPr>
            <a:spLocks xmlns:a="http://schemas.openxmlformats.org/drawingml/2006/main" noGrp="1"/>
          </p:cNvSpPr>
          <p:nvPr/>
        </p:nvSpPr>
        <p:spPr>
          <a:xfrm xmlns:a="http://schemas.openxmlformats.org/drawingml/2006/main">
            <a:off x="781050" y="3105150"/>
            <a:ext cx="209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25 MIL</a:t>
            </a:r>
          </a:p>
        </p:txBody>
      </p:sp>
      <p:sp>
        <p:nvSpPr>
          <p:cNvPr id="14" name="">
            <a:extLst xmlns:a="http://schemas.openxmlformats.org/drawingml/2006/main">
              <a:ext uri="{FF2B5EF4-FFF2-40B4-BE49-F238E27FC236}">
                <a16:creationId xmlns:a16="http://schemas.microsoft.com/office/drawing/2014/main" id="{80C240B3-E3E9-4CCB-B65C-3CD0ACF8B738}"/>
              </a:ext>
            </a:extLst>
          </p:cNvPr>
          <p:cNvSpPr>
            <a:spLocks xmlns:a="http://schemas.openxmlformats.org/drawingml/2006/main" noGrp="1"/>
          </p:cNvSpPr>
          <p:nvPr/>
        </p:nvSpPr>
        <p:spPr>
          <a:xfrm xmlns:a="http://schemas.openxmlformats.org/drawingml/2006/main">
            <a:off x="800100" y="40957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VASOS CUMPLIDOS EN 2025</a:t>
            </a:r>
          </a:p>
        </p:txBody>
      </p:sp>
      <p:sp>
        <p:nvSpPr>
          <p:cNvPr id="15" name="">
            <a:extLst xmlns:a="http://schemas.openxmlformats.org/drawingml/2006/main">
              <a:ext uri="{FF2B5EF4-FFF2-40B4-BE49-F238E27FC236}">
                <a16:creationId xmlns:a16="http://schemas.microsoft.com/office/drawing/2014/main" id="{D70F3095-DDDF-4B9B-8ACC-C06928A80AFB}"/>
              </a:ext>
            </a:extLst>
          </p:cNvPr>
          <p:cNvSpPr>
            <a:spLocks xmlns:a="http://schemas.openxmlformats.org/drawingml/2006/main" noGrp="1"/>
          </p:cNvSpPr>
          <p:nvPr/>
        </p:nvSpPr>
        <p:spPr>
          <a:xfrm xmlns:a="http://schemas.openxmlformats.org/drawingml/2006/main">
            <a:off x="3390900" y="2781300"/>
            <a:ext cx="2438400" cy="20955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49A2636-9ABD-490C-8DDA-6916628D101C}"/>
              </a:ext>
            </a:extLst>
          </p:cNvPr>
          <p:cNvSpPr>
            <a:spLocks xmlns:a="http://schemas.openxmlformats.org/drawingml/2006/main" noGrp="1"/>
          </p:cNvSpPr>
          <p:nvPr/>
        </p:nvSpPr>
        <p:spPr>
          <a:xfrm xmlns:a="http://schemas.openxmlformats.org/drawingml/2006/main">
            <a:off x="3562350" y="3105150"/>
            <a:ext cx="209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&gt;10 MIL</a:t>
            </a:r>
          </a:p>
        </p:txBody>
      </p:sp>
      <p:sp>
        <p:nvSpPr>
          <p:cNvPr id="17" name="">
            <a:extLst xmlns:a="http://schemas.openxmlformats.org/drawingml/2006/main">
              <a:ext uri="{FF2B5EF4-FFF2-40B4-BE49-F238E27FC236}">
                <a16:creationId xmlns:a16="http://schemas.microsoft.com/office/drawing/2014/main" id="{D3379733-68D4-4D9E-9424-85D8F61B3EC3}"/>
              </a:ext>
            </a:extLst>
          </p:cNvPr>
          <p:cNvSpPr>
            <a:spLocks xmlns:a="http://schemas.openxmlformats.org/drawingml/2006/main" noGrp="1"/>
          </p:cNvSpPr>
          <p:nvPr/>
        </p:nvSpPr>
        <p:spPr>
          <a:xfrm xmlns:a="http://schemas.openxmlformats.org/drawingml/2006/main">
            <a:off x="3581400" y="40957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ESPACIOS DE ESTACIONAMIENTO COMUNICADOS EN 2025</a:t>
            </a:r>
          </a:p>
        </p:txBody>
      </p:sp>
      <p:sp>
        <p:nvSpPr>
          <p:cNvPr id="18" name="">
            <a:extLst xmlns:a="http://schemas.openxmlformats.org/drawingml/2006/main">
              <a:ext uri="{FF2B5EF4-FFF2-40B4-BE49-F238E27FC236}">
                <a16:creationId xmlns:a16="http://schemas.microsoft.com/office/drawing/2014/main" id="{D5129D13-6EFA-4EDD-BE5E-F335C2D2B1CE}"/>
              </a:ext>
            </a:extLst>
          </p:cNvPr>
          <p:cNvSpPr>
            <a:spLocks xmlns:a="http://schemas.openxmlformats.org/drawingml/2006/main" noGrp="1"/>
          </p:cNvSpPr>
          <p:nvPr/>
        </p:nvSpPr>
        <p:spPr>
          <a:xfrm xmlns:a="http://schemas.openxmlformats.org/drawingml/2006/main">
            <a:off x="6172200" y="2781300"/>
            <a:ext cx="2438400" cy="20955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31B175E-9342-4EAA-A756-0FAEF449ADB0}"/>
              </a:ext>
            </a:extLst>
          </p:cNvPr>
          <p:cNvSpPr>
            <a:spLocks xmlns:a="http://schemas.openxmlformats.org/drawingml/2006/main" noGrp="1"/>
          </p:cNvSpPr>
          <p:nvPr/>
        </p:nvSpPr>
        <p:spPr>
          <a:xfrm xmlns:a="http://schemas.openxmlformats.org/drawingml/2006/main">
            <a:off x="6343650" y="3105150"/>
            <a:ext cx="209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6 CIFRAS</a:t>
            </a:r>
          </a:p>
        </p:txBody>
      </p:sp>
      <p:sp>
        <p:nvSpPr>
          <p:cNvPr id="20" name="">
            <a:extLst xmlns:a="http://schemas.openxmlformats.org/drawingml/2006/main">
              <a:ext uri="{FF2B5EF4-FFF2-40B4-BE49-F238E27FC236}">
                <a16:creationId xmlns:a16="http://schemas.microsoft.com/office/drawing/2014/main" id="{489630DB-A95D-44B2-BB62-ECB8C0FD7F63}"/>
              </a:ext>
            </a:extLst>
          </p:cNvPr>
          <p:cNvSpPr>
            <a:spLocks xmlns:a="http://schemas.openxmlformats.org/drawingml/2006/main" noGrp="1"/>
          </p:cNvSpPr>
          <p:nvPr/>
        </p:nvSpPr>
        <p:spPr>
          <a:xfrm xmlns:a="http://schemas.openxmlformats.org/drawingml/2006/main">
            <a:off x="6362700" y="40957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ASISTENCIAS HISTÓRICAS REPORTADAS</a:t>
            </a:r>
          </a:p>
        </p:txBody>
      </p:sp>
      <p:sp>
        <p:nvSpPr>
          <p:cNvPr id="21" name="">
            <a:extLst xmlns:a="http://schemas.openxmlformats.org/drawingml/2006/main">
              <a:ext uri="{FF2B5EF4-FFF2-40B4-BE49-F238E27FC236}">
                <a16:creationId xmlns:a16="http://schemas.microsoft.com/office/drawing/2014/main" id="{16D71254-B7D6-4044-8F1D-721DC11F36D2}"/>
              </a:ext>
            </a:extLst>
          </p:cNvPr>
          <p:cNvSpPr>
            <a:spLocks xmlns:a="http://schemas.openxmlformats.org/drawingml/2006/main" noGrp="1"/>
          </p:cNvSpPr>
          <p:nvPr/>
        </p:nvSpPr>
        <p:spPr>
          <a:xfrm xmlns:a="http://schemas.openxmlformats.org/drawingml/2006/main">
            <a:off x="8953500" y="2781300"/>
            <a:ext cx="2438400" cy="20955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C2E3FBD-AE2E-4CED-AB07-A33CD03D95FA}"/>
              </a:ext>
            </a:extLst>
          </p:cNvPr>
          <p:cNvSpPr>
            <a:spLocks xmlns:a="http://schemas.openxmlformats.org/drawingml/2006/main" noGrp="1"/>
          </p:cNvSpPr>
          <p:nvPr/>
        </p:nvSpPr>
        <p:spPr>
          <a:xfrm xmlns:a="http://schemas.openxmlformats.org/drawingml/2006/main">
            <a:off x="9124950" y="3105150"/>
            <a:ext cx="20955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5 DÍAS</a:t>
            </a:r>
          </a:p>
        </p:txBody>
      </p:sp>
      <p:sp>
        <p:nvSpPr>
          <p:cNvPr id="23" name="">
            <a:extLst xmlns:a="http://schemas.openxmlformats.org/drawingml/2006/main">
              <a:ext uri="{FF2B5EF4-FFF2-40B4-BE49-F238E27FC236}">
                <a16:creationId xmlns:a16="http://schemas.microsoft.com/office/drawing/2014/main" id="{6D133A48-0256-43C8-9EE9-7E27F6BEE937}"/>
              </a:ext>
            </a:extLst>
          </p:cNvPr>
          <p:cNvSpPr>
            <a:spLocks xmlns:a="http://schemas.openxmlformats.org/drawingml/2006/main" noGrp="1"/>
          </p:cNvSpPr>
          <p:nvPr/>
        </p:nvSpPr>
        <p:spPr>
          <a:xfrm xmlns:a="http://schemas.openxmlformats.org/drawingml/2006/main">
            <a:off x="9144000" y="4095750"/>
            <a:ext cx="2057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UNA EXPERIENCIA DISTINTA POR JORNADA</a:t>
            </a:r>
          </a:p>
        </p:txBody>
      </p:sp>
      <p:sp>
        <p:nvSpPr>
          <p:cNvPr id="24" name="">
            <a:extLst xmlns:a="http://schemas.openxmlformats.org/drawingml/2006/main">
              <a:ext uri="{FF2B5EF4-FFF2-40B4-BE49-F238E27FC236}">
                <a16:creationId xmlns:a16="http://schemas.microsoft.com/office/drawing/2014/main" id="{0D033AF4-3A35-4134-85B7-9438C6CD0AEA}"/>
              </a:ext>
            </a:extLst>
          </p:cNvPr>
          <p:cNvSpPr>
            <a:spLocks xmlns:a="http://schemas.openxmlformats.org/drawingml/2006/main" noGrp="1"/>
          </p:cNvSpPr>
          <p:nvPr/>
        </p:nvSpPr>
        <p:spPr>
          <a:xfrm xmlns:a="http://schemas.openxmlformats.org/drawingml/2006/main">
            <a:off x="609600" y="5391150"/>
            <a:ext cx="10744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HISTÓRICO COMPROBADO ≠ PROMESA AUTOMÁTICA 2026</a:t>
            </a:r>
          </a:p>
        </p:txBody>
      </p:sp>
      <p:sp>
        <p:nvSpPr>
          <p:cNvPr id="25" name="">
            <a:extLst xmlns:a="http://schemas.openxmlformats.org/drawingml/2006/main">
              <a:ext uri="{FF2B5EF4-FFF2-40B4-BE49-F238E27FC236}">
                <a16:creationId xmlns:a16="http://schemas.microsoft.com/office/drawing/2014/main" id="{6AE4E960-56F2-40D5-A7B0-33071A511C1D}"/>
              </a:ext>
            </a:extLst>
          </p:cNvPr>
          <p:cNvSpPr>
            <a:spLocks xmlns:a="http://schemas.openxmlformats.org/drawingml/2006/main" noGrp="1"/>
          </p:cNvSpPr>
          <p:nvPr/>
        </p:nvSpPr>
        <p:spPr>
          <a:xfrm xmlns:a="http://schemas.openxmlformats.org/drawingml/2006/main">
            <a:off x="609600" y="5772150"/>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Cada cifra pública requiere dueño, corte, fuente y fecha de actualización.</a:t>
            </a:r>
          </a:p>
        </p:txBody>
      </p:sp>
    </p:spTree>
    <p:extLst>
      <p:ext uri="{BB962C8B-B14F-4D97-AF65-F5344CB8AC3E}">
        <p14:creationId xmlns:p14="http://schemas.microsoft.com/office/powerpoint/2010/main" val="1754112754"/>
      </p:ext>
    </p:extLst>
  </p:cSld>
</p:sld>
</file>

<file path=ppt/slides/slide4.xml><?xml version="1.0" encoding="utf-8"?>
<p:sld xmlns:p="http://schemas.openxmlformats.org/presentationml/2006/main">
  <p:cSld>
    <p:bg>
      <p:bgPr>
        <a:solidFill xmlns:a="http://schemas.openxmlformats.org/drawingml/2006/main">
          <a:srgbClr val="00AFA0"/>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e940e5eb0eaf4eab"/>
          <a:srcRect xmlns:a="http://schemas.openxmlformats.org/drawingml/2006/main" l="33594" t="0" r="33594" b="0"/>
          <a:stretch xmlns:a="http://schemas.openxmlformats.org/drawingml/2006/main">
            <a:fillRect l="0" t="0" r="0" b="0"/>
          </a:stretch>
        </p:blipFill>
        <p:spPr>
          <a:xfrm xmlns:a="http://schemas.openxmlformats.org/drawingml/2006/main">
            <a:off x="8191500" y="0"/>
            <a:ext cx="4000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4F108C6-B086-4D01-90F9-D7E6C819EF23}"/>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2AA1F0-8F7B-419D-8829-3CFDC18C7053}"/>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462F0BB-0F0F-4510-8BBB-FC7A08905B3F}"/>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5001F5D-9A33-4BF9-A163-884C2E1FA6C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84B720-6314-48FF-9768-62B03EA8E1D6}"/>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A2B4CDC-57D6-4A61-B96E-91C4558F24FC}"/>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VOZ PÚBLICA</a:t>
            </a:r>
          </a:p>
        </p:txBody>
      </p:sp>
      <p:sp>
        <p:nvSpPr>
          <p:cNvPr id="8" name="">
            <a:extLst xmlns:a="http://schemas.openxmlformats.org/drawingml/2006/main">
              <a:ext uri="{FF2B5EF4-FFF2-40B4-BE49-F238E27FC236}">
                <a16:creationId xmlns:a16="http://schemas.microsoft.com/office/drawing/2014/main" id="{CA73C6B4-4444-4E9D-B8C8-4E8DC375CFD6}"/>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9" name="">
            <a:extLst xmlns:a="http://schemas.openxmlformats.org/drawingml/2006/main">
              <a:ext uri="{FF2B5EF4-FFF2-40B4-BE49-F238E27FC236}">
                <a16:creationId xmlns:a16="http://schemas.microsoft.com/office/drawing/2014/main" id="{698272FC-25FD-4C00-A40C-A0394094B78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04</a:t>
            </a:r>
          </a:p>
        </p:txBody>
      </p:sp>
      <p:sp>
        <p:nvSpPr>
          <p:cNvPr id="10" name="">
            <a:extLst xmlns:a="http://schemas.openxmlformats.org/drawingml/2006/main">
              <a:ext uri="{FF2B5EF4-FFF2-40B4-BE49-F238E27FC236}">
                <a16:creationId xmlns:a16="http://schemas.microsoft.com/office/drawing/2014/main" id="{34C3E246-17C4-49A7-8704-DCBF2B6B1AD2}"/>
              </a:ext>
            </a:extLst>
          </p:cNvPr>
          <p:cNvSpPr>
            <a:spLocks xmlns:a="http://schemas.openxmlformats.org/drawingml/2006/main" noGrp="1"/>
          </p:cNvSpPr>
          <p:nvPr/>
        </p:nvSpPr>
        <p:spPr>
          <a:xfrm xmlns:a="http://schemas.openxmlformats.org/drawingml/2006/main">
            <a:off x="609600" y="666750"/>
            <a:ext cx="628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LO QUE YA RECONOCEN</a:t>
            </a:r>
          </a:p>
        </p:txBody>
      </p:sp>
      <p:sp>
        <p:nvSpPr>
          <p:cNvPr id="11" name="">
            <a:extLst xmlns:a="http://schemas.openxmlformats.org/drawingml/2006/main">
              <a:ext uri="{FF2B5EF4-FFF2-40B4-BE49-F238E27FC236}">
                <a16:creationId xmlns:a16="http://schemas.microsoft.com/office/drawing/2014/main" id="{93DB7CDD-E401-4CE0-8156-B34624119FDF}"/>
              </a:ext>
            </a:extLst>
          </p:cNvPr>
          <p:cNvSpPr>
            <a:spLocks xmlns:a="http://schemas.openxmlformats.org/drawingml/2006/main" noGrp="1"/>
          </p:cNvSpPr>
          <p:nvPr/>
        </p:nvSpPr>
        <p:spPr>
          <a:xfrm xmlns:a="http://schemas.openxmlformats.org/drawingml/2006/main">
            <a:off x="609600" y="990600"/>
            <a:ext cx="62865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Familia, naturaleza y muchas experiencias en un lugar.</a:t>
            </a:r>
          </a:p>
        </p:txBody>
      </p:sp>
      <p:sp>
        <p:nvSpPr>
          <p:cNvPr id="12" name="">
            <a:extLst xmlns:a="http://schemas.openxmlformats.org/drawingml/2006/main">
              <a:ext uri="{FF2B5EF4-FFF2-40B4-BE49-F238E27FC236}">
                <a16:creationId xmlns:a16="http://schemas.microsoft.com/office/drawing/2014/main" id="{71F47135-61E3-449A-9549-9ECB64318118}"/>
              </a:ext>
            </a:extLst>
          </p:cNvPr>
          <p:cNvSpPr>
            <a:spLocks xmlns:a="http://schemas.openxmlformats.org/drawingml/2006/main" noGrp="1"/>
          </p:cNvSpPr>
          <p:nvPr/>
        </p:nvSpPr>
        <p:spPr>
          <a:xfrm xmlns:a="http://schemas.openxmlformats.org/drawingml/2006/main">
            <a:off x="609600" y="2247900"/>
            <a:ext cx="6286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oportunidad no es inventar otra feria: es hacer visible lo que las personas ya valoran y demostrar que puede vivirse con orden.</a:t>
            </a:r>
          </a:p>
        </p:txBody>
      </p:sp>
      <p:sp>
        <p:nvSpPr>
          <p:cNvPr id="13" name="">
            <a:extLst xmlns:a="http://schemas.openxmlformats.org/drawingml/2006/main">
              <a:ext uri="{FF2B5EF4-FFF2-40B4-BE49-F238E27FC236}">
                <a16:creationId xmlns:a16="http://schemas.microsoft.com/office/drawing/2014/main" id="{19811B77-860C-402E-B1A7-C66C6A5357B2}"/>
              </a:ext>
            </a:extLst>
          </p:cNvPr>
          <p:cNvSpPr>
            <a:spLocks xmlns:a="http://schemas.openxmlformats.org/drawingml/2006/main" noGrp="1"/>
          </p:cNvSpPr>
          <p:nvPr/>
        </p:nvSpPr>
        <p:spPr>
          <a:xfrm xmlns:a="http://schemas.openxmlformats.org/drawingml/2006/main">
            <a:off x="609600" y="3962400"/>
            <a:ext cx="2781300" cy="7810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44C263F-7B5D-4F54-A21B-AD44547FF4A1}"/>
              </a:ext>
            </a:extLst>
          </p:cNvPr>
          <p:cNvSpPr>
            <a:spLocks xmlns:a="http://schemas.openxmlformats.org/drawingml/2006/main" noGrp="1"/>
          </p:cNvSpPr>
          <p:nvPr/>
        </p:nvSpPr>
        <p:spPr>
          <a:xfrm xmlns:a="http://schemas.openxmlformats.org/drawingml/2006/main">
            <a:off x="742950" y="40957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FAMILIA</a:t>
            </a:r>
          </a:p>
        </p:txBody>
      </p:sp>
      <p:sp>
        <p:nvSpPr>
          <p:cNvPr id="15" name="">
            <a:extLst xmlns:a="http://schemas.openxmlformats.org/drawingml/2006/main">
              <a:ext uri="{FF2B5EF4-FFF2-40B4-BE49-F238E27FC236}">
                <a16:creationId xmlns:a16="http://schemas.microsoft.com/office/drawing/2014/main" id="{857EED14-67AA-4AA7-AA7D-76E434E64279}"/>
              </a:ext>
            </a:extLst>
          </p:cNvPr>
          <p:cNvSpPr>
            <a:spLocks xmlns:a="http://schemas.openxmlformats.org/drawingml/2006/main" noGrp="1"/>
          </p:cNvSpPr>
          <p:nvPr/>
        </p:nvSpPr>
        <p:spPr>
          <a:xfrm xmlns:a="http://schemas.openxmlformats.org/drawingml/2006/main">
            <a:off x="742950" y="440055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recorridos · animales · paisajes</a:t>
            </a:r>
          </a:p>
        </p:txBody>
      </p:sp>
      <p:sp>
        <p:nvSpPr>
          <p:cNvPr id="16" name="">
            <a:extLst xmlns:a="http://schemas.openxmlformats.org/drawingml/2006/main">
              <a:ext uri="{FF2B5EF4-FFF2-40B4-BE49-F238E27FC236}">
                <a16:creationId xmlns:a16="http://schemas.microsoft.com/office/drawing/2014/main" id="{D594CD7F-186B-47C6-B4E4-12107903F5FE}"/>
              </a:ext>
            </a:extLst>
          </p:cNvPr>
          <p:cNvSpPr>
            <a:spLocks xmlns:a="http://schemas.openxmlformats.org/drawingml/2006/main" noGrp="1"/>
          </p:cNvSpPr>
          <p:nvPr/>
        </p:nvSpPr>
        <p:spPr>
          <a:xfrm xmlns:a="http://schemas.openxmlformats.org/drawingml/2006/main">
            <a:off x="3638550" y="3962400"/>
            <a:ext cx="2781300" cy="7810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8E99041-8A68-4410-95EA-24B5297D0EE3}"/>
              </a:ext>
            </a:extLst>
          </p:cNvPr>
          <p:cNvSpPr>
            <a:spLocks xmlns:a="http://schemas.openxmlformats.org/drawingml/2006/main" noGrp="1"/>
          </p:cNvSpPr>
          <p:nvPr/>
        </p:nvSpPr>
        <p:spPr>
          <a:xfrm xmlns:a="http://schemas.openxmlformats.org/drawingml/2006/main">
            <a:off x="3771900" y="40957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VARIEDAD</a:t>
            </a:r>
          </a:p>
        </p:txBody>
      </p:sp>
      <p:sp>
        <p:nvSpPr>
          <p:cNvPr id="18" name="">
            <a:extLst xmlns:a="http://schemas.openxmlformats.org/drawingml/2006/main">
              <a:ext uri="{FF2B5EF4-FFF2-40B4-BE49-F238E27FC236}">
                <a16:creationId xmlns:a16="http://schemas.microsoft.com/office/drawing/2014/main" id="{1C0BD807-86FE-4099-B1CE-8606FA95E2DE}"/>
              </a:ext>
            </a:extLst>
          </p:cNvPr>
          <p:cNvSpPr>
            <a:spLocks xmlns:a="http://schemas.openxmlformats.org/drawingml/2006/main" noGrp="1"/>
          </p:cNvSpPr>
          <p:nvPr/>
        </p:nvSpPr>
        <p:spPr>
          <a:xfrm xmlns:a="http://schemas.openxmlformats.org/drawingml/2006/main">
            <a:off x="3771900" y="440055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feria · deporte · comida · música</a:t>
            </a:r>
          </a:p>
        </p:txBody>
      </p:sp>
      <p:sp>
        <p:nvSpPr>
          <p:cNvPr id="19" name="">
            <a:extLst xmlns:a="http://schemas.openxmlformats.org/drawingml/2006/main">
              <a:ext uri="{FF2B5EF4-FFF2-40B4-BE49-F238E27FC236}">
                <a16:creationId xmlns:a16="http://schemas.microsoft.com/office/drawing/2014/main" id="{515CBCFB-7F32-41E4-ADD3-3677AD226919}"/>
              </a:ext>
            </a:extLst>
          </p:cNvPr>
          <p:cNvSpPr>
            <a:spLocks xmlns:a="http://schemas.openxmlformats.org/drawingml/2006/main" noGrp="1"/>
          </p:cNvSpPr>
          <p:nvPr/>
        </p:nvSpPr>
        <p:spPr>
          <a:xfrm xmlns:a="http://schemas.openxmlformats.org/drawingml/2006/main">
            <a:off x="609600" y="4933950"/>
            <a:ext cx="2781300" cy="7810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2B9CE57-EE09-42B4-8E6A-D547712E5E13}"/>
              </a:ext>
            </a:extLst>
          </p:cNvPr>
          <p:cNvSpPr>
            <a:spLocks xmlns:a="http://schemas.openxmlformats.org/drawingml/2006/main" noGrp="1"/>
          </p:cNvSpPr>
          <p:nvPr/>
        </p:nvSpPr>
        <p:spPr>
          <a:xfrm xmlns:a="http://schemas.openxmlformats.org/drawingml/2006/main">
            <a:off x="742950" y="506730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DESCUBRIMIENTO</a:t>
            </a:r>
          </a:p>
        </p:txBody>
      </p:sp>
      <p:sp>
        <p:nvSpPr>
          <p:cNvPr id="21" name="">
            <a:extLst xmlns:a="http://schemas.openxmlformats.org/drawingml/2006/main">
              <a:ext uri="{FF2B5EF4-FFF2-40B4-BE49-F238E27FC236}">
                <a16:creationId xmlns:a16="http://schemas.microsoft.com/office/drawing/2014/main" id="{A36A93D6-E2F1-4B6C-A142-C634660E4925}"/>
              </a:ext>
            </a:extLst>
          </p:cNvPr>
          <p:cNvSpPr>
            <a:spLocks xmlns:a="http://schemas.openxmlformats.org/drawingml/2006/main" noGrp="1"/>
          </p:cNvSpPr>
          <p:nvPr/>
        </p:nvSpPr>
        <p:spPr>
          <a:xfrm xmlns:a="http://schemas.openxmlformats.org/drawingml/2006/main">
            <a:off x="742950" y="537210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guías · historias · rincones</a:t>
            </a:r>
          </a:p>
        </p:txBody>
      </p:sp>
      <p:sp>
        <p:nvSpPr>
          <p:cNvPr id="22" name="">
            <a:extLst xmlns:a="http://schemas.openxmlformats.org/drawingml/2006/main">
              <a:ext uri="{FF2B5EF4-FFF2-40B4-BE49-F238E27FC236}">
                <a16:creationId xmlns:a16="http://schemas.microsoft.com/office/drawing/2014/main" id="{7DE8B166-A0A3-4D7C-A635-63D20391BCC2}"/>
              </a:ext>
            </a:extLst>
          </p:cNvPr>
          <p:cNvSpPr>
            <a:spLocks xmlns:a="http://schemas.openxmlformats.org/drawingml/2006/main" noGrp="1"/>
          </p:cNvSpPr>
          <p:nvPr/>
        </p:nvSpPr>
        <p:spPr>
          <a:xfrm xmlns:a="http://schemas.openxmlformats.org/drawingml/2006/main">
            <a:off x="3638550" y="4933950"/>
            <a:ext cx="2781300" cy="7810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796357F-2F3D-4356-A3E7-95E6D3A4BEA1}"/>
              </a:ext>
            </a:extLst>
          </p:cNvPr>
          <p:cNvSpPr>
            <a:spLocks xmlns:a="http://schemas.openxmlformats.org/drawingml/2006/main" noGrp="1"/>
          </p:cNvSpPr>
          <p:nvPr/>
        </p:nvSpPr>
        <p:spPr>
          <a:xfrm xmlns:a="http://schemas.openxmlformats.org/drawingml/2006/main">
            <a:off x="3771900" y="506730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DIN Condensed"/>
                <a:ea typeface="DIN Condensed"/>
                <a:cs typeface="DIN Condensed"/>
              </a:defRPr>
            </a:pPr>
            <a:r>
              <a:rPr sz="1275" b="1" i="0">
                <a:solidFill>
                  <a:srgbClr val="FFFFFF"/>
                </a:solidFill>
                <a:latin typeface="DIN Condensed"/>
                <a:ea typeface="DIN Condensed"/>
                <a:cs typeface="DIN Condensed"/>
              </a:rPr>
              <a:t>ENCUENTRO</a:t>
            </a:r>
          </a:p>
        </p:txBody>
      </p:sp>
      <p:sp>
        <p:nvSpPr>
          <p:cNvPr id="24" name="">
            <a:extLst xmlns:a="http://schemas.openxmlformats.org/drawingml/2006/main">
              <a:ext uri="{FF2B5EF4-FFF2-40B4-BE49-F238E27FC236}">
                <a16:creationId xmlns:a16="http://schemas.microsoft.com/office/drawing/2014/main" id="{5D96D9BB-AFBA-47D3-8EDD-247A7E64C068}"/>
              </a:ext>
            </a:extLst>
          </p:cNvPr>
          <p:cNvSpPr>
            <a:spLocks xmlns:a="http://schemas.openxmlformats.org/drawingml/2006/main" noGrp="1"/>
          </p:cNvSpPr>
          <p:nvPr/>
        </p:nvSpPr>
        <p:spPr>
          <a:xfrm xmlns:a="http://schemas.openxmlformats.org/drawingml/2006/main">
            <a:off x="3771900" y="5372100"/>
            <a:ext cx="2514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familias y expositores de distintas provincias</a:t>
            </a:r>
          </a:p>
        </p:txBody>
      </p:sp>
    </p:spTree>
    <p:extLst>
      <p:ext uri="{BB962C8B-B14F-4D97-AF65-F5344CB8AC3E}">
        <p14:creationId xmlns:p14="http://schemas.microsoft.com/office/powerpoint/2010/main" val="1509225928"/>
      </p:ext>
    </p:extLst>
  </p:cSld>
</p:sld>
</file>

<file path=ppt/slides/slide5.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6BB4505-F8B3-4AE6-B985-3B20940E02B3}"/>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2F4275-CE81-4E93-86C9-467B5D1619DE}"/>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4A6184-8036-4C15-B98E-E0E2C6225ED6}"/>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F288E7-DE9E-4ED6-BAD5-7454284176A8}"/>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4326191-4532-461A-81DE-9F0B1BA72982}"/>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93A5041-5211-446A-A080-89883E3A3984}"/>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APRENDIZAJE Y SISTEMA</a:t>
            </a:r>
          </a:p>
        </p:txBody>
      </p:sp>
      <p:sp>
        <p:nvSpPr>
          <p:cNvPr id="7" name="">
            <a:extLst xmlns:a="http://schemas.openxmlformats.org/drawingml/2006/main">
              <a:ext uri="{FF2B5EF4-FFF2-40B4-BE49-F238E27FC236}">
                <a16:creationId xmlns:a16="http://schemas.microsoft.com/office/drawing/2014/main" id="{DC42768D-F593-4429-84F7-44BF8C2FED3A}"/>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46984D15-0CA7-43C7-9B7F-EC976B003055}"/>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05</a:t>
            </a:r>
          </a:p>
        </p:txBody>
      </p:sp>
      <p:sp>
        <p:nvSpPr>
          <p:cNvPr id="9" name="">
            <a:extLst xmlns:a="http://schemas.openxmlformats.org/drawingml/2006/main">
              <a:ext uri="{FF2B5EF4-FFF2-40B4-BE49-F238E27FC236}">
                <a16:creationId xmlns:a16="http://schemas.microsoft.com/office/drawing/2014/main" id="{A11DB70D-7F2E-4C57-9185-30C9DA59A3A0}"/>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CORRECCIÓN</a:t>
            </a:r>
          </a:p>
        </p:txBody>
      </p:sp>
      <p:sp>
        <p:nvSpPr>
          <p:cNvPr id="10" name="">
            <a:extLst xmlns:a="http://schemas.openxmlformats.org/drawingml/2006/main">
              <a:ext uri="{FF2B5EF4-FFF2-40B4-BE49-F238E27FC236}">
                <a16:creationId xmlns:a16="http://schemas.microsoft.com/office/drawing/2014/main" id="{62090C54-65A5-4CFE-AD5E-C4D5BB35C913}"/>
              </a:ext>
            </a:extLst>
          </p:cNvPr>
          <p:cNvSpPr>
            <a:spLocks xmlns:a="http://schemas.openxmlformats.org/drawingml/2006/main" noGrp="1"/>
          </p:cNvSpPr>
          <p:nvPr/>
        </p:nvSpPr>
        <p:spPr>
          <a:xfrm xmlns:a="http://schemas.openxmlformats.org/drawingml/2006/main">
            <a:off x="609600" y="990600"/>
            <a:ext cx="10668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67"/>
          </a:bodyPr>
          <a:lstStyle xmlns:a="http://schemas.openxmlformats.org/drawingml/2006/main"/>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Conservar lo valioso.</a:t>
            </a:r>
          </a:p>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Corregir el sistema.</a:t>
            </a:r>
          </a:p>
        </p:txBody>
      </p:sp>
      <p:sp>
        <p:nvSpPr>
          <p:cNvPr id="11" name="">
            <a:extLst xmlns:a="http://schemas.openxmlformats.org/drawingml/2006/main">
              <a:ext uri="{FF2B5EF4-FFF2-40B4-BE49-F238E27FC236}">
                <a16:creationId xmlns:a16="http://schemas.microsoft.com/office/drawing/2014/main" id="{EBD24BBC-A81A-47A3-BB5B-E616DC4DD821}"/>
              </a:ext>
            </a:extLst>
          </p:cNvPr>
          <p:cNvSpPr>
            <a:spLocks xmlns:a="http://schemas.openxmlformats.org/drawingml/2006/main" noGrp="1"/>
          </p:cNvSpPr>
          <p:nvPr/>
        </p:nvSpPr>
        <p:spPr>
          <a:xfrm xmlns:a="http://schemas.openxmlformats.org/drawingml/2006/main">
            <a:off x="609600" y="21717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feria ya tiene memoria, comunidad y formatos que funcionan. En 2026 cada pieza nace de una verdad, un responsable y una decisión.</a:t>
            </a:r>
          </a:p>
        </p:txBody>
      </p:sp>
      <p:sp>
        <p:nvSpPr>
          <p:cNvPr id="12" name="">
            <a:extLst xmlns:a="http://schemas.openxmlformats.org/drawingml/2006/main">
              <a:ext uri="{FF2B5EF4-FFF2-40B4-BE49-F238E27FC236}">
                <a16:creationId xmlns:a16="http://schemas.microsoft.com/office/drawing/2014/main" id="{81BD1176-5C01-4EF6-A049-E789BBF18C71}"/>
              </a:ext>
            </a:extLst>
          </p:cNvPr>
          <p:cNvSpPr>
            <a:spLocks xmlns:a="http://schemas.openxmlformats.org/drawingml/2006/main" noGrp="1"/>
          </p:cNvSpPr>
          <p:nvPr/>
        </p:nvSpPr>
        <p:spPr>
          <a:xfrm xmlns:a="http://schemas.openxmlformats.org/drawingml/2006/main">
            <a:off x="609600" y="3143250"/>
            <a:ext cx="5143500" cy="2381250"/>
          </a:xfrm>
          <a:prstGeom xmlns:a="http://schemas.openxmlformats.org/drawingml/2006/main" prst="rect">
            <a:avLst/>
          </a:prstGeom>
          <a:solidFill xmlns:a="http://schemas.openxmlformats.org/drawingml/2006/main">
            <a:srgbClr val="FFFFFF">
              <a:alpha val="8000"/>
            </a:srgbClr>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6D83BBC-EEAA-47A0-8FD6-CD66D85BED95}"/>
              </a:ext>
            </a:extLst>
          </p:cNvPr>
          <p:cNvSpPr>
            <a:spLocks xmlns:a="http://schemas.openxmlformats.org/drawingml/2006/main" noGrp="1"/>
          </p:cNvSpPr>
          <p:nvPr/>
        </p:nvSpPr>
        <p:spPr>
          <a:xfrm xmlns:a="http://schemas.openxmlformats.org/drawingml/2006/main">
            <a:off x="609600" y="3143250"/>
            <a:ext cx="609600" cy="571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487CCAB-9143-426E-A2AA-4500CD4552D5}"/>
              </a:ext>
            </a:extLst>
          </p:cNvPr>
          <p:cNvSpPr>
            <a:spLocks xmlns:a="http://schemas.openxmlformats.org/drawingml/2006/main" noGrp="1"/>
          </p:cNvSpPr>
          <p:nvPr/>
        </p:nvSpPr>
        <p:spPr>
          <a:xfrm xmlns:a="http://schemas.openxmlformats.org/drawingml/2006/main">
            <a:off x="781050" y="3333750"/>
            <a:ext cx="4800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CONSERVAR Y ESCALAR</a:t>
            </a:r>
          </a:p>
        </p:txBody>
      </p:sp>
      <p:sp>
        <p:nvSpPr>
          <p:cNvPr id="15" name="">
            <a:extLst xmlns:a="http://schemas.openxmlformats.org/drawingml/2006/main">
              <a:ext uri="{FF2B5EF4-FFF2-40B4-BE49-F238E27FC236}">
                <a16:creationId xmlns:a16="http://schemas.microsoft.com/office/drawing/2014/main" id="{CB74B08E-4B74-470A-940D-DDD55126896C}"/>
              </a:ext>
            </a:extLst>
          </p:cNvPr>
          <p:cNvSpPr>
            <a:spLocks xmlns:a="http://schemas.openxmlformats.org/drawingml/2006/main" noGrp="1"/>
          </p:cNvSpPr>
          <p:nvPr/>
        </p:nvSpPr>
        <p:spPr>
          <a:xfrm xmlns:a="http://schemas.openxmlformats.org/drawingml/2006/main">
            <a:off x="781050" y="3657600"/>
            <a:ext cx="48006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video con emoción y sonido real</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feria, comercio y expositores</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agenda, accesos y parqueaderos útiles</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participación cultural y comunitaria</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música como gancho de un día completo</a:t>
            </a:r>
          </a:p>
        </p:txBody>
      </p:sp>
      <p:sp>
        <p:nvSpPr>
          <p:cNvPr id="16" name="">
            <a:extLst xmlns:a="http://schemas.openxmlformats.org/drawingml/2006/main">
              <a:ext uri="{FF2B5EF4-FFF2-40B4-BE49-F238E27FC236}">
                <a16:creationId xmlns:a16="http://schemas.microsoft.com/office/drawing/2014/main" id="{BE9B2CD5-90D3-4CEF-9283-4A97371E82AE}"/>
              </a:ext>
            </a:extLst>
          </p:cNvPr>
          <p:cNvSpPr>
            <a:spLocks xmlns:a="http://schemas.openxmlformats.org/drawingml/2006/main" noGrp="1"/>
          </p:cNvSpPr>
          <p:nvPr/>
        </p:nvSpPr>
        <p:spPr>
          <a:xfrm xmlns:a="http://schemas.openxmlformats.org/drawingml/2006/main">
            <a:off x="6096000" y="3143250"/>
            <a:ext cx="5486400" cy="2381250"/>
          </a:xfrm>
          <a:prstGeom xmlns:a="http://schemas.openxmlformats.org/drawingml/2006/main" prst="rect">
            <a:avLst/>
          </a:prstGeom>
          <a:solidFill xmlns:a="http://schemas.openxmlformats.org/drawingml/2006/main">
            <a:srgbClr val="FFFFFF">
              <a:alpha val="8000"/>
            </a:srgbClr>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4881BD0-8604-4459-A635-17BF82EEB217}"/>
              </a:ext>
            </a:extLst>
          </p:cNvPr>
          <p:cNvSpPr>
            <a:spLocks xmlns:a="http://schemas.openxmlformats.org/drawingml/2006/main" noGrp="1"/>
          </p:cNvSpPr>
          <p:nvPr/>
        </p:nvSpPr>
        <p:spPr>
          <a:xfrm xmlns:a="http://schemas.openxmlformats.org/drawingml/2006/main">
            <a:off x="6096000" y="3143250"/>
            <a:ext cx="609600" cy="571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911928F-AEB0-4F31-B6B0-E9AEAD159CAD}"/>
              </a:ext>
            </a:extLst>
          </p:cNvPr>
          <p:cNvSpPr>
            <a:spLocks xmlns:a="http://schemas.openxmlformats.org/drawingml/2006/main" noGrp="1"/>
          </p:cNvSpPr>
          <p:nvPr/>
        </p:nvSpPr>
        <p:spPr>
          <a:xfrm xmlns:a="http://schemas.openxmlformats.org/drawingml/2006/main">
            <a:off x="6267450" y="3333750"/>
            <a:ext cx="514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CORREGIR DE RAÍZ</a:t>
            </a:r>
          </a:p>
        </p:txBody>
      </p:sp>
      <p:sp>
        <p:nvSpPr>
          <p:cNvPr id="19" name="">
            <a:extLst xmlns:a="http://schemas.openxmlformats.org/drawingml/2006/main">
              <a:ext uri="{FF2B5EF4-FFF2-40B4-BE49-F238E27FC236}">
                <a16:creationId xmlns:a16="http://schemas.microsoft.com/office/drawing/2014/main" id="{5003A1A2-EA7F-4AFF-BA7F-36B07359EDD3}"/>
              </a:ext>
            </a:extLst>
          </p:cNvPr>
          <p:cNvSpPr>
            <a:spLocks xmlns:a="http://schemas.openxmlformats.org/drawingml/2006/main" noGrp="1"/>
          </p:cNvSpPr>
          <p:nvPr/>
        </p:nvSpPr>
        <p:spPr>
          <a:xfrm xmlns:a="http://schemas.openxmlformats.org/drawingml/2006/main">
            <a:off x="6267450" y="3657600"/>
            <a:ext cx="5143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saturación de contenido</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microtareas sin cierre</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likes como jurado</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urgencia o agotados simulados</a:t>
            </a:r>
          </a:p>
          <a:p xmlns:a="http://schemas.openxmlformats.org/drawingml/2006/main">
            <a:pPr algn="l">
              <a:lnSpc>
                <a:spcPct val="114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premios abiertos sin presupuesto ni reglas</a:t>
            </a:r>
          </a:p>
        </p:txBody>
      </p:sp>
      <p:sp>
        <p:nvSpPr>
          <p:cNvPr id="20" name="">
            <a:extLst xmlns:a="http://schemas.openxmlformats.org/drawingml/2006/main">
              <a:ext uri="{FF2B5EF4-FFF2-40B4-BE49-F238E27FC236}">
                <a16:creationId xmlns:a16="http://schemas.microsoft.com/office/drawing/2014/main" id="{F033E24A-5FA0-4E1C-A8F6-D9FEBE85620B}"/>
              </a:ext>
            </a:extLst>
          </p:cNvPr>
          <p:cNvSpPr>
            <a:spLocks xmlns:a="http://schemas.openxmlformats.org/drawingml/2006/main" noGrp="1"/>
          </p:cNvSpPr>
          <p:nvPr/>
        </p:nvSpPr>
        <p:spPr>
          <a:xfrm xmlns:a="http://schemas.openxmlformats.org/drawingml/2006/main">
            <a:off x="609600" y="577215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FFC928"/>
                </a:solidFill>
                <a:latin typeface="Avenir Next"/>
                <a:ea typeface="Avenir Next"/>
                <a:cs typeface="Avenir Next"/>
              </a:defRPr>
            </a:pPr>
            <a:r>
              <a:rPr sz="1275" b="1" i="0">
                <a:solidFill>
                  <a:srgbClr val="FFC928"/>
                </a:solidFill>
                <a:latin typeface="Avenir Next"/>
                <a:ea typeface="Avenir Next"/>
                <a:cs typeface="Avenir Next"/>
              </a:rPr>
              <a:t>188 tareas históricas → 17 paquetes → 73 entregables → 1 fuente vigente por dato</a:t>
            </a:r>
          </a:p>
        </p:txBody>
      </p:sp>
    </p:spTree>
    <p:extLst>
      <p:ext uri="{BB962C8B-B14F-4D97-AF65-F5344CB8AC3E}">
        <p14:creationId xmlns:p14="http://schemas.microsoft.com/office/powerpoint/2010/main" val="1516066732"/>
      </p:ext>
    </p:extLst>
  </p:cSld>
</p:sld>
</file>

<file path=ppt/slides/slide6.xml><?xml version="1.0" encoding="utf-8"?>
<p:sld xmlns:p="http://schemas.openxmlformats.org/presentationml/2006/main">
  <p:cSld>
    <p:bg>
      <p:bgPr>
        <a:solidFill xmlns:a="http://schemas.openxmlformats.org/drawingml/2006/main">
          <a:srgbClr val="E72D7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B646403-6E47-409E-A91C-75F613A51282}"/>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88EBAD0-1514-4F1B-9ABE-27B2BBDA130F}"/>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921024-65BC-431E-B6F0-2EAC722E6A6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BA4648-8118-444A-B690-114CBADAEC66}"/>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2F51679-927A-4576-9AB2-7B3B17CEE2D8}"/>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4260715-F276-414F-823A-E5799758520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PLATAFORMA CREATIVA</a:t>
            </a:r>
          </a:p>
        </p:txBody>
      </p:sp>
      <p:sp>
        <p:nvSpPr>
          <p:cNvPr id="7" name="">
            <a:extLst xmlns:a="http://schemas.openxmlformats.org/drawingml/2006/main">
              <a:ext uri="{FF2B5EF4-FFF2-40B4-BE49-F238E27FC236}">
                <a16:creationId xmlns:a16="http://schemas.microsoft.com/office/drawing/2014/main" id="{66E234BB-CC6A-4B32-9F39-01D86807BA20}"/>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E4538993-85BA-48C1-9D13-11C80BC23AC6}"/>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06</a:t>
            </a:r>
          </a:p>
        </p:txBody>
      </p:sp>
      <p:sp>
        <p:nvSpPr>
          <p:cNvPr id="9" name="">
            <a:extLst xmlns:a="http://schemas.openxmlformats.org/drawingml/2006/main">
              <a:ext uri="{FF2B5EF4-FFF2-40B4-BE49-F238E27FC236}">
                <a16:creationId xmlns:a16="http://schemas.microsoft.com/office/drawing/2014/main" id="{9BBC78A4-8A12-4050-9A59-F5D720A19E06}"/>
              </a:ext>
            </a:extLst>
          </p:cNvPr>
          <p:cNvSpPr>
            <a:spLocks xmlns:a="http://schemas.openxmlformats.org/drawingml/2006/main" noGrp="1"/>
          </p:cNvSpPr>
          <p:nvPr/>
        </p:nvSpPr>
        <p:spPr>
          <a:xfrm xmlns:a="http://schemas.openxmlformats.org/drawingml/2006/main">
            <a:off x="609600" y="990600"/>
            <a:ext cx="190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102"/>
          </a:bodyPr>
          <a:lstStyle xmlns:a="http://schemas.openxmlformats.org/drawingml/2006/main"/>
          <a:p xmlns:a="http://schemas.openxmlformats.org/drawingml/2006/main">
            <a:pPr algn="l">
              <a:lnSpc>
                <a:spcPct val="105000"/>
              </a:lnSpc>
              <a:buNone/>
              <a:defRPr sz="8700" b="1" i="0">
                <a:solidFill>
                  <a:srgbClr val="FFC928"/>
                </a:solidFill>
                <a:latin typeface="DIN Condensed"/>
                <a:ea typeface="DIN Condensed"/>
                <a:cs typeface="DIN Condensed"/>
              </a:defRPr>
            </a:pPr>
            <a:r>
              <a:rPr sz="8700" b="1" i="0">
                <a:solidFill>
                  <a:srgbClr val="FFC928"/>
                </a:solidFill>
                <a:latin typeface="DIN Condensed"/>
                <a:ea typeface="DIN Condensed"/>
                <a:cs typeface="DIN Condensed"/>
              </a:rPr>
              <a:t>ES</a:t>
            </a:r>
          </a:p>
        </p:txBody>
      </p:sp>
      <p:sp>
        <p:nvSpPr>
          <p:cNvPr id="10" name="">
            <a:extLst xmlns:a="http://schemas.openxmlformats.org/drawingml/2006/main">
              <a:ext uri="{FF2B5EF4-FFF2-40B4-BE49-F238E27FC236}">
                <a16:creationId xmlns:a16="http://schemas.microsoft.com/office/drawing/2014/main" id="{848479B6-201E-4233-9EED-848126C9F68E}"/>
              </a:ext>
            </a:extLst>
          </p:cNvPr>
          <p:cNvSpPr>
            <a:spLocks xmlns:a="http://schemas.openxmlformats.org/drawingml/2006/main" noGrp="1"/>
          </p:cNvSpPr>
          <p:nvPr/>
        </p:nvSpPr>
        <p:spPr>
          <a:xfrm xmlns:a="http://schemas.openxmlformats.org/drawingml/2006/main">
            <a:off x="590550" y="1981200"/>
            <a:ext cx="8382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11850" b="1" i="0">
                <a:solidFill>
                  <a:srgbClr val="FFFFFF"/>
                </a:solidFill>
                <a:latin typeface="DIN Condensed"/>
                <a:ea typeface="DIN Condensed"/>
                <a:cs typeface="DIN Condensed"/>
              </a:defRPr>
            </a:pPr>
            <a:r>
              <a:rPr sz="11850" b="1" i="0">
                <a:solidFill>
                  <a:srgbClr val="FFFFFF"/>
                </a:solidFill>
                <a:latin typeface="DIN Condensed"/>
                <a:ea typeface="DIN Condensed"/>
                <a:cs typeface="DIN Condensed"/>
              </a:rPr>
              <a:t>TRADICIÓN</a:t>
            </a:r>
          </a:p>
        </p:txBody>
      </p:sp>
      <p:sp>
        <p:nvSpPr>
          <p:cNvPr id="11" name="">
            <a:extLst xmlns:a="http://schemas.openxmlformats.org/drawingml/2006/main">
              <a:ext uri="{FF2B5EF4-FFF2-40B4-BE49-F238E27FC236}">
                <a16:creationId xmlns:a16="http://schemas.microsoft.com/office/drawing/2014/main" id="{36BDAF70-745F-4ABD-B47A-0B318E60B86B}"/>
              </a:ext>
            </a:extLst>
          </p:cNvPr>
          <p:cNvSpPr>
            <a:spLocks xmlns:a="http://schemas.openxmlformats.org/drawingml/2006/main" noGrp="1"/>
          </p:cNvSpPr>
          <p:nvPr/>
        </p:nvSpPr>
        <p:spPr>
          <a:xfrm xmlns:a="http://schemas.openxmlformats.org/drawingml/2006/main">
            <a:off x="685800" y="4152900"/>
            <a:ext cx="685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i="0">
                <a:solidFill>
                  <a:srgbClr val="FFFFFF"/>
                </a:solidFill>
                <a:latin typeface="Avenir Next"/>
                <a:ea typeface="Avenir Next"/>
                <a:cs typeface="Avenir Next"/>
              </a:defRPr>
            </a:pPr>
            <a:r>
              <a:rPr sz="2325" b="1" i="0">
                <a:solidFill>
                  <a:srgbClr val="FFFFFF"/>
                </a:solidFill>
                <a:latin typeface="Avenir Next"/>
                <a:ea typeface="Avenir Next"/>
                <a:cs typeface="Avenir Next"/>
              </a:rPr>
              <a:t>No es nostalgia quieta.</a:t>
            </a:r>
          </a:p>
          <a:p xmlns:a="http://schemas.openxmlformats.org/drawingml/2006/main">
            <a:pPr algn="l">
              <a:lnSpc>
                <a:spcPct val="105000"/>
              </a:lnSpc>
              <a:buNone/>
              <a:defRPr sz="2325" b="1" i="0">
                <a:solidFill>
                  <a:srgbClr val="FFFFFF"/>
                </a:solidFill>
                <a:latin typeface="Avenir Next"/>
                <a:ea typeface="Avenir Next"/>
                <a:cs typeface="Avenir Next"/>
              </a:defRPr>
            </a:pPr>
            <a:r>
              <a:rPr sz="2325" b="1" i="0">
                <a:solidFill>
                  <a:srgbClr val="FFFFFF"/>
                </a:solidFill>
                <a:latin typeface="Avenir Next"/>
                <a:ea typeface="Avenir Next"/>
                <a:cs typeface="Avenir Next"/>
              </a:rPr>
              <a:t>Es una tradición viva que vuelve a reunirnos.</a:t>
            </a:r>
          </a:p>
        </p:txBody>
      </p:sp>
      <p:sp>
        <p:nvSpPr>
          <p:cNvPr id="12" name="">
            <a:extLst xmlns:a="http://schemas.openxmlformats.org/drawingml/2006/main">
              <a:ext uri="{FF2B5EF4-FFF2-40B4-BE49-F238E27FC236}">
                <a16:creationId xmlns:a16="http://schemas.microsoft.com/office/drawing/2014/main" id="{FA263312-7CC9-4E09-8EA6-1C9506F5F5B4}"/>
              </a:ext>
            </a:extLst>
          </p:cNvPr>
          <p:cNvSpPr>
            <a:spLocks xmlns:a="http://schemas.openxmlformats.org/drawingml/2006/main" noGrp="1"/>
          </p:cNvSpPr>
          <p:nvPr/>
        </p:nvSpPr>
        <p:spPr>
          <a:xfrm xmlns:a="http://schemas.openxmlformats.org/drawingml/2006/main">
            <a:off x="666750" y="5524500"/>
            <a:ext cx="1790700" cy="285750"/>
          </a:xfrm>
          <a:prstGeom xmlns:a="http://schemas.openxmlformats.org/drawingml/2006/main" prst="roundRect">
            <a:avLst>
              <a:gd name="adj" fmla="val 50000"/>
            </a:avLst>
          </a:prstGeom>
          <a:solidFill xmlns:a="http://schemas.openxmlformats.org/drawingml/2006/main">
            <a:srgbClr val="160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ED0C937-742D-41BA-82CD-6C5CA482554F}"/>
              </a:ext>
            </a:extLst>
          </p:cNvPr>
          <p:cNvSpPr>
            <a:spLocks xmlns:a="http://schemas.openxmlformats.org/drawingml/2006/main" noGrp="1"/>
          </p:cNvSpPr>
          <p:nvPr/>
        </p:nvSpPr>
        <p:spPr>
          <a:xfrm xmlns:a="http://schemas.openxmlformats.org/drawingml/2006/main">
            <a:off x="76200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VOLVER</a:t>
            </a:r>
          </a:p>
        </p:txBody>
      </p:sp>
      <p:sp>
        <p:nvSpPr>
          <p:cNvPr id="14" name="">
            <a:extLst xmlns:a="http://schemas.openxmlformats.org/drawingml/2006/main">
              <a:ext uri="{FF2B5EF4-FFF2-40B4-BE49-F238E27FC236}">
                <a16:creationId xmlns:a16="http://schemas.microsoft.com/office/drawing/2014/main" id="{673B7B73-EACF-4984-BDD5-CDC058430FC4}"/>
              </a:ext>
            </a:extLst>
          </p:cNvPr>
          <p:cNvSpPr>
            <a:spLocks xmlns:a="http://schemas.openxmlformats.org/drawingml/2006/main" noGrp="1"/>
          </p:cNvSpPr>
          <p:nvPr/>
        </p:nvSpPr>
        <p:spPr>
          <a:xfrm xmlns:a="http://schemas.openxmlformats.org/drawingml/2006/main">
            <a:off x="2781300" y="5524500"/>
            <a:ext cx="1790700" cy="285750"/>
          </a:xfrm>
          <a:prstGeom xmlns:a="http://schemas.openxmlformats.org/drawingml/2006/main" prst="roundRect">
            <a:avLst>
              <a:gd name="adj" fmla="val 50000"/>
            </a:avLst>
          </a:prstGeom>
          <a:solidFill xmlns:a="http://schemas.openxmlformats.org/drawingml/2006/main">
            <a:srgbClr val="FF6A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2716D96-33AD-4771-95A2-45AA8F7AE97B}"/>
              </a:ext>
            </a:extLst>
          </p:cNvPr>
          <p:cNvSpPr>
            <a:spLocks xmlns:a="http://schemas.openxmlformats.org/drawingml/2006/main" noGrp="1"/>
          </p:cNvSpPr>
          <p:nvPr/>
        </p:nvSpPr>
        <p:spPr>
          <a:xfrm xmlns:a="http://schemas.openxmlformats.org/drawingml/2006/main">
            <a:off x="287655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DESCUBRIR</a:t>
            </a:r>
          </a:p>
        </p:txBody>
      </p:sp>
      <p:sp>
        <p:nvSpPr>
          <p:cNvPr id="16" name="">
            <a:extLst xmlns:a="http://schemas.openxmlformats.org/drawingml/2006/main">
              <a:ext uri="{FF2B5EF4-FFF2-40B4-BE49-F238E27FC236}">
                <a16:creationId xmlns:a16="http://schemas.microsoft.com/office/drawing/2014/main" id="{2353ADFD-5508-40BB-857C-8DC7653A00B4}"/>
              </a:ext>
            </a:extLst>
          </p:cNvPr>
          <p:cNvSpPr>
            <a:spLocks xmlns:a="http://schemas.openxmlformats.org/drawingml/2006/main" noGrp="1"/>
          </p:cNvSpPr>
          <p:nvPr/>
        </p:nvSpPr>
        <p:spPr>
          <a:xfrm xmlns:a="http://schemas.openxmlformats.org/drawingml/2006/main">
            <a:off x="4895850" y="5524500"/>
            <a:ext cx="1790700" cy="285750"/>
          </a:xfrm>
          <a:prstGeom xmlns:a="http://schemas.openxmlformats.org/drawingml/2006/main" prst="roundRect">
            <a:avLst>
              <a:gd name="adj" fmla="val 50000"/>
            </a:avLst>
          </a:prstGeom>
          <a:solidFill xmlns:a="http://schemas.openxmlformats.org/drawingml/2006/main">
            <a:srgbClr val="315B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D5725F4-8922-484A-853C-FA661F7FBA41}"/>
              </a:ext>
            </a:extLst>
          </p:cNvPr>
          <p:cNvSpPr>
            <a:spLocks xmlns:a="http://schemas.openxmlformats.org/drawingml/2006/main" noGrp="1"/>
          </p:cNvSpPr>
          <p:nvPr/>
        </p:nvSpPr>
        <p:spPr>
          <a:xfrm xmlns:a="http://schemas.openxmlformats.org/drawingml/2006/main">
            <a:off x="499110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CANTAR</a:t>
            </a:r>
          </a:p>
        </p:txBody>
      </p:sp>
      <p:sp>
        <p:nvSpPr>
          <p:cNvPr id="18" name="">
            <a:extLst xmlns:a="http://schemas.openxmlformats.org/drawingml/2006/main">
              <a:ext uri="{FF2B5EF4-FFF2-40B4-BE49-F238E27FC236}">
                <a16:creationId xmlns:a16="http://schemas.microsoft.com/office/drawing/2014/main" id="{12B63BE8-471D-401A-B24F-A3647687EA3B}"/>
              </a:ext>
            </a:extLst>
          </p:cNvPr>
          <p:cNvSpPr>
            <a:spLocks xmlns:a="http://schemas.openxmlformats.org/drawingml/2006/main" noGrp="1"/>
          </p:cNvSpPr>
          <p:nvPr/>
        </p:nvSpPr>
        <p:spPr>
          <a:xfrm xmlns:a="http://schemas.openxmlformats.org/drawingml/2006/main">
            <a:off x="7010400" y="5524500"/>
            <a:ext cx="1790700" cy="285750"/>
          </a:xfrm>
          <a:prstGeom xmlns:a="http://schemas.openxmlformats.org/drawingml/2006/main" prst="roundRect">
            <a:avLst>
              <a:gd name="adj" fmla="val 50000"/>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88D21FF-9AAA-4F67-ACD1-5043B0DE206D}"/>
              </a:ext>
            </a:extLst>
          </p:cNvPr>
          <p:cNvSpPr>
            <a:spLocks xmlns:a="http://schemas.openxmlformats.org/drawingml/2006/main" noGrp="1"/>
          </p:cNvSpPr>
          <p:nvPr/>
        </p:nvSpPr>
        <p:spPr>
          <a:xfrm xmlns:a="http://schemas.openxmlformats.org/drawingml/2006/main">
            <a:off x="710565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COMPARTIR</a:t>
            </a:r>
          </a:p>
        </p:txBody>
      </p:sp>
      <p:sp>
        <p:nvSpPr>
          <p:cNvPr id="20" name="">
            <a:extLst xmlns:a="http://schemas.openxmlformats.org/drawingml/2006/main">
              <a:ext uri="{FF2B5EF4-FFF2-40B4-BE49-F238E27FC236}">
                <a16:creationId xmlns:a16="http://schemas.microsoft.com/office/drawing/2014/main" id="{67B10DC9-B04A-475D-A60D-977F8D425CA9}"/>
              </a:ext>
            </a:extLst>
          </p:cNvPr>
          <p:cNvSpPr>
            <a:spLocks xmlns:a="http://schemas.openxmlformats.org/drawingml/2006/main" noGrp="1"/>
          </p:cNvSpPr>
          <p:nvPr/>
        </p:nvSpPr>
        <p:spPr>
          <a:xfrm xmlns:a="http://schemas.openxmlformats.org/drawingml/2006/main">
            <a:off x="9124950" y="5524500"/>
            <a:ext cx="179070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64FC900-98C6-4646-8B48-8890CBD24C9C}"/>
              </a:ext>
            </a:extLst>
          </p:cNvPr>
          <p:cNvSpPr>
            <a:spLocks xmlns:a="http://schemas.openxmlformats.org/drawingml/2006/main" noGrp="1"/>
          </p:cNvSpPr>
          <p:nvPr/>
        </p:nvSpPr>
        <p:spPr>
          <a:xfrm xmlns:a="http://schemas.openxmlformats.org/drawingml/2006/main">
            <a:off x="9220200" y="5572125"/>
            <a:ext cx="1600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RECORDAR</a:t>
            </a:r>
          </a:p>
        </p:txBody>
      </p:sp>
    </p:spTree>
    <p:extLst>
      <p:ext uri="{BB962C8B-B14F-4D97-AF65-F5344CB8AC3E}">
        <p14:creationId xmlns:p14="http://schemas.microsoft.com/office/powerpoint/2010/main" val="142194293"/>
      </p:ext>
    </p:extLst>
  </p:cSld>
</p:sld>
</file>

<file path=ppt/slides/slide7.xml><?xml version="1.0" encoding="utf-8"?>
<p:sld xmlns:p="http://schemas.openxmlformats.org/presentationml/2006/main">
  <p:cSld>
    <p:bg>
      <p:bgPr>
        <a:solidFill xmlns:a="http://schemas.openxmlformats.org/drawingml/2006/main">
          <a:srgbClr val="315BFF"/>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93a4eaa50424a59"/>
          <a:srcRect xmlns:a="http://schemas.openxmlformats.org/drawingml/2006/main" l="21234" t="0" r="21234" b="0"/>
          <a:stretch xmlns:a="http://schemas.openxmlformats.org/drawingml/2006/main">
            <a:fillRect l="0" t="0" r="0" b="0"/>
          </a:stretch>
        </p:blipFill>
        <p:spPr>
          <a:xfrm xmlns:a="http://schemas.openxmlformats.org/drawingml/2006/main">
            <a:off x="0" y="0"/>
            <a:ext cx="5905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AFEBFB5-16F9-4FD1-B52F-E37DA9E1C5EB}"/>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gradFill xmlns:a="http://schemas.openxmlformats.org/drawingml/2006/main">
            <a:gsLst>
              <a:gs pos="0">
                <a:srgbClr val="160A22">
                  <a:alpha val="70000"/>
                </a:srgbClr>
              </a:gs>
              <a:gs pos="100000">
                <a:srgbClr val="315BFF">
                  <a:alpha val="10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C3825B-D278-4E1B-ACBE-B3422D9B495E}"/>
              </a:ext>
            </a:extLst>
          </p:cNvPr>
          <p:cNvSpPr>
            <a:spLocks xmlns:a="http://schemas.openxmlformats.org/drawingml/2006/main" noGrp="1"/>
          </p:cNvSpPr>
          <p:nvPr/>
        </p:nvSpPr>
        <p:spPr>
          <a:xfrm xmlns:a="http://schemas.openxmlformats.org/drawingml/2006/main">
            <a:off x="5334000" y="0"/>
            <a:ext cx="6858000" cy="68580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CCA7694-1CD7-4CB6-9943-9BD5FE321ED2}"/>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4F631A1-3E1B-49A3-9596-A01C18FE1555}"/>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43332EC-98B6-43EB-B59E-07927ED24FBE}"/>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C716C6F-9FDF-4CA8-836E-D1A45DEECADC}"/>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B190112-FB15-445C-9FE7-BA559A7964CF}"/>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426B5A6-A57C-4B10-9B15-CD7B81D32D1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PROMESA</a:t>
            </a:r>
          </a:p>
        </p:txBody>
      </p:sp>
      <p:sp>
        <p:nvSpPr>
          <p:cNvPr id="10" name="">
            <a:extLst xmlns:a="http://schemas.openxmlformats.org/drawingml/2006/main">
              <a:ext uri="{FF2B5EF4-FFF2-40B4-BE49-F238E27FC236}">
                <a16:creationId xmlns:a16="http://schemas.microsoft.com/office/drawing/2014/main" id="{C1234FB6-0D26-4D42-AB13-74E87983EDE4}"/>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1" name="">
            <a:extLst xmlns:a="http://schemas.openxmlformats.org/drawingml/2006/main">
              <a:ext uri="{FF2B5EF4-FFF2-40B4-BE49-F238E27FC236}">
                <a16:creationId xmlns:a16="http://schemas.microsoft.com/office/drawing/2014/main" id="{8E3140B8-8DD9-4620-8C41-5A091D9A277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07</a:t>
            </a:r>
          </a:p>
        </p:txBody>
      </p:sp>
      <p:sp>
        <p:nvSpPr>
          <p:cNvPr id="12" name="">
            <a:extLst xmlns:a="http://schemas.openxmlformats.org/drawingml/2006/main">
              <a:ext uri="{FF2B5EF4-FFF2-40B4-BE49-F238E27FC236}">
                <a16:creationId xmlns:a16="http://schemas.microsoft.com/office/drawing/2014/main" id="{F4CC153C-99C2-4912-86A9-960C4CC9FFC8}"/>
              </a:ext>
            </a:extLst>
          </p:cNvPr>
          <p:cNvSpPr>
            <a:spLocks xmlns:a="http://schemas.openxmlformats.org/drawingml/2006/main" noGrp="1"/>
          </p:cNvSpPr>
          <p:nvPr/>
        </p:nvSpPr>
        <p:spPr>
          <a:xfrm xmlns:a="http://schemas.openxmlformats.org/drawingml/2006/main">
            <a:off x="6191250" y="1047750"/>
            <a:ext cx="514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LA PROMESA</a:t>
            </a:r>
          </a:p>
        </p:txBody>
      </p:sp>
      <p:sp>
        <p:nvSpPr>
          <p:cNvPr id="13" name="">
            <a:extLst xmlns:a="http://schemas.openxmlformats.org/drawingml/2006/main">
              <a:ext uri="{FF2B5EF4-FFF2-40B4-BE49-F238E27FC236}">
                <a16:creationId xmlns:a16="http://schemas.microsoft.com/office/drawing/2014/main" id="{ED2CF4AE-E481-4669-8859-A24C30F14810}"/>
              </a:ext>
            </a:extLst>
          </p:cNvPr>
          <p:cNvSpPr>
            <a:spLocks xmlns:a="http://schemas.openxmlformats.org/drawingml/2006/main" noGrp="1"/>
          </p:cNvSpPr>
          <p:nvPr/>
        </p:nvSpPr>
        <p:spPr>
          <a:xfrm xmlns:a="http://schemas.openxmlformats.org/drawingml/2006/main">
            <a:off x="6191250" y="1371600"/>
            <a:ext cx="5143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18"/>
          </a:bodyPr>
          <a:lstStyle xmlns:a="http://schemas.openxmlformats.org/drawingml/2006/main"/>
          <a:p xmlns:a="http://schemas.openxmlformats.org/drawingml/2006/main">
            <a:pPr algn="l">
              <a:lnSpc>
                <a:spcPct val="92000"/>
              </a:lnSpc>
              <a:buNone/>
              <a:defRPr sz="4350" b="1" i="0">
                <a:solidFill>
                  <a:srgbClr val="FFFFFF"/>
                </a:solidFill>
                <a:latin typeface="DIN Condensed"/>
                <a:ea typeface="DIN Condensed"/>
                <a:cs typeface="DIN Condensed"/>
              </a:defRPr>
            </a:pPr>
            <a:r>
              <a:rPr sz="4350" b="1" i="0">
                <a:solidFill>
                  <a:srgbClr val="FFFFFF"/>
                </a:solidFill>
                <a:latin typeface="DIN Condensed"/>
                <a:ea typeface="DIN Condensed"/>
                <a:cs typeface="DIN Condensed"/>
              </a:rPr>
              <a:t>No vienes solo a mirar.</a:t>
            </a:r>
          </a:p>
          <a:p xmlns:a="http://schemas.openxmlformats.org/drawingml/2006/main">
            <a:pPr algn="l">
              <a:lnSpc>
                <a:spcPct val="92000"/>
              </a:lnSpc>
              <a:buNone/>
              <a:defRPr sz="4350" b="1" i="0">
                <a:solidFill>
                  <a:srgbClr val="FFFFFF"/>
                </a:solidFill>
                <a:latin typeface="DIN Condensed"/>
                <a:ea typeface="DIN Condensed"/>
                <a:cs typeface="DIN Condensed"/>
              </a:defRPr>
            </a:pPr>
            <a:r>
              <a:rPr sz="4350" b="1" i="0">
                <a:solidFill>
                  <a:srgbClr val="FFFFFF"/>
                </a:solidFill>
                <a:latin typeface="DIN Condensed"/>
                <a:ea typeface="DIN Condensed"/>
                <a:cs typeface="DIN Condensed"/>
              </a:rPr>
              <a:t>Vienes a vivir un día completo.</a:t>
            </a:r>
          </a:p>
        </p:txBody>
      </p:sp>
      <p:sp>
        <p:nvSpPr>
          <p:cNvPr id="14" name="">
            <a:extLst xmlns:a="http://schemas.openxmlformats.org/drawingml/2006/main">
              <a:ext uri="{FF2B5EF4-FFF2-40B4-BE49-F238E27FC236}">
                <a16:creationId xmlns:a16="http://schemas.microsoft.com/office/drawing/2014/main" id="{52551576-BE5F-428E-9EF2-DC0CE1EC66F6}"/>
              </a:ext>
            </a:extLst>
          </p:cNvPr>
          <p:cNvSpPr>
            <a:spLocks xmlns:a="http://schemas.openxmlformats.org/drawingml/2006/main" noGrp="1"/>
          </p:cNvSpPr>
          <p:nvPr/>
        </p:nvSpPr>
        <p:spPr>
          <a:xfrm xmlns:a="http://schemas.openxmlformats.org/drawingml/2006/main">
            <a:off x="6191250" y="2876550"/>
            <a:ext cx="5143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Una jornada que puedes elegir, recorrer, entender y recordar con los tuyos.</a:t>
            </a:r>
          </a:p>
        </p:txBody>
      </p:sp>
      <p:sp>
        <p:nvSpPr>
          <p:cNvPr id="15" name="">
            <a:extLst xmlns:a="http://schemas.openxmlformats.org/drawingml/2006/main">
              <a:ext uri="{FF2B5EF4-FFF2-40B4-BE49-F238E27FC236}">
                <a16:creationId xmlns:a16="http://schemas.microsoft.com/office/drawing/2014/main" id="{5248DF41-86A6-4967-AD08-570178ADFFCA}"/>
              </a:ext>
            </a:extLst>
          </p:cNvPr>
          <p:cNvSpPr>
            <a:spLocks xmlns:a="http://schemas.openxmlformats.org/drawingml/2006/main" noGrp="1"/>
          </p:cNvSpPr>
          <p:nvPr/>
        </p:nvSpPr>
        <p:spPr>
          <a:xfrm xmlns:a="http://schemas.openxmlformats.org/drawingml/2006/main">
            <a:off x="6191250" y="4210050"/>
            <a:ext cx="952500" cy="762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4642455-024E-40F8-AB20-E50C4EA2ADE2}"/>
              </a:ext>
            </a:extLst>
          </p:cNvPr>
          <p:cNvSpPr>
            <a:spLocks xmlns:a="http://schemas.openxmlformats.org/drawingml/2006/main" noGrp="1"/>
          </p:cNvSpPr>
          <p:nvPr/>
        </p:nvSpPr>
        <p:spPr>
          <a:xfrm xmlns:a="http://schemas.openxmlformats.org/drawingml/2006/main">
            <a:off x="6191250" y="4533900"/>
            <a:ext cx="5143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i="0">
                <a:solidFill>
                  <a:srgbClr val="FFFFFF"/>
                </a:solidFill>
                <a:latin typeface="DIN Condensed"/>
                <a:ea typeface="DIN Condensed"/>
                <a:cs typeface="DIN Condensed"/>
              </a:defRPr>
            </a:pPr>
            <a:r>
              <a:rPr sz="2325" b="1" i="0">
                <a:solidFill>
                  <a:srgbClr val="FFFFFF"/>
                </a:solidFill>
                <a:latin typeface="DIN Condensed"/>
                <a:ea typeface="DIN Condensed"/>
                <a:cs typeface="DIN Condensed"/>
              </a:rPr>
              <a:t>FERIA + FAMILIA + MÚSICA + TRADICIÓN + ORIENTACIÓN</a:t>
            </a:r>
          </a:p>
        </p:txBody>
      </p:sp>
    </p:spTree>
    <p:extLst>
      <p:ext uri="{BB962C8B-B14F-4D97-AF65-F5344CB8AC3E}">
        <p14:creationId xmlns:p14="http://schemas.microsoft.com/office/powerpoint/2010/main" val="413774064"/>
      </p:ext>
    </p:extLst>
  </p:cSld>
</p:sld>
</file>

<file path=ppt/slides/slide8.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703434BC-2777-45BA-951B-3EDC02949ED1}"/>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CEB3002-9670-4985-9131-BBCA7E4B9F95}"/>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B6428C3-7E9B-4987-91EF-141CCD58C8D2}"/>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90B083E-01E3-43B8-828E-6B3CB551D3B4}"/>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7FEBCDB-AE07-4C37-A2A8-4059504AD626}"/>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4EE409A-760B-4A24-BFB8-87CE482EC662}"/>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ARQUITECTURA DE CAMPAÑA</a:t>
            </a:r>
          </a:p>
        </p:txBody>
      </p:sp>
      <p:sp>
        <p:nvSpPr>
          <p:cNvPr id="7" name="">
            <a:extLst xmlns:a="http://schemas.openxmlformats.org/drawingml/2006/main">
              <a:ext uri="{FF2B5EF4-FFF2-40B4-BE49-F238E27FC236}">
                <a16:creationId xmlns:a16="http://schemas.microsoft.com/office/drawing/2014/main" id="{B2043FC3-B726-4E61-9F81-9B94DC1DEA5B}"/>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BED7A20F-A08F-451F-97E9-EF3F7D5FD74F}"/>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08</a:t>
            </a:r>
          </a:p>
        </p:txBody>
      </p:sp>
      <p:sp>
        <p:nvSpPr>
          <p:cNvPr id="9" name="">
            <a:extLst xmlns:a="http://schemas.openxmlformats.org/drawingml/2006/main">
              <a:ext uri="{FF2B5EF4-FFF2-40B4-BE49-F238E27FC236}">
                <a16:creationId xmlns:a16="http://schemas.microsoft.com/office/drawing/2014/main" id="{6FFF7F1C-4B72-4664-BC32-22F282F4F39B}"/>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EL ARCO</a:t>
            </a:r>
          </a:p>
        </p:txBody>
      </p:sp>
      <p:sp>
        <p:nvSpPr>
          <p:cNvPr id="10" name="">
            <a:extLst xmlns:a="http://schemas.openxmlformats.org/drawingml/2006/main">
              <a:ext uri="{FF2B5EF4-FFF2-40B4-BE49-F238E27FC236}">
                <a16:creationId xmlns:a16="http://schemas.microsoft.com/office/drawing/2014/main" id="{B2AE8FB0-003D-4C99-9C3B-75BBAF2334FB}"/>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25112C"/>
                </a:solidFill>
                <a:latin typeface="DIN Condensed"/>
                <a:ea typeface="DIN Condensed"/>
                <a:cs typeface="DIN Condensed"/>
              </a:defRPr>
            </a:pPr>
            <a:r>
              <a:rPr sz="4050" b="1" i="0">
                <a:solidFill>
                  <a:srgbClr val="25112C"/>
                </a:solidFill>
                <a:latin typeface="DIN Condensed"/>
                <a:ea typeface="DIN Condensed"/>
                <a:cs typeface="DIN Condensed"/>
              </a:rPr>
              <a:t>La campaña cambia la relación, no solo el alcance.</a:t>
            </a:r>
          </a:p>
        </p:txBody>
      </p:sp>
      <p:sp>
        <p:nvSpPr>
          <p:cNvPr id="11" name="">
            <a:extLst xmlns:a="http://schemas.openxmlformats.org/drawingml/2006/main">
              <a:ext uri="{FF2B5EF4-FFF2-40B4-BE49-F238E27FC236}">
                <a16:creationId xmlns:a16="http://schemas.microsoft.com/office/drawing/2014/main" id="{FA9FBFFE-FD27-49DE-BDA7-CE7FC0DD744F}"/>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Cada fase responde una pregunta distinta del público y prepara la siguiente decisión.</a:t>
            </a:r>
          </a:p>
        </p:txBody>
      </p:sp>
      <p:sp>
        <p:nvSpPr>
          <p:cNvPr id="12" name="">
            <a:extLst xmlns:a="http://schemas.openxmlformats.org/drawingml/2006/main">
              <a:ext uri="{FF2B5EF4-FFF2-40B4-BE49-F238E27FC236}">
                <a16:creationId xmlns:a16="http://schemas.microsoft.com/office/drawing/2014/main" id="{C94FD822-A82C-442C-A3B2-48E6544E0458}"/>
              </a:ext>
            </a:extLst>
          </p:cNvPr>
          <p:cNvSpPr>
            <a:spLocks xmlns:a="http://schemas.openxmlformats.org/drawingml/2006/main" noGrp="1"/>
          </p:cNvSpPr>
          <p:nvPr/>
        </p:nvSpPr>
        <p:spPr>
          <a:xfrm xmlns:a="http://schemas.openxmlformats.org/drawingml/2006/main">
            <a:off x="609600" y="2857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E72D78"/>
                </a:solidFill>
                <a:latin typeface="DIN Condensed"/>
                <a:ea typeface="DIN Condensed"/>
                <a:cs typeface="DIN Condensed"/>
              </a:defRPr>
            </a:pPr>
            <a:r>
              <a:rPr sz="3000" b="1" i="0">
                <a:solidFill>
                  <a:srgbClr val="E72D78"/>
                </a:solidFill>
                <a:latin typeface="DIN Condensed"/>
                <a:ea typeface="DIN Condensed"/>
                <a:cs typeface="DIN Condensed"/>
              </a:rPr>
              <a:t>01</a:t>
            </a:r>
          </a:p>
        </p:txBody>
      </p:sp>
      <p:sp>
        <p:nvSpPr>
          <p:cNvPr id="13" name="">
            <a:extLst xmlns:a="http://schemas.openxmlformats.org/drawingml/2006/main">
              <a:ext uri="{FF2B5EF4-FFF2-40B4-BE49-F238E27FC236}">
                <a16:creationId xmlns:a16="http://schemas.microsoft.com/office/drawing/2014/main" id="{D0C376B1-6A36-45F7-8D23-7A4442CEF4DE}"/>
              </a:ext>
            </a:extLst>
          </p:cNvPr>
          <p:cNvSpPr>
            <a:spLocks xmlns:a="http://schemas.openxmlformats.org/drawingml/2006/main" noGrp="1"/>
          </p:cNvSpPr>
          <p:nvPr/>
        </p:nvSpPr>
        <p:spPr>
          <a:xfrm xmlns:a="http://schemas.openxmlformats.org/drawingml/2006/main">
            <a:off x="1162050" y="2876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RECORDAR</a:t>
            </a:r>
          </a:p>
        </p:txBody>
      </p:sp>
      <p:sp>
        <p:nvSpPr>
          <p:cNvPr id="14" name="">
            <a:extLst xmlns:a="http://schemas.openxmlformats.org/drawingml/2006/main">
              <a:ext uri="{FF2B5EF4-FFF2-40B4-BE49-F238E27FC236}">
                <a16:creationId xmlns:a16="http://schemas.microsoft.com/office/drawing/2014/main" id="{A481740F-8B97-4D92-993C-B7E0D340AEED}"/>
              </a:ext>
            </a:extLst>
          </p:cNvPr>
          <p:cNvSpPr>
            <a:spLocks xmlns:a="http://schemas.openxmlformats.org/drawingml/2006/main" noGrp="1"/>
          </p:cNvSpPr>
          <p:nvPr/>
        </p:nvSpPr>
        <p:spPr>
          <a:xfrm xmlns:a="http://schemas.openxmlformats.org/drawingml/2006/main">
            <a:off x="1162050" y="3181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¿Esto también es mío?</a:t>
            </a:r>
          </a:p>
        </p:txBody>
      </p:sp>
      <p:sp>
        <p:nvSpPr>
          <p:cNvPr id="15" name="">
            <a:extLst xmlns:a="http://schemas.openxmlformats.org/drawingml/2006/main">
              <a:ext uri="{FF2B5EF4-FFF2-40B4-BE49-F238E27FC236}">
                <a16:creationId xmlns:a16="http://schemas.microsoft.com/office/drawing/2014/main" id="{0BA2AC57-B003-447C-BD79-A48BFC6669F2}"/>
              </a:ext>
            </a:extLst>
          </p:cNvPr>
          <p:cNvSpPr>
            <a:spLocks xmlns:a="http://schemas.openxmlformats.org/drawingml/2006/main" noGrp="1"/>
          </p:cNvSpPr>
          <p:nvPr/>
        </p:nvSpPr>
        <p:spPr>
          <a:xfrm xmlns:a="http://schemas.openxmlformats.org/drawingml/2006/main">
            <a:off x="609600" y="3924300"/>
            <a:ext cx="2286000" cy="476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9F67CFED-15B1-4642-A2BF-C53B27EE0242}"/>
              </a:ext>
            </a:extLst>
          </p:cNvPr>
          <p:cNvSpPr>
            <a:spLocks xmlns:a="http://schemas.openxmlformats.org/drawingml/2006/main" noGrp="1"/>
          </p:cNvSpPr>
          <p:nvPr/>
        </p:nvSpPr>
        <p:spPr>
          <a:xfrm xmlns:a="http://schemas.openxmlformats.org/drawingml/2006/main">
            <a:off x="3390900" y="2857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6A1A"/>
                </a:solidFill>
                <a:latin typeface="DIN Condensed"/>
                <a:ea typeface="DIN Condensed"/>
                <a:cs typeface="DIN Condensed"/>
              </a:defRPr>
            </a:pPr>
            <a:r>
              <a:rPr sz="3000" b="1" i="0">
                <a:solidFill>
                  <a:srgbClr val="FF6A1A"/>
                </a:solidFill>
                <a:latin typeface="DIN Condensed"/>
                <a:ea typeface="DIN Condensed"/>
                <a:cs typeface="DIN Condensed"/>
              </a:rPr>
              <a:t>02</a:t>
            </a:r>
          </a:p>
        </p:txBody>
      </p:sp>
      <p:sp>
        <p:nvSpPr>
          <p:cNvPr id="17" name="">
            <a:extLst xmlns:a="http://schemas.openxmlformats.org/drawingml/2006/main">
              <a:ext uri="{FF2B5EF4-FFF2-40B4-BE49-F238E27FC236}">
                <a16:creationId xmlns:a16="http://schemas.microsoft.com/office/drawing/2014/main" id="{101A64CA-CA83-413F-9124-57D3983FA553}"/>
              </a:ext>
            </a:extLst>
          </p:cNvPr>
          <p:cNvSpPr>
            <a:spLocks xmlns:a="http://schemas.openxmlformats.org/drawingml/2006/main" noGrp="1"/>
          </p:cNvSpPr>
          <p:nvPr/>
        </p:nvSpPr>
        <p:spPr>
          <a:xfrm xmlns:a="http://schemas.openxmlformats.org/drawingml/2006/main">
            <a:off x="3943350" y="2876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RECONOCER</a:t>
            </a:r>
          </a:p>
        </p:txBody>
      </p:sp>
      <p:sp>
        <p:nvSpPr>
          <p:cNvPr id="18" name="">
            <a:extLst xmlns:a="http://schemas.openxmlformats.org/drawingml/2006/main">
              <a:ext uri="{FF2B5EF4-FFF2-40B4-BE49-F238E27FC236}">
                <a16:creationId xmlns:a16="http://schemas.microsoft.com/office/drawing/2014/main" id="{EAFFE178-3E05-4C17-B4F4-55DEC81E158D}"/>
              </a:ext>
            </a:extLst>
          </p:cNvPr>
          <p:cNvSpPr>
            <a:spLocks xmlns:a="http://schemas.openxmlformats.org/drawingml/2006/main" noGrp="1"/>
          </p:cNvSpPr>
          <p:nvPr/>
        </p:nvSpPr>
        <p:spPr>
          <a:xfrm xmlns:a="http://schemas.openxmlformats.org/drawingml/2006/main">
            <a:off x="3943350" y="3181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hace especial a esta feria?</a:t>
            </a:r>
          </a:p>
        </p:txBody>
      </p:sp>
      <p:sp>
        <p:nvSpPr>
          <p:cNvPr id="19" name="">
            <a:extLst xmlns:a="http://schemas.openxmlformats.org/drawingml/2006/main">
              <a:ext uri="{FF2B5EF4-FFF2-40B4-BE49-F238E27FC236}">
                <a16:creationId xmlns:a16="http://schemas.microsoft.com/office/drawing/2014/main" id="{36DC14FA-F4C9-466A-AB00-99A4C9C15419}"/>
              </a:ext>
            </a:extLst>
          </p:cNvPr>
          <p:cNvSpPr>
            <a:spLocks xmlns:a="http://schemas.openxmlformats.org/drawingml/2006/main" noGrp="1"/>
          </p:cNvSpPr>
          <p:nvPr/>
        </p:nvSpPr>
        <p:spPr>
          <a:xfrm xmlns:a="http://schemas.openxmlformats.org/drawingml/2006/main">
            <a:off x="3390900" y="3924300"/>
            <a:ext cx="2286000" cy="4762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67AA874-857E-4294-B0E1-6EFC43B7189D}"/>
              </a:ext>
            </a:extLst>
          </p:cNvPr>
          <p:cNvSpPr>
            <a:spLocks xmlns:a="http://schemas.openxmlformats.org/drawingml/2006/main" noGrp="1"/>
          </p:cNvSpPr>
          <p:nvPr/>
        </p:nvSpPr>
        <p:spPr>
          <a:xfrm xmlns:a="http://schemas.openxmlformats.org/drawingml/2006/main">
            <a:off x="6172200" y="2857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C928"/>
                </a:solidFill>
                <a:latin typeface="DIN Condensed"/>
                <a:ea typeface="DIN Condensed"/>
                <a:cs typeface="DIN Condensed"/>
              </a:defRPr>
            </a:pPr>
            <a:r>
              <a:rPr sz="3000" b="1" i="0">
                <a:solidFill>
                  <a:srgbClr val="FFC928"/>
                </a:solidFill>
                <a:latin typeface="DIN Condensed"/>
                <a:ea typeface="DIN Condensed"/>
                <a:cs typeface="DIN Condensed"/>
              </a:rPr>
              <a:t>03</a:t>
            </a:r>
          </a:p>
        </p:txBody>
      </p:sp>
      <p:sp>
        <p:nvSpPr>
          <p:cNvPr id="21" name="">
            <a:extLst xmlns:a="http://schemas.openxmlformats.org/drawingml/2006/main">
              <a:ext uri="{FF2B5EF4-FFF2-40B4-BE49-F238E27FC236}">
                <a16:creationId xmlns:a16="http://schemas.microsoft.com/office/drawing/2014/main" id="{DFA84D0A-7857-426B-B379-5822CF069E73}"/>
              </a:ext>
            </a:extLst>
          </p:cNvPr>
          <p:cNvSpPr>
            <a:spLocks xmlns:a="http://schemas.openxmlformats.org/drawingml/2006/main" noGrp="1"/>
          </p:cNvSpPr>
          <p:nvPr/>
        </p:nvSpPr>
        <p:spPr>
          <a:xfrm xmlns:a="http://schemas.openxmlformats.org/drawingml/2006/main">
            <a:off x="6724650" y="2876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DESEAR</a:t>
            </a:r>
          </a:p>
        </p:txBody>
      </p:sp>
      <p:sp>
        <p:nvSpPr>
          <p:cNvPr id="22" name="">
            <a:extLst xmlns:a="http://schemas.openxmlformats.org/drawingml/2006/main">
              <a:ext uri="{FF2B5EF4-FFF2-40B4-BE49-F238E27FC236}">
                <a16:creationId xmlns:a16="http://schemas.microsoft.com/office/drawing/2014/main" id="{B9396964-DC95-4517-B648-2A5CA44B44A6}"/>
              </a:ext>
            </a:extLst>
          </p:cNvPr>
          <p:cNvSpPr>
            <a:spLocks xmlns:a="http://schemas.openxmlformats.org/drawingml/2006/main" noGrp="1"/>
          </p:cNvSpPr>
          <p:nvPr/>
        </p:nvSpPr>
        <p:spPr>
          <a:xfrm xmlns:a="http://schemas.openxmlformats.org/drawingml/2006/main">
            <a:off x="6724650" y="3181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quiero vivir?</a:t>
            </a:r>
          </a:p>
        </p:txBody>
      </p:sp>
      <p:sp>
        <p:nvSpPr>
          <p:cNvPr id="23" name="">
            <a:extLst xmlns:a="http://schemas.openxmlformats.org/drawingml/2006/main">
              <a:ext uri="{FF2B5EF4-FFF2-40B4-BE49-F238E27FC236}">
                <a16:creationId xmlns:a16="http://schemas.microsoft.com/office/drawing/2014/main" id="{E424D855-5F7F-4AD6-AAD2-CCDD6D314DFD}"/>
              </a:ext>
            </a:extLst>
          </p:cNvPr>
          <p:cNvSpPr>
            <a:spLocks xmlns:a="http://schemas.openxmlformats.org/drawingml/2006/main" noGrp="1"/>
          </p:cNvSpPr>
          <p:nvPr/>
        </p:nvSpPr>
        <p:spPr>
          <a:xfrm xmlns:a="http://schemas.openxmlformats.org/drawingml/2006/main">
            <a:off x="6172200" y="3924300"/>
            <a:ext cx="2286000" cy="476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FACAD37-37DC-474C-BF21-ED4758FDD3AC}"/>
              </a:ext>
            </a:extLst>
          </p:cNvPr>
          <p:cNvSpPr>
            <a:spLocks xmlns:a="http://schemas.openxmlformats.org/drawingml/2006/main" noGrp="1"/>
          </p:cNvSpPr>
          <p:nvPr/>
        </p:nvSpPr>
        <p:spPr>
          <a:xfrm xmlns:a="http://schemas.openxmlformats.org/drawingml/2006/main">
            <a:off x="8953500" y="2857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00AFA0"/>
                </a:solidFill>
                <a:latin typeface="DIN Condensed"/>
                <a:ea typeface="DIN Condensed"/>
                <a:cs typeface="DIN Condensed"/>
              </a:defRPr>
            </a:pPr>
            <a:r>
              <a:rPr sz="3000" b="1" i="0">
                <a:solidFill>
                  <a:srgbClr val="00AFA0"/>
                </a:solidFill>
                <a:latin typeface="DIN Condensed"/>
                <a:ea typeface="DIN Condensed"/>
                <a:cs typeface="DIN Condensed"/>
              </a:rPr>
              <a:t>04</a:t>
            </a:r>
          </a:p>
        </p:txBody>
      </p:sp>
      <p:sp>
        <p:nvSpPr>
          <p:cNvPr id="25" name="">
            <a:extLst xmlns:a="http://schemas.openxmlformats.org/drawingml/2006/main">
              <a:ext uri="{FF2B5EF4-FFF2-40B4-BE49-F238E27FC236}">
                <a16:creationId xmlns:a16="http://schemas.microsoft.com/office/drawing/2014/main" id="{04BBE2E6-F770-4661-8602-96B383B2DCB8}"/>
              </a:ext>
            </a:extLst>
          </p:cNvPr>
          <p:cNvSpPr>
            <a:spLocks xmlns:a="http://schemas.openxmlformats.org/drawingml/2006/main" noGrp="1"/>
          </p:cNvSpPr>
          <p:nvPr/>
        </p:nvSpPr>
        <p:spPr>
          <a:xfrm xmlns:a="http://schemas.openxmlformats.org/drawingml/2006/main">
            <a:off x="9505950" y="2876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ELEGIR</a:t>
            </a:r>
          </a:p>
        </p:txBody>
      </p:sp>
      <p:sp>
        <p:nvSpPr>
          <p:cNvPr id="26" name="">
            <a:extLst xmlns:a="http://schemas.openxmlformats.org/drawingml/2006/main">
              <a:ext uri="{FF2B5EF4-FFF2-40B4-BE49-F238E27FC236}">
                <a16:creationId xmlns:a16="http://schemas.microsoft.com/office/drawing/2014/main" id="{BA7FA0B0-CC44-4CF5-B94C-5F0F24A22971}"/>
              </a:ext>
            </a:extLst>
          </p:cNvPr>
          <p:cNvSpPr>
            <a:spLocks xmlns:a="http://schemas.openxmlformats.org/drawingml/2006/main" noGrp="1"/>
          </p:cNvSpPr>
          <p:nvPr/>
        </p:nvSpPr>
        <p:spPr>
          <a:xfrm xmlns:a="http://schemas.openxmlformats.org/drawingml/2006/main">
            <a:off x="9505950" y="3181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día y producto me convienen?</a:t>
            </a:r>
          </a:p>
        </p:txBody>
      </p:sp>
      <p:sp>
        <p:nvSpPr>
          <p:cNvPr id="27" name="">
            <a:extLst xmlns:a="http://schemas.openxmlformats.org/drawingml/2006/main">
              <a:ext uri="{FF2B5EF4-FFF2-40B4-BE49-F238E27FC236}">
                <a16:creationId xmlns:a16="http://schemas.microsoft.com/office/drawing/2014/main" id="{87D47D30-B8B2-41EE-9B50-5F4C64DD7A82}"/>
              </a:ext>
            </a:extLst>
          </p:cNvPr>
          <p:cNvSpPr>
            <a:spLocks xmlns:a="http://schemas.openxmlformats.org/drawingml/2006/main" noGrp="1"/>
          </p:cNvSpPr>
          <p:nvPr/>
        </p:nvSpPr>
        <p:spPr>
          <a:xfrm xmlns:a="http://schemas.openxmlformats.org/drawingml/2006/main">
            <a:off x="8953500" y="3924300"/>
            <a:ext cx="2286000" cy="4762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4CFDB32-775A-461E-AEC1-A1228C722664}"/>
              </a:ext>
            </a:extLst>
          </p:cNvPr>
          <p:cNvSpPr>
            <a:spLocks xmlns:a="http://schemas.openxmlformats.org/drawingml/2006/main" noGrp="1"/>
          </p:cNvSpPr>
          <p:nvPr/>
        </p:nvSpPr>
        <p:spPr>
          <a:xfrm xmlns:a="http://schemas.openxmlformats.org/drawingml/2006/main">
            <a:off x="609600" y="4381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315BFF"/>
                </a:solidFill>
                <a:latin typeface="DIN Condensed"/>
                <a:ea typeface="DIN Condensed"/>
                <a:cs typeface="DIN Condensed"/>
              </a:defRPr>
            </a:pPr>
            <a:r>
              <a:rPr sz="3000" b="1" i="0">
                <a:solidFill>
                  <a:srgbClr val="315BFF"/>
                </a:solidFill>
                <a:latin typeface="DIN Condensed"/>
                <a:ea typeface="DIN Condensed"/>
                <a:cs typeface="DIN Condensed"/>
              </a:rPr>
              <a:t>05</a:t>
            </a:r>
          </a:p>
        </p:txBody>
      </p:sp>
      <p:sp>
        <p:nvSpPr>
          <p:cNvPr id="29" name="">
            <a:extLst xmlns:a="http://schemas.openxmlformats.org/drawingml/2006/main">
              <a:ext uri="{FF2B5EF4-FFF2-40B4-BE49-F238E27FC236}">
                <a16:creationId xmlns:a16="http://schemas.microsoft.com/office/drawing/2014/main" id="{FA4C1BC4-A586-45C4-8E5D-9090375DA059}"/>
              </a:ext>
            </a:extLst>
          </p:cNvPr>
          <p:cNvSpPr>
            <a:spLocks xmlns:a="http://schemas.openxmlformats.org/drawingml/2006/main" noGrp="1"/>
          </p:cNvSpPr>
          <p:nvPr/>
        </p:nvSpPr>
        <p:spPr>
          <a:xfrm xmlns:a="http://schemas.openxmlformats.org/drawingml/2006/main">
            <a:off x="1162050" y="4400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LLEGAR</a:t>
            </a:r>
          </a:p>
        </p:txBody>
      </p:sp>
      <p:sp>
        <p:nvSpPr>
          <p:cNvPr id="30" name="">
            <a:extLst xmlns:a="http://schemas.openxmlformats.org/drawingml/2006/main">
              <a:ext uri="{FF2B5EF4-FFF2-40B4-BE49-F238E27FC236}">
                <a16:creationId xmlns:a16="http://schemas.microsoft.com/office/drawing/2014/main" id="{31B5744A-0411-4C7F-947D-E4DBD8AA8A53}"/>
              </a:ext>
            </a:extLst>
          </p:cNvPr>
          <p:cNvSpPr>
            <a:spLocks xmlns:a="http://schemas.openxmlformats.org/drawingml/2006/main" noGrp="1"/>
          </p:cNvSpPr>
          <p:nvPr/>
        </p:nvSpPr>
        <p:spPr>
          <a:xfrm xmlns:a="http://schemas.openxmlformats.org/drawingml/2006/main">
            <a:off x="1162050" y="4705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¿Cómo entro y me oriento?</a:t>
            </a:r>
          </a:p>
        </p:txBody>
      </p:sp>
      <p:sp>
        <p:nvSpPr>
          <p:cNvPr id="31" name="">
            <a:extLst xmlns:a="http://schemas.openxmlformats.org/drawingml/2006/main">
              <a:ext uri="{FF2B5EF4-FFF2-40B4-BE49-F238E27FC236}">
                <a16:creationId xmlns:a16="http://schemas.microsoft.com/office/drawing/2014/main" id="{79A0A60E-1864-4D31-B3E9-F193BB873210}"/>
              </a:ext>
            </a:extLst>
          </p:cNvPr>
          <p:cNvSpPr>
            <a:spLocks xmlns:a="http://schemas.openxmlformats.org/drawingml/2006/main" noGrp="1"/>
          </p:cNvSpPr>
          <p:nvPr/>
        </p:nvSpPr>
        <p:spPr>
          <a:xfrm xmlns:a="http://schemas.openxmlformats.org/drawingml/2006/main">
            <a:off x="609600" y="5448300"/>
            <a:ext cx="2286000" cy="4762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DB839B6-6044-46A4-A877-387D270B6FBB}"/>
              </a:ext>
            </a:extLst>
          </p:cNvPr>
          <p:cNvSpPr>
            <a:spLocks xmlns:a="http://schemas.openxmlformats.org/drawingml/2006/main" noGrp="1"/>
          </p:cNvSpPr>
          <p:nvPr/>
        </p:nvSpPr>
        <p:spPr>
          <a:xfrm xmlns:a="http://schemas.openxmlformats.org/drawingml/2006/main">
            <a:off x="3390900" y="4381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E72D78"/>
                </a:solidFill>
                <a:latin typeface="DIN Condensed"/>
                <a:ea typeface="DIN Condensed"/>
                <a:cs typeface="DIN Condensed"/>
              </a:defRPr>
            </a:pPr>
            <a:r>
              <a:rPr sz="3000" b="1" i="0">
                <a:solidFill>
                  <a:srgbClr val="E72D78"/>
                </a:solidFill>
                <a:latin typeface="DIN Condensed"/>
                <a:ea typeface="DIN Condensed"/>
                <a:cs typeface="DIN Condensed"/>
              </a:rPr>
              <a:t>06</a:t>
            </a:r>
          </a:p>
        </p:txBody>
      </p:sp>
      <p:sp>
        <p:nvSpPr>
          <p:cNvPr id="33" name="">
            <a:extLst xmlns:a="http://schemas.openxmlformats.org/drawingml/2006/main">
              <a:ext uri="{FF2B5EF4-FFF2-40B4-BE49-F238E27FC236}">
                <a16:creationId xmlns:a16="http://schemas.microsoft.com/office/drawing/2014/main" id="{72F45545-B234-41BB-808F-51C1D278158E}"/>
              </a:ext>
            </a:extLst>
          </p:cNvPr>
          <p:cNvSpPr>
            <a:spLocks xmlns:a="http://schemas.openxmlformats.org/drawingml/2006/main" noGrp="1"/>
          </p:cNvSpPr>
          <p:nvPr/>
        </p:nvSpPr>
        <p:spPr>
          <a:xfrm xmlns:a="http://schemas.openxmlformats.org/drawingml/2006/main">
            <a:off x="3943350" y="4400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VIVIR</a:t>
            </a:r>
          </a:p>
        </p:txBody>
      </p:sp>
      <p:sp>
        <p:nvSpPr>
          <p:cNvPr id="34" name="">
            <a:extLst xmlns:a="http://schemas.openxmlformats.org/drawingml/2006/main">
              <a:ext uri="{FF2B5EF4-FFF2-40B4-BE49-F238E27FC236}">
                <a16:creationId xmlns:a16="http://schemas.microsoft.com/office/drawing/2014/main" id="{08B6E95A-DEA1-4FA5-8041-A31959D07816}"/>
              </a:ext>
            </a:extLst>
          </p:cNvPr>
          <p:cNvSpPr>
            <a:spLocks xmlns:a="http://schemas.openxmlformats.org/drawingml/2006/main" noGrp="1"/>
          </p:cNvSpPr>
          <p:nvPr/>
        </p:nvSpPr>
        <p:spPr>
          <a:xfrm xmlns:a="http://schemas.openxmlformats.org/drawingml/2006/main">
            <a:off x="3943350" y="4705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hago ahora?</a:t>
            </a:r>
          </a:p>
        </p:txBody>
      </p:sp>
      <p:sp>
        <p:nvSpPr>
          <p:cNvPr id="35" name="">
            <a:extLst xmlns:a="http://schemas.openxmlformats.org/drawingml/2006/main">
              <a:ext uri="{FF2B5EF4-FFF2-40B4-BE49-F238E27FC236}">
                <a16:creationId xmlns:a16="http://schemas.microsoft.com/office/drawing/2014/main" id="{D1D23746-E3D1-4608-9A83-E0527AF231CA}"/>
              </a:ext>
            </a:extLst>
          </p:cNvPr>
          <p:cNvSpPr>
            <a:spLocks xmlns:a="http://schemas.openxmlformats.org/drawingml/2006/main" noGrp="1"/>
          </p:cNvSpPr>
          <p:nvPr/>
        </p:nvSpPr>
        <p:spPr>
          <a:xfrm xmlns:a="http://schemas.openxmlformats.org/drawingml/2006/main">
            <a:off x="3390900" y="5448300"/>
            <a:ext cx="2286000" cy="476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624AD99-E1DB-457E-B2CA-B4A34151C960}"/>
              </a:ext>
            </a:extLst>
          </p:cNvPr>
          <p:cNvSpPr>
            <a:spLocks xmlns:a="http://schemas.openxmlformats.org/drawingml/2006/main" noGrp="1"/>
          </p:cNvSpPr>
          <p:nvPr/>
        </p:nvSpPr>
        <p:spPr>
          <a:xfrm xmlns:a="http://schemas.openxmlformats.org/drawingml/2006/main">
            <a:off x="6172200" y="4381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FF6A1A"/>
                </a:solidFill>
                <a:latin typeface="DIN Condensed"/>
                <a:ea typeface="DIN Condensed"/>
                <a:cs typeface="DIN Condensed"/>
              </a:defRPr>
            </a:pPr>
            <a:r>
              <a:rPr sz="3000" b="1" i="0">
                <a:solidFill>
                  <a:srgbClr val="FF6A1A"/>
                </a:solidFill>
                <a:latin typeface="DIN Condensed"/>
                <a:ea typeface="DIN Condensed"/>
                <a:cs typeface="DIN Condensed"/>
              </a:rPr>
              <a:t>07</a:t>
            </a:r>
          </a:p>
        </p:txBody>
      </p:sp>
      <p:sp>
        <p:nvSpPr>
          <p:cNvPr id="37" name="">
            <a:extLst xmlns:a="http://schemas.openxmlformats.org/drawingml/2006/main">
              <a:ext uri="{FF2B5EF4-FFF2-40B4-BE49-F238E27FC236}">
                <a16:creationId xmlns:a16="http://schemas.microsoft.com/office/drawing/2014/main" id="{3C05AAA6-B1A8-4C7D-B5C3-51D05DD8C758}"/>
              </a:ext>
            </a:extLst>
          </p:cNvPr>
          <p:cNvSpPr>
            <a:spLocks xmlns:a="http://schemas.openxmlformats.org/drawingml/2006/main" noGrp="1"/>
          </p:cNvSpPr>
          <p:nvPr/>
        </p:nvSpPr>
        <p:spPr>
          <a:xfrm xmlns:a="http://schemas.openxmlformats.org/drawingml/2006/main">
            <a:off x="6724650" y="4400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VOLVER</a:t>
            </a:r>
          </a:p>
        </p:txBody>
      </p:sp>
      <p:sp>
        <p:nvSpPr>
          <p:cNvPr id="38" name="">
            <a:extLst xmlns:a="http://schemas.openxmlformats.org/drawingml/2006/main">
              <a:ext uri="{FF2B5EF4-FFF2-40B4-BE49-F238E27FC236}">
                <a16:creationId xmlns:a16="http://schemas.microsoft.com/office/drawing/2014/main" id="{468F0469-6C87-4B2A-9426-0AEA75775E59}"/>
              </a:ext>
            </a:extLst>
          </p:cNvPr>
          <p:cNvSpPr>
            <a:spLocks xmlns:a="http://schemas.openxmlformats.org/drawingml/2006/main" noGrp="1"/>
          </p:cNvSpPr>
          <p:nvPr/>
        </p:nvSpPr>
        <p:spPr>
          <a:xfrm xmlns:a="http://schemas.openxmlformats.org/drawingml/2006/main">
            <a:off x="6724650" y="4705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me trae otra jornada?</a:t>
            </a:r>
          </a:p>
        </p:txBody>
      </p:sp>
      <p:sp>
        <p:nvSpPr>
          <p:cNvPr id="39" name="">
            <a:extLst xmlns:a="http://schemas.openxmlformats.org/drawingml/2006/main">
              <a:ext uri="{FF2B5EF4-FFF2-40B4-BE49-F238E27FC236}">
                <a16:creationId xmlns:a16="http://schemas.microsoft.com/office/drawing/2014/main" id="{48E00F6B-BC88-48D9-960A-649C898E609C}"/>
              </a:ext>
            </a:extLst>
          </p:cNvPr>
          <p:cNvSpPr>
            <a:spLocks xmlns:a="http://schemas.openxmlformats.org/drawingml/2006/main" noGrp="1"/>
          </p:cNvSpPr>
          <p:nvPr/>
        </p:nvSpPr>
        <p:spPr>
          <a:xfrm xmlns:a="http://schemas.openxmlformats.org/drawingml/2006/main">
            <a:off x="6172200" y="5448300"/>
            <a:ext cx="2286000" cy="4762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97DEBC7-3F50-4C89-8AAB-ABF59A09F28A}"/>
              </a:ext>
            </a:extLst>
          </p:cNvPr>
          <p:cNvSpPr>
            <a:spLocks xmlns:a="http://schemas.openxmlformats.org/drawingml/2006/main" noGrp="1"/>
          </p:cNvSpPr>
          <p:nvPr/>
        </p:nvSpPr>
        <p:spPr>
          <a:xfrm xmlns:a="http://schemas.openxmlformats.org/drawingml/2006/main">
            <a:off x="8953500" y="4381500"/>
            <a:ext cx="495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000" b="1" i="0">
                <a:solidFill>
                  <a:srgbClr val="00AFA0"/>
                </a:solidFill>
                <a:latin typeface="DIN Condensed"/>
                <a:ea typeface="DIN Condensed"/>
                <a:cs typeface="DIN Condensed"/>
              </a:defRPr>
            </a:pPr>
            <a:r>
              <a:rPr sz="3000" b="1" i="0">
                <a:solidFill>
                  <a:srgbClr val="00AFA0"/>
                </a:solidFill>
                <a:latin typeface="DIN Condensed"/>
                <a:ea typeface="DIN Condensed"/>
                <a:cs typeface="DIN Condensed"/>
              </a:rPr>
              <a:t>08</a:t>
            </a:r>
          </a:p>
        </p:txBody>
      </p:sp>
      <p:sp>
        <p:nvSpPr>
          <p:cNvPr id="41" name="">
            <a:extLst xmlns:a="http://schemas.openxmlformats.org/drawingml/2006/main">
              <a:ext uri="{FF2B5EF4-FFF2-40B4-BE49-F238E27FC236}">
                <a16:creationId xmlns:a16="http://schemas.microsoft.com/office/drawing/2014/main" id="{6197A7C0-6566-448B-A270-EB1802DBA140}"/>
              </a:ext>
            </a:extLst>
          </p:cNvPr>
          <p:cNvSpPr>
            <a:spLocks xmlns:a="http://schemas.openxmlformats.org/drawingml/2006/main" noGrp="1"/>
          </p:cNvSpPr>
          <p:nvPr/>
        </p:nvSpPr>
        <p:spPr>
          <a:xfrm xmlns:a="http://schemas.openxmlformats.org/drawingml/2006/main">
            <a:off x="9505950" y="4400550"/>
            <a:ext cx="190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Avenir Next"/>
                <a:ea typeface="Avenir Next"/>
                <a:cs typeface="Avenir Next"/>
              </a:defRPr>
            </a:pPr>
            <a:r>
              <a:rPr sz="1200" b="1" i="0">
                <a:solidFill>
                  <a:srgbClr val="25112C"/>
                </a:solidFill>
                <a:latin typeface="Avenir Next"/>
                <a:ea typeface="Avenir Next"/>
                <a:cs typeface="Avenir Next"/>
              </a:rPr>
              <a:t>RECOMENDAR</a:t>
            </a:r>
          </a:p>
        </p:txBody>
      </p:sp>
      <p:sp>
        <p:nvSpPr>
          <p:cNvPr id="42" name="">
            <a:extLst xmlns:a="http://schemas.openxmlformats.org/drawingml/2006/main">
              <a:ext uri="{FF2B5EF4-FFF2-40B4-BE49-F238E27FC236}">
                <a16:creationId xmlns:a16="http://schemas.microsoft.com/office/drawing/2014/main" id="{63F996E1-5E3C-4812-A189-600F70712104}"/>
              </a:ext>
            </a:extLst>
          </p:cNvPr>
          <p:cNvSpPr>
            <a:spLocks xmlns:a="http://schemas.openxmlformats.org/drawingml/2006/main" noGrp="1"/>
          </p:cNvSpPr>
          <p:nvPr/>
        </p:nvSpPr>
        <p:spPr>
          <a:xfrm xmlns:a="http://schemas.openxmlformats.org/drawingml/2006/main">
            <a:off x="9505950" y="4705350"/>
            <a:ext cx="190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¿Qué historia cuento?</a:t>
            </a:r>
          </a:p>
        </p:txBody>
      </p:sp>
      <p:sp>
        <p:nvSpPr>
          <p:cNvPr id="43" name="">
            <a:extLst xmlns:a="http://schemas.openxmlformats.org/drawingml/2006/main">
              <a:ext uri="{FF2B5EF4-FFF2-40B4-BE49-F238E27FC236}">
                <a16:creationId xmlns:a16="http://schemas.microsoft.com/office/drawing/2014/main" id="{55C75EDE-059E-4F80-84DB-EB5172A0C36B}"/>
              </a:ext>
            </a:extLst>
          </p:cNvPr>
          <p:cNvSpPr>
            <a:spLocks xmlns:a="http://schemas.openxmlformats.org/drawingml/2006/main" noGrp="1"/>
          </p:cNvSpPr>
          <p:nvPr/>
        </p:nvSpPr>
        <p:spPr>
          <a:xfrm xmlns:a="http://schemas.openxmlformats.org/drawingml/2006/main">
            <a:off x="8953500" y="5448300"/>
            <a:ext cx="2286000" cy="4762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Tree>
    <p:extLst>
      <p:ext uri="{BB962C8B-B14F-4D97-AF65-F5344CB8AC3E}">
        <p14:creationId xmlns:p14="http://schemas.microsoft.com/office/powerpoint/2010/main" val="964045906"/>
      </p:ext>
    </p:extLst>
  </p:cSld>
</p:sld>
</file>

<file path=ppt/slides/slide9.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04450D87-6629-4251-9160-BD4331F63978}"/>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2BE336-1866-42A0-B3D5-534FD46987FE}"/>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6E79F1F-9EBC-4DD7-A9C3-1126107970CE}"/>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1F73B9-A1EA-4295-9963-F6CAAD594038}"/>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9B1B7A0-BB46-4ABA-A3FB-4017F948D2DC}"/>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5FFF050-E418-4125-81FB-A93766D8FD6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CUSTOMER JOURNEY</a:t>
            </a:r>
          </a:p>
        </p:txBody>
      </p:sp>
      <p:sp>
        <p:nvSpPr>
          <p:cNvPr id="7" name="">
            <a:extLst xmlns:a="http://schemas.openxmlformats.org/drawingml/2006/main">
              <a:ext uri="{FF2B5EF4-FFF2-40B4-BE49-F238E27FC236}">
                <a16:creationId xmlns:a16="http://schemas.microsoft.com/office/drawing/2014/main" id="{D9A28ADB-D4D7-49BD-96C0-1CA9E00BABD9}"/>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27BFE66A-4F49-4547-8942-EA5DCDA37CB8}"/>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09</a:t>
            </a:r>
          </a:p>
        </p:txBody>
      </p:sp>
      <p:sp>
        <p:nvSpPr>
          <p:cNvPr id="9" name="">
            <a:extLst xmlns:a="http://schemas.openxmlformats.org/drawingml/2006/main">
              <a:ext uri="{FF2B5EF4-FFF2-40B4-BE49-F238E27FC236}">
                <a16:creationId xmlns:a16="http://schemas.microsoft.com/office/drawing/2014/main" id="{FD3C00A3-F8B5-4FCE-95FF-85CA8E46BDE8}"/>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DEL RECUERDO A LA RECOMENDACIÓN</a:t>
            </a:r>
          </a:p>
        </p:txBody>
      </p:sp>
      <p:sp>
        <p:nvSpPr>
          <p:cNvPr id="10" name="">
            <a:extLst xmlns:a="http://schemas.openxmlformats.org/drawingml/2006/main">
              <a:ext uri="{FF2B5EF4-FFF2-40B4-BE49-F238E27FC236}">
                <a16:creationId xmlns:a16="http://schemas.microsoft.com/office/drawing/2014/main" id="{196BDBE4-F33C-4A97-BC15-69BB4A10C889}"/>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Cada contenido debe quitar una fricción real.</a:t>
            </a:r>
          </a:p>
        </p:txBody>
      </p:sp>
      <p:sp>
        <p:nvSpPr>
          <p:cNvPr id="11" name="">
            <a:extLst xmlns:a="http://schemas.openxmlformats.org/drawingml/2006/main">
              <a:ext uri="{FF2B5EF4-FFF2-40B4-BE49-F238E27FC236}">
                <a16:creationId xmlns:a16="http://schemas.microsoft.com/office/drawing/2014/main" id="{711395C5-7C8F-4D88-BF16-F3E1080DE94C}"/>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campaña acompaña a la persona antes, durante y después de la visita.</a:t>
            </a:r>
          </a:p>
        </p:txBody>
      </p:sp>
      <p:sp>
        <p:nvSpPr>
          <p:cNvPr id="12" name="">
            <a:extLst xmlns:a="http://schemas.openxmlformats.org/drawingml/2006/main">
              <a:ext uri="{FF2B5EF4-FFF2-40B4-BE49-F238E27FC236}">
                <a16:creationId xmlns:a16="http://schemas.microsoft.com/office/drawing/2014/main" id="{15394646-5A92-451F-8EC1-A4973E167522}"/>
              </a:ext>
            </a:extLst>
          </p:cNvPr>
          <p:cNvSpPr>
            <a:spLocks xmlns:a="http://schemas.openxmlformats.org/drawingml/2006/main" noGrp="1"/>
          </p:cNvSpPr>
          <p:nvPr/>
        </p:nvSpPr>
        <p:spPr>
          <a:xfrm xmlns:a="http://schemas.openxmlformats.org/drawingml/2006/main">
            <a:off x="609600" y="2514600"/>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FFFFFF">
                    <a:alpha val="58000"/>
                  </a:srgbClr>
                </a:solidFill>
                <a:latin typeface="Avenir Next"/>
                <a:ea typeface="Avenir Next"/>
                <a:cs typeface="Avenir Next"/>
              </a:defRPr>
            </a:pPr>
            <a:r>
              <a:rPr sz="750" b="1" i="0">
                <a:solidFill>
                  <a:srgbClr val="FFFFFF">
                    <a:alpha val="58000"/>
                  </a:srgbClr>
                </a:solidFill>
                <a:latin typeface="Avenir Next"/>
                <a:ea typeface="Avenir Next"/>
                <a:cs typeface="Avenir Next"/>
              </a:rPr>
              <a:t>ETAPA</a:t>
            </a:r>
          </a:p>
        </p:txBody>
      </p:sp>
      <p:sp>
        <p:nvSpPr>
          <p:cNvPr id="13" name="">
            <a:extLst xmlns:a="http://schemas.openxmlformats.org/drawingml/2006/main">
              <a:ext uri="{FF2B5EF4-FFF2-40B4-BE49-F238E27FC236}">
                <a16:creationId xmlns:a16="http://schemas.microsoft.com/office/drawing/2014/main" id="{779E72C2-BF95-4045-840C-843A0D36422F}"/>
              </a:ext>
            </a:extLst>
          </p:cNvPr>
          <p:cNvSpPr>
            <a:spLocks xmlns:a="http://schemas.openxmlformats.org/drawingml/2006/main" noGrp="1"/>
          </p:cNvSpPr>
          <p:nvPr/>
        </p:nvSpPr>
        <p:spPr>
          <a:xfrm xmlns:a="http://schemas.openxmlformats.org/drawingml/2006/main">
            <a:off x="2628900" y="251460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FFFFFF">
                    <a:alpha val="58000"/>
                  </a:srgbClr>
                </a:solidFill>
                <a:latin typeface="Avenir Next"/>
                <a:ea typeface="Avenir Next"/>
                <a:cs typeface="Avenir Next"/>
              </a:defRPr>
            </a:pPr>
            <a:r>
              <a:rPr sz="750" b="1" i="0">
                <a:solidFill>
                  <a:srgbClr val="FFFFFF">
                    <a:alpha val="58000"/>
                  </a:srgbClr>
                </a:solidFill>
                <a:latin typeface="Avenir Next"/>
                <a:ea typeface="Avenir Next"/>
                <a:cs typeface="Avenir Next"/>
              </a:rPr>
              <a:t>TRABAJO</a:t>
            </a:r>
          </a:p>
        </p:txBody>
      </p:sp>
      <p:sp>
        <p:nvSpPr>
          <p:cNvPr id="14" name="">
            <a:extLst xmlns:a="http://schemas.openxmlformats.org/drawingml/2006/main">
              <a:ext uri="{FF2B5EF4-FFF2-40B4-BE49-F238E27FC236}">
                <a16:creationId xmlns:a16="http://schemas.microsoft.com/office/drawing/2014/main" id="{B21DF364-0C28-4645-9086-4B5E9D85290C}"/>
              </a:ext>
            </a:extLst>
          </p:cNvPr>
          <p:cNvSpPr>
            <a:spLocks xmlns:a="http://schemas.openxmlformats.org/drawingml/2006/main" noGrp="1"/>
          </p:cNvSpPr>
          <p:nvPr/>
        </p:nvSpPr>
        <p:spPr>
          <a:xfrm xmlns:a="http://schemas.openxmlformats.org/drawingml/2006/main">
            <a:off x="4305300" y="25146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FFFFFF">
                    <a:alpha val="58000"/>
                  </a:srgbClr>
                </a:solidFill>
                <a:latin typeface="Avenir Next"/>
                <a:ea typeface="Avenir Next"/>
                <a:cs typeface="Avenir Next"/>
              </a:defRPr>
            </a:pPr>
            <a:r>
              <a:rPr sz="750" b="1" i="0">
                <a:solidFill>
                  <a:srgbClr val="FFFFFF">
                    <a:alpha val="58000"/>
                  </a:srgbClr>
                </a:solidFill>
                <a:latin typeface="Avenir Next"/>
                <a:ea typeface="Avenir Next"/>
                <a:cs typeface="Avenir Next"/>
              </a:rPr>
              <a:t>CONTACTO</a:t>
            </a:r>
          </a:p>
        </p:txBody>
      </p:sp>
      <p:sp>
        <p:nvSpPr>
          <p:cNvPr id="15" name="">
            <a:extLst xmlns:a="http://schemas.openxmlformats.org/drawingml/2006/main">
              <a:ext uri="{FF2B5EF4-FFF2-40B4-BE49-F238E27FC236}">
                <a16:creationId xmlns:a16="http://schemas.microsoft.com/office/drawing/2014/main" id="{AAD1067B-4C40-45CD-9D23-C32ECA00DCFC}"/>
              </a:ext>
            </a:extLst>
          </p:cNvPr>
          <p:cNvSpPr>
            <a:spLocks xmlns:a="http://schemas.openxmlformats.org/drawingml/2006/main" noGrp="1"/>
          </p:cNvSpPr>
          <p:nvPr/>
        </p:nvSpPr>
        <p:spPr>
          <a:xfrm xmlns:a="http://schemas.openxmlformats.org/drawingml/2006/main">
            <a:off x="7905750" y="2514600"/>
            <a:ext cx="3333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750" b="1" i="0">
                <a:solidFill>
                  <a:srgbClr val="FFFFFF">
                    <a:alpha val="58000"/>
                  </a:srgbClr>
                </a:solidFill>
                <a:latin typeface="Avenir Next"/>
                <a:ea typeface="Avenir Next"/>
                <a:cs typeface="Avenir Next"/>
              </a:defRPr>
            </a:pPr>
            <a:r>
              <a:rPr sz="750" b="1" i="0">
                <a:solidFill>
                  <a:srgbClr val="FFFFFF">
                    <a:alpha val="58000"/>
                  </a:srgbClr>
                </a:solidFill>
                <a:latin typeface="Avenir Next"/>
                <a:ea typeface="Avenir Next"/>
                <a:cs typeface="Avenir Next"/>
              </a:rPr>
              <a:t>RESULTADO</a:t>
            </a:r>
          </a:p>
        </p:txBody>
      </p:sp>
      <p:sp>
        <p:nvSpPr>
          <p:cNvPr id="16" name="">
            <a:extLst xmlns:a="http://schemas.openxmlformats.org/drawingml/2006/main">
              <a:ext uri="{FF2B5EF4-FFF2-40B4-BE49-F238E27FC236}">
                <a16:creationId xmlns:a16="http://schemas.microsoft.com/office/drawing/2014/main" id="{8614876D-C3FE-4C77-BD45-337BEBC114B6}"/>
              </a:ext>
            </a:extLst>
          </p:cNvPr>
          <p:cNvSpPr>
            <a:spLocks xmlns:a="http://schemas.openxmlformats.org/drawingml/2006/main" noGrp="1"/>
          </p:cNvSpPr>
          <p:nvPr/>
        </p:nvSpPr>
        <p:spPr>
          <a:xfrm xmlns:a="http://schemas.openxmlformats.org/drawingml/2006/main">
            <a:off x="609600" y="27813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E72D78"/>
                </a:solidFill>
                <a:latin typeface="Avenir Next"/>
                <a:ea typeface="Avenir Next"/>
                <a:cs typeface="Avenir Next"/>
              </a:defRPr>
            </a:pPr>
            <a:r>
              <a:rPr sz="1200" b="1" i="0">
                <a:solidFill>
                  <a:srgbClr val="E72D78"/>
                </a:solidFill>
                <a:latin typeface="Avenir Next"/>
                <a:ea typeface="Avenir Next"/>
                <a:cs typeface="Avenir Next"/>
              </a:rPr>
              <a:t>DESCUBRO</a:t>
            </a:r>
          </a:p>
        </p:txBody>
      </p:sp>
      <p:sp>
        <p:nvSpPr>
          <p:cNvPr id="17" name="">
            <a:extLst xmlns:a="http://schemas.openxmlformats.org/drawingml/2006/main">
              <a:ext uri="{FF2B5EF4-FFF2-40B4-BE49-F238E27FC236}">
                <a16:creationId xmlns:a16="http://schemas.microsoft.com/office/drawing/2014/main" id="{9A5ED376-A25E-496B-973B-2A01915B13B0}"/>
              </a:ext>
            </a:extLst>
          </p:cNvPr>
          <p:cNvSpPr>
            <a:spLocks xmlns:a="http://schemas.openxmlformats.org/drawingml/2006/main" noGrp="1"/>
          </p:cNvSpPr>
          <p:nvPr/>
        </p:nvSpPr>
        <p:spPr>
          <a:xfrm xmlns:a="http://schemas.openxmlformats.org/drawingml/2006/main">
            <a:off x="2628900" y="27813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Emoción</a:t>
            </a:r>
          </a:p>
        </p:txBody>
      </p:sp>
      <p:sp>
        <p:nvSpPr>
          <p:cNvPr id="18" name="">
            <a:extLst xmlns:a="http://schemas.openxmlformats.org/drawingml/2006/main">
              <a:ext uri="{FF2B5EF4-FFF2-40B4-BE49-F238E27FC236}">
                <a16:creationId xmlns:a16="http://schemas.microsoft.com/office/drawing/2014/main" id="{CAC6D2EF-71B0-43B1-A412-B307B671F603}"/>
              </a:ext>
            </a:extLst>
          </p:cNvPr>
          <p:cNvSpPr>
            <a:spLocks xmlns:a="http://schemas.openxmlformats.org/drawingml/2006/main" noGrp="1"/>
          </p:cNvSpPr>
          <p:nvPr/>
        </p:nvSpPr>
        <p:spPr>
          <a:xfrm xmlns:a="http://schemas.openxmlformats.org/drawingml/2006/main">
            <a:off x="4305300" y="27813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Archivo real + ES TRADICIÓN</a:t>
            </a:r>
          </a:p>
        </p:txBody>
      </p:sp>
      <p:sp>
        <p:nvSpPr>
          <p:cNvPr id="19" name="">
            <a:extLst xmlns:a="http://schemas.openxmlformats.org/drawingml/2006/main">
              <a:ext uri="{FF2B5EF4-FFF2-40B4-BE49-F238E27FC236}">
                <a16:creationId xmlns:a16="http://schemas.microsoft.com/office/drawing/2014/main" id="{773BD9A4-54F1-4FCE-8A79-8A856B3C6B04}"/>
              </a:ext>
            </a:extLst>
          </p:cNvPr>
          <p:cNvSpPr>
            <a:spLocks xmlns:a="http://schemas.openxmlformats.org/drawingml/2006/main" noGrp="1"/>
          </p:cNvSpPr>
          <p:nvPr/>
        </p:nvSpPr>
        <p:spPr>
          <a:xfrm xmlns:a="http://schemas.openxmlformats.org/drawingml/2006/main">
            <a:off x="7905750" y="27813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Me detengo y recuerdo</a:t>
            </a:r>
          </a:p>
        </p:txBody>
      </p:sp>
      <p:sp>
        <p:nvSpPr>
          <p:cNvPr id="20" name="">
            <a:extLst xmlns:a="http://schemas.openxmlformats.org/drawingml/2006/main">
              <a:ext uri="{FF2B5EF4-FFF2-40B4-BE49-F238E27FC236}">
                <a16:creationId xmlns:a16="http://schemas.microsoft.com/office/drawing/2014/main" id="{865BC585-C894-413F-841C-FC6B558C258B}"/>
              </a:ext>
            </a:extLst>
          </p:cNvPr>
          <p:cNvSpPr>
            <a:spLocks xmlns:a="http://schemas.openxmlformats.org/drawingml/2006/main" noGrp="1"/>
          </p:cNvSpPr>
          <p:nvPr/>
        </p:nvSpPr>
        <p:spPr>
          <a:xfrm xmlns:a="http://schemas.openxmlformats.org/drawingml/2006/main">
            <a:off x="609600" y="323850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B9D2D75-F6DC-41E0-B0F0-28C5C336B0B8}"/>
              </a:ext>
            </a:extLst>
          </p:cNvPr>
          <p:cNvSpPr>
            <a:spLocks xmlns:a="http://schemas.openxmlformats.org/drawingml/2006/main" noGrp="1"/>
          </p:cNvSpPr>
          <p:nvPr/>
        </p:nvSpPr>
        <p:spPr>
          <a:xfrm xmlns:a="http://schemas.openxmlformats.org/drawingml/2006/main">
            <a:off x="609600" y="34480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6A1A"/>
                </a:solidFill>
                <a:latin typeface="Avenir Next"/>
                <a:ea typeface="Avenir Next"/>
                <a:cs typeface="Avenir Next"/>
              </a:defRPr>
            </a:pPr>
            <a:r>
              <a:rPr sz="1200" b="1" i="0">
                <a:solidFill>
                  <a:srgbClr val="FF6A1A"/>
                </a:solidFill>
                <a:latin typeface="Avenir Next"/>
                <a:ea typeface="Avenir Next"/>
                <a:cs typeface="Avenir Next"/>
              </a:rPr>
              <a:t>CONSIDERO</a:t>
            </a:r>
          </a:p>
        </p:txBody>
      </p:sp>
      <p:sp>
        <p:nvSpPr>
          <p:cNvPr id="22" name="">
            <a:extLst xmlns:a="http://schemas.openxmlformats.org/drawingml/2006/main">
              <a:ext uri="{FF2B5EF4-FFF2-40B4-BE49-F238E27FC236}">
                <a16:creationId xmlns:a16="http://schemas.microsoft.com/office/drawing/2014/main" id="{F939D2F1-7812-4352-8B40-08C2AEF633CF}"/>
              </a:ext>
            </a:extLst>
          </p:cNvPr>
          <p:cNvSpPr>
            <a:spLocks xmlns:a="http://schemas.openxmlformats.org/drawingml/2006/main" noGrp="1"/>
          </p:cNvSpPr>
          <p:nvPr/>
        </p:nvSpPr>
        <p:spPr>
          <a:xfrm xmlns:a="http://schemas.openxmlformats.org/drawingml/2006/main">
            <a:off x="2628900" y="3448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Prueba</a:t>
            </a:r>
          </a:p>
        </p:txBody>
      </p:sp>
      <p:sp>
        <p:nvSpPr>
          <p:cNvPr id="23" name="">
            <a:extLst xmlns:a="http://schemas.openxmlformats.org/drawingml/2006/main">
              <a:ext uri="{FF2B5EF4-FFF2-40B4-BE49-F238E27FC236}">
                <a16:creationId xmlns:a16="http://schemas.microsoft.com/office/drawing/2014/main" id="{9C8E6ABB-06F0-453A-841A-CABAA8DDFEBA}"/>
              </a:ext>
            </a:extLst>
          </p:cNvPr>
          <p:cNvSpPr>
            <a:spLocks xmlns:a="http://schemas.openxmlformats.org/drawingml/2006/main" noGrp="1"/>
          </p:cNvSpPr>
          <p:nvPr/>
        </p:nvSpPr>
        <p:spPr>
          <a:xfrm xmlns:a="http://schemas.openxmlformats.org/drawingml/2006/main">
            <a:off x="4305300" y="34480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Cinco días + feria + música</a:t>
            </a:r>
          </a:p>
        </p:txBody>
      </p:sp>
      <p:sp>
        <p:nvSpPr>
          <p:cNvPr id="24" name="">
            <a:extLst xmlns:a="http://schemas.openxmlformats.org/drawingml/2006/main">
              <a:ext uri="{FF2B5EF4-FFF2-40B4-BE49-F238E27FC236}">
                <a16:creationId xmlns:a16="http://schemas.microsoft.com/office/drawing/2014/main" id="{D8D9149A-40D1-4258-831B-03DBCE724D7C}"/>
              </a:ext>
            </a:extLst>
          </p:cNvPr>
          <p:cNvSpPr>
            <a:spLocks xmlns:a="http://schemas.openxmlformats.org/drawingml/2006/main" noGrp="1"/>
          </p:cNvSpPr>
          <p:nvPr/>
        </p:nvSpPr>
        <p:spPr>
          <a:xfrm xmlns:a="http://schemas.openxmlformats.org/drawingml/2006/main">
            <a:off x="7905750" y="34480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Encuentro un motivo propio</a:t>
            </a:r>
          </a:p>
        </p:txBody>
      </p:sp>
      <p:sp>
        <p:nvSpPr>
          <p:cNvPr id="25" name="">
            <a:extLst xmlns:a="http://schemas.openxmlformats.org/drawingml/2006/main">
              <a:ext uri="{FF2B5EF4-FFF2-40B4-BE49-F238E27FC236}">
                <a16:creationId xmlns:a16="http://schemas.microsoft.com/office/drawing/2014/main" id="{126C4F25-66E3-4987-A169-54696F4A3315}"/>
              </a:ext>
            </a:extLst>
          </p:cNvPr>
          <p:cNvSpPr>
            <a:spLocks xmlns:a="http://schemas.openxmlformats.org/drawingml/2006/main" noGrp="1"/>
          </p:cNvSpPr>
          <p:nvPr/>
        </p:nvSpPr>
        <p:spPr>
          <a:xfrm xmlns:a="http://schemas.openxmlformats.org/drawingml/2006/main">
            <a:off x="609600" y="390525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AAE0138A-BF24-446B-AD6A-69E74B2E116F}"/>
              </a:ext>
            </a:extLst>
          </p:cNvPr>
          <p:cNvSpPr>
            <a:spLocks xmlns:a="http://schemas.openxmlformats.org/drawingml/2006/main" noGrp="1"/>
          </p:cNvSpPr>
          <p:nvPr/>
        </p:nvSpPr>
        <p:spPr>
          <a:xfrm xmlns:a="http://schemas.openxmlformats.org/drawingml/2006/main">
            <a:off x="609600" y="4114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00AFA0"/>
                </a:solidFill>
                <a:latin typeface="Avenir Next"/>
                <a:ea typeface="Avenir Next"/>
                <a:cs typeface="Avenir Next"/>
              </a:defRPr>
            </a:pPr>
            <a:r>
              <a:rPr sz="1200" b="1" i="0">
                <a:solidFill>
                  <a:srgbClr val="00AFA0"/>
                </a:solidFill>
                <a:latin typeface="Avenir Next"/>
                <a:ea typeface="Avenir Next"/>
                <a:cs typeface="Avenir Next"/>
              </a:rPr>
              <a:t>ELIJO</a:t>
            </a:r>
          </a:p>
        </p:txBody>
      </p:sp>
      <p:sp>
        <p:nvSpPr>
          <p:cNvPr id="27" name="">
            <a:extLst xmlns:a="http://schemas.openxmlformats.org/drawingml/2006/main">
              <a:ext uri="{FF2B5EF4-FFF2-40B4-BE49-F238E27FC236}">
                <a16:creationId xmlns:a16="http://schemas.microsoft.com/office/drawing/2014/main" id="{C3E2D226-2ACE-4045-B1EE-0B9683955BF8}"/>
              </a:ext>
            </a:extLst>
          </p:cNvPr>
          <p:cNvSpPr>
            <a:spLocks xmlns:a="http://schemas.openxmlformats.org/drawingml/2006/main" noGrp="1"/>
          </p:cNvSpPr>
          <p:nvPr/>
        </p:nvSpPr>
        <p:spPr>
          <a:xfrm xmlns:a="http://schemas.openxmlformats.org/drawingml/2006/main">
            <a:off x="2628900" y="41148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Claridad</a:t>
            </a:r>
          </a:p>
        </p:txBody>
      </p:sp>
      <p:sp>
        <p:nvSpPr>
          <p:cNvPr id="28" name="">
            <a:extLst xmlns:a="http://schemas.openxmlformats.org/drawingml/2006/main">
              <a:ext uri="{FF2B5EF4-FFF2-40B4-BE49-F238E27FC236}">
                <a16:creationId xmlns:a16="http://schemas.microsoft.com/office/drawing/2014/main" id="{0840F0AB-9387-488B-8A7C-04F9782FBA34}"/>
              </a:ext>
            </a:extLst>
          </p:cNvPr>
          <p:cNvSpPr>
            <a:spLocks xmlns:a="http://schemas.openxmlformats.org/drawingml/2006/main" noGrp="1"/>
          </p:cNvSpPr>
          <p:nvPr/>
        </p:nvSpPr>
        <p:spPr>
          <a:xfrm xmlns:a="http://schemas.openxmlformats.org/drawingml/2006/main">
            <a:off x="4305300" y="41148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Día, precio, inclusión, agenda</a:t>
            </a:r>
          </a:p>
        </p:txBody>
      </p:sp>
      <p:sp>
        <p:nvSpPr>
          <p:cNvPr id="29" name="">
            <a:extLst xmlns:a="http://schemas.openxmlformats.org/drawingml/2006/main">
              <a:ext uri="{FF2B5EF4-FFF2-40B4-BE49-F238E27FC236}">
                <a16:creationId xmlns:a16="http://schemas.microsoft.com/office/drawing/2014/main" id="{AF05DDA3-3D50-4396-9DE6-86ED84F70EE0}"/>
              </a:ext>
            </a:extLst>
          </p:cNvPr>
          <p:cNvSpPr>
            <a:spLocks xmlns:a="http://schemas.openxmlformats.org/drawingml/2006/main" noGrp="1"/>
          </p:cNvSpPr>
          <p:nvPr/>
        </p:nvSpPr>
        <p:spPr>
          <a:xfrm xmlns:a="http://schemas.openxmlformats.org/drawingml/2006/main">
            <a:off x="7905750" y="41148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Puedo decidir sin adivinar</a:t>
            </a:r>
          </a:p>
        </p:txBody>
      </p:sp>
      <p:sp>
        <p:nvSpPr>
          <p:cNvPr id="30" name="">
            <a:extLst xmlns:a="http://schemas.openxmlformats.org/drawingml/2006/main">
              <a:ext uri="{FF2B5EF4-FFF2-40B4-BE49-F238E27FC236}">
                <a16:creationId xmlns:a16="http://schemas.microsoft.com/office/drawing/2014/main" id="{6501171F-E53E-44A6-8F03-6FFAB148F5D4}"/>
              </a:ext>
            </a:extLst>
          </p:cNvPr>
          <p:cNvSpPr>
            <a:spLocks xmlns:a="http://schemas.openxmlformats.org/drawingml/2006/main" noGrp="1"/>
          </p:cNvSpPr>
          <p:nvPr/>
        </p:nvSpPr>
        <p:spPr>
          <a:xfrm xmlns:a="http://schemas.openxmlformats.org/drawingml/2006/main">
            <a:off x="609600" y="457200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E976E2A-4293-4F2E-B0AE-275A30CA2A19}"/>
              </a:ext>
            </a:extLst>
          </p:cNvPr>
          <p:cNvSpPr>
            <a:spLocks xmlns:a="http://schemas.openxmlformats.org/drawingml/2006/main" noGrp="1"/>
          </p:cNvSpPr>
          <p:nvPr/>
        </p:nvSpPr>
        <p:spPr>
          <a:xfrm xmlns:a="http://schemas.openxmlformats.org/drawingml/2006/main">
            <a:off x="609600" y="47815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315BFF"/>
                </a:solidFill>
                <a:latin typeface="Avenir Next"/>
                <a:ea typeface="Avenir Next"/>
                <a:cs typeface="Avenir Next"/>
              </a:defRPr>
            </a:pPr>
            <a:r>
              <a:rPr sz="1200" b="1" i="0">
                <a:solidFill>
                  <a:srgbClr val="315BFF"/>
                </a:solidFill>
                <a:latin typeface="Avenir Next"/>
                <a:ea typeface="Avenir Next"/>
                <a:cs typeface="Avenir Next"/>
              </a:rPr>
              <a:t>LLEGO</a:t>
            </a:r>
          </a:p>
        </p:txBody>
      </p:sp>
      <p:sp>
        <p:nvSpPr>
          <p:cNvPr id="32" name="">
            <a:extLst xmlns:a="http://schemas.openxmlformats.org/drawingml/2006/main">
              <a:ext uri="{FF2B5EF4-FFF2-40B4-BE49-F238E27FC236}">
                <a16:creationId xmlns:a16="http://schemas.microsoft.com/office/drawing/2014/main" id="{55E7E8AE-D10F-47A2-A863-751BF8CF2814}"/>
              </a:ext>
            </a:extLst>
          </p:cNvPr>
          <p:cNvSpPr>
            <a:spLocks xmlns:a="http://schemas.openxmlformats.org/drawingml/2006/main" noGrp="1"/>
          </p:cNvSpPr>
          <p:nvPr/>
        </p:nvSpPr>
        <p:spPr>
          <a:xfrm xmlns:a="http://schemas.openxmlformats.org/drawingml/2006/main">
            <a:off x="2628900" y="47815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Servicio</a:t>
            </a:r>
          </a:p>
        </p:txBody>
      </p:sp>
      <p:sp>
        <p:nvSpPr>
          <p:cNvPr id="33" name="">
            <a:extLst xmlns:a="http://schemas.openxmlformats.org/drawingml/2006/main">
              <a:ext uri="{FF2B5EF4-FFF2-40B4-BE49-F238E27FC236}">
                <a16:creationId xmlns:a16="http://schemas.microsoft.com/office/drawing/2014/main" id="{11BDC5A2-0412-4256-8581-FA80FF6C7398}"/>
              </a:ext>
            </a:extLst>
          </p:cNvPr>
          <p:cNvSpPr>
            <a:spLocks xmlns:a="http://schemas.openxmlformats.org/drawingml/2006/main" noGrp="1"/>
          </p:cNvSpPr>
          <p:nvPr/>
        </p:nvSpPr>
        <p:spPr>
          <a:xfrm xmlns:a="http://schemas.openxmlformats.org/drawingml/2006/main">
            <a:off x="4305300" y="47815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Mapa, parqueaderos, QR y FAQ</a:t>
            </a:r>
          </a:p>
        </p:txBody>
      </p:sp>
      <p:sp>
        <p:nvSpPr>
          <p:cNvPr id="34" name="">
            <a:extLst xmlns:a="http://schemas.openxmlformats.org/drawingml/2006/main">
              <a:ext uri="{FF2B5EF4-FFF2-40B4-BE49-F238E27FC236}">
                <a16:creationId xmlns:a16="http://schemas.microsoft.com/office/drawing/2014/main" id="{EB9C7BB5-33A3-4698-9EA0-7C8F6E7D9B8C}"/>
              </a:ext>
            </a:extLst>
          </p:cNvPr>
          <p:cNvSpPr>
            <a:spLocks xmlns:a="http://schemas.openxmlformats.org/drawingml/2006/main" noGrp="1"/>
          </p:cNvSpPr>
          <p:nvPr/>
        </p:nvSpPr>
        <p:spPr>
          <a:xfrm xmlns:a="http://schemas.openxmlformats.org/drawingml/2006/main">
            <a:off x="7905750" y="47815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Sé cómo entrar y moverme</a:t>
            </a:r>
          </a:p>
        </p:txBody>
      </p:sp>
      <p:sp>
        <p:nvSpPr>
          <p:cNvPr id="35" name="">
            <a:extLst xmlns:a="http://schemas.openxmlformats.org/drawingml/2006/main">
              <a:ext uri="{FF2B5EF4-FFF2-40B4-BE49-F238E27FC236}">
                <a16:creationId xmlns:a16="http://schemas.microsoft.com/office/drawing/2014/main" id="{EA2C7D5A-E095-4A24-BCEA-D81AF2FEEB1C}"/>
              </a:ext>
            </a:extLst>
          </p:cNvPr>
          <p:cNvSpPr>
            <a:spLocks xmlns:a="http://schemas.openxmlformats.org/drawingml/2006/main" noGrp="1"/>
          </p:cNvSpPr>
          <p:nvPr/>
        </p:nvSpPr>
        <p:spPr>
          <a:xfrm xmlns:a="http://schemas.openxmlformats.org/drawingml/2006/main">
            <a:off x="609600" y="523875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3D89AFF-7E31-4610-9A0A-4BCD7F923BA8}"/>
              </a:ext>
            </a:extLst>
          </p:cNvPr>
          <p:cNvSpPr>
            <a:spLocks xmlns:a="http://schemas.openxmlformats.org/drawingml/2006/main" noGrp="1"/>
          </p:cNvSpPr>
          <p:nvPr/>
        </p:nvSpPr>
        <p:spPr>
          <a:xfrm xmlns:a="http://schemas.openxmlformats.org/drawingml/2006/main">
            <a:off x="609600" y="54483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C928"/>
                </a:solidFill>
                <a:latin typeface="Avenir Next"/>
                <a:ea typeface="Avenir Next"/>
                <a:cs typeface="Avenir Next"/>
              </a:defRPr>
            </a:pPr>
            <a:r>
              <a:rPr sz="1200" b="1" i="0">
                <a:solidFill>
                  <a:srgbClr val="FFC928"/>
                </a:solidFill>
                <a:latin typeface="Avenir Next"/>
                <a:ea typeface="Avenir Next"/>
                <a:cs typeface="Avenir Next"/>
              </a:rPr>
              <a:t>VIVO Y VUELVO</a:t>
            </a:r>
          </a:p>
        </p:txBody>
      </p:sp>
      <p:sp>
        <p:nvSpPr>
          <p:cNvPr id="37" name="">
            <a:extLst xmlns:a="http://schemas.openxmlformats.org/drawingml/2006/main">
              <a:ext uri="{FF2B5EF4-FFF2-40B4-BE49-F238E27FC236}">
                <a16:creationId xmlns:a16="http://schemas.microsoft.com/office/drawing/2014/main" id="{E4615A0C-F5B5-4DEF-9303-CD8D953E2E0C}"/>
              </a:ext>
            </a:extLst>
          </p:cNvPr>
          <p:cNvSpPr>
            <a:spLocks xmlns:a="http://schemas.openxmlformats.org/drawingml/2006/main" noGrp="1"/>
          </p:cNvSpPr>
          <p:nvPr/>
        </p:nvSpPr>
        <p:spPr>
          <a:xfrm xmlns:a="http://schemas.openxmlformats.org/drawingml/2006/main">
            <a:off x="2628900" y="54483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Experiencia</a:t>
            </a:r>
          </a:p>
        </p:txBody>
      </p:sp>
      <p:sp>
        <p:nvSpPr>
          <p:cNvPr id="38" name="">
            <a:extLst xmlns:a="http://schemas.openxmlformats.org/drawingml/2006/main">
              <a:ext uri="{FF2B5EF4-FFF2-40B4-BE49-F238E27FC236}">
                <a16:creationId xmlns:a16="http://schemas.microsoft.com/office/drawing/2014/main" id="{B0A3A4BC-FAEE-4761-9CBB-0C1CA1FCBAA4}"/>
              </a:ext>
            </a:extLst>
          </p:cNvPr>
          <p:cNvSpPr>
            <a:spLocks xmlns:a="http://schemas.openxmlformats.org/drawingml/2006/main" noGrp="1"/>
          </p:cNvSpPr>
          <p:nvPr/>
        </p:nvSpPr>
        <p:spPr>
          <a:xfrm xmlns:a="http://schemas.openxmlformats.org/drawingml/2006/main">
            <a:off x="4305300" y="54483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8000"/>
                  </a:srgbClr>
                </a:solidFill>
                <a:latin typeface="Avenir Next"/>
                <a:ea typeface="Avenir Next"/>
                <a:cs typeface="Avenir Next"/>
              </a:defRPr>
            </a:pPr>
            <a:r>
              <a:rPr sz="1200" b="0" i="0">
                <a:solidFill>
                  <a:srgbClr val="FFFFFF">
                    <a:alpha val="78000"/>
                  </a:srgbClr>
                </a:solidFill>
                <a:latin typeface="Avenir Next"/>
                <a:ea typeface="Avenir Next"/>
                <a:cs typeface="Avenir Next"/>
              </a:rPr>
              <a:t>Rutas, rituales, retorno y cobertura</a:t>
            </a:r>
          </a:p>
        </p:txBody>
      </p:sp>
      <p:sp>
        <p:nvSpPr>
          <p:cNvPr id="39" name="">
            <a:extLst xmlns:a="http://schemas.openxmlformats.org/drawingml/2006/main">
              <a:ext uri="{FF2B5EF4-FFF2-40B4-BE49-F238E27FC236}">
                <a16:creationId xmlns:a16="http://schemas.microsoft.com/office/drawing/2014/main" id="{D87487BF-13CB-41FE-934C-029ECE2D492B}"/>
              </a:ext>
            </a:extLst>
          </p:cNvPr>
          <p:cNvSpPr>
            <a:spLocks xmlns:a="http://schemas.openxmlformats.org/drawingml/2006/main" noGrp="1"/>
          </p:cNvSpPr>
          <p:nvPr/>
        </p:nvSpPr>
        <p:spPr>
          <a:xfrm xmlns:a="http://schemas.openxmlformats.org/drawingml/2006/main">
            <a:off x="7905750" y="54483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Quiero regresar y compartir</a:t>
            </a:r>
          </a:p>
        </p:txBody>
      </p:sp>
      <p:sp>
        <p:nvSpPr>
          <p:cNvPr id="40" name="">
            <a:extLst xmlns:a="http://schemas.openxmlformats.org/drawingml/2006/main">
              <a:ext uri="{FF2B5EF4-FFF2-40B4-BE49-F238E27FC236}">
                <a16:creationId xmlns:a16="http://schemas.microsoft.com/office/drawing/2014/main" id="{7BDFA227-FB39-4D2F-8317-A32F5F0D53DF}"/>
              </a:ext>
            </a:extLst>
          </p:cNvPr>
          <p:cNvSpPr>
            <a:spLocks xmlns:a="http://schemas.openxmlformats.org/drawingml/2006/main" noGrp="1"/>
          </p:cNvSpPr>
          <p:nvPr/>
        </p:nvSpPr>
        <p:spPr>
          <a:xfrm xmlns:a="http://schemas.openxmlformats.org/drawingml/2006/main">
            <a:off x="609600" y="5905500"/>
            <a:ext cx="10629900" cy="19050"/>
          </a:xfrm>
          <a:prstGeom xmlns:a="http://schemas.openxmlformats.org/drawingml/2006/main" prst="rect">
            <a:avLst/>
          </a:prstGeom>
          <a:solidFill xmlns:a="http://schemas.openxmlformats.org/drawingml/2006/main">
            <a:srgbClr val="FFFFFF">
              <a:alpha val="12000"/>
            </a:srgbClr>
          </a:solidFill>
          <a:ln xmlns:a="http://schemas.openxmlformats.org/drawingml/2006/main" w="0">
            <a:noFill/>
            <a:prstDash val="solid"/>
          </a:ln>
        </p:spPr>
      </p:sp>
    </p:spTree>
    <p:extLst>
      <p:ext uri="{BB962C8B-B14F-4D97-AF65-F5344CB8AC3E}">
        <p14:creationId xmlns:p14="http://schemas.microsoft.com/office/powerpoint/2010/main" val="1401532388"/>
      </p:ext>
    </p:extLst>
  </p:cSld>
</p:sld>
</file>

<file path=ppt/slides/slide10.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32CDD9C-627E-405E-9EAC-408BBF6DB8ED}"/>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2D87B2-DC12-4A7F-8EDB-C6271F879A0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A069CC8-B5EC-4811-8B8A-3090DA19791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C0DBE9F-4D10-4F39-A522-497C7AC60B94}"/>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876E41-E6C2-4686-982F-2448A8D7315D}"/>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88E6C5-EA19-4B9B-A93F-A87D0948505C}"/>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PRODUCTO DE EXPERIENCIA</a:t>
            </a:r>
          </a:p>
        </p:txBody>
      </p:sp>
      <p:sp>
        <p:nvSpPr>
          <p:cNvPr id="7" name="">
            <a:extLst xmlns:a="http://schemas.openxmlformats.org/drawingml/2006/main">
              <a:ext uri="{FF2B5EF4-FFF2-40B4-BE49-F238E27FC236}">
                <a16:creationId xmlns:a16="http://schemas.microsoft.com/office/drawing/2014/main" id="{05621FDD-E69F-4675-B20D-E2D33A95EE9E}"/>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F09705D2-892E-41A7-8CB0-3C8840D15478}"/>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10</a:t>
            </a:r>
          </a:p>
        </p:txBody>
      </p:sp>
      <p:sp>
        <p:nvSpPr>
          <p:cNvPr id="9" name="">
            <a:extLst xmlns:a="http://schemas.openxmlformats.org/drawingml/2006/main">
              <a:ext uri="{FF2B5EF4-FFF2-40B4-BE49-F238E27FC236}">
                <a16:creationId xmlns:a16="http://schemas.microsoft.com/office/drawing/2014/main" id="{F7861963-401C-463D-B48D-D843C3B1F9C4}"/>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CINCO CAPÍTULOS</a:t>
            </a:r>
          </a:p>
        </p:txBody>
      </p:sp>
      <p:sp>
        <p:nvSpPr>
          <p:cNvPr id="10" name="">
            <a:extLst xmlns:a="http://schemas.openxmlformats.org/drawingml/2006/main">
              <a:ext uri="{FF2B5EF4-FFF2-40B4-BE49-F238E27FC236}">
                <a16:creationId xmlns:a16="http://schemas.microsoft.com/office/drawing/2014/main" id="{B8846F7D-C734-465C-A777-2984B0F320BF}"/>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25112C"/>
                </a:solidFill>
                <a:latin typeface="DIN Condensed"/>
                <a:ea typeface="DIN Condensed"/>
                <a:cs typeface="DIN Condensed"/>
              </a:defRPr>
            </a:pPr>
            <a:r>
              <a:rPr sz="3900" b="1" i="0">
                <a:solidFill>
                  <a:srgbClr val="25112C"/>
                </a:solidFill>
                <a:latin typeface="DIN Condensed"/>
                <a:ea typeface="DIN Condensed"/>
                <a:cs typeface="DIN Condensed"/>
              </a:rPr>
              <a:t>Cada día necesita una razón propia para asistir y volver.</a:t>
            </a:r>
          </a:p>
        </p:txBody>
      </p:sp>
      <p:sp>
        <p:nvSpPr>
          <p:cNvPr id="11" name="">
            <a:extLst xmlns:a="http://schemas.openxmlformats.org/drawingml/2006/main">
              <a:ext uri="{FF2B5EF4-FFF2-40B4-BE49-F238E27FC236}">
                <a16:creationId xmlns:a16="http://schemas.microsoft.com/office/drawing/2014/main" id="{4AE45C08-7D2D-4406-9A83-36F0112BBDCC}"/>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El primer día requiere un beneficio de retorno real; los demás deben combinar feria, familia, música y tradición en proporciones distintas.</a:t>
            </a:r>
          </a:p>
        </p:txBody>
      </p:sp>
      <p:sp>
        <p:nvSpPr>
          <p:cNvPr id="12" name="">
            <a:extLst xmlns:a="http://schemas.openxmlformats.org/drawingml/2006/main">
              <a:ext uri="{FF2B5EF4-FFF2-40B4-BE49-F238E27FC236}">
                <a16:creationId xmlns:a16="http://schemas.microsoft.com/office/drawing/2014/main" id="{77CBCEBB-8C49-46DF-9209-888D9ECC2995}"/>
              </a:ext>
            </a:extLst>
          </p:cNvPr>
          <p:cNvSpPr>
            <a:spLocks xmlns:a="http://schemas.openxmlformats.org/drawingml/2006/main" noGrp="1"/>
          </p:cNvSpPr>
          <p:nvPr/>
        </p:nvSpPr>
        <p:spPr>
          <a:xfrm xmlns:a="http://schemas.openxmlformats.org/drawingml/2006/main">
            <a:off x="609600" y="2724150"/>
            <a:ext cx="1962150" cy="31051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7A7563-293A-4523-B112-F28991EC0273}"/>
              </a:ext>
            </a:extLst>
          </p:cNvPr>
          <p:cNvSpPr>
            <a:spLocks xmlns:a="http://schemas.openxmlformats.org/drawingml/2006/main" noGrp="1"/>
          </p:cNvSpPr>
          <p:nvPr/>
        </p:nvSpPr>
        <p:spPr>
          <a:xfrm xmlns:a="http://schemas.openxmlformats.org/drawingml/2006/main">
            <a:off x="78105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1</a:t>
            </a:r>
          </a:p>
        </p:txBody>
      </p:sp>
      <p:sp>
        <p:nvSpPr>
          <p:cNvPr id="14" name="">
            <a:extLst xmlns:a="http://schemas.openxmlformats.org/drawingml/2006/main">
              <a:ext uri="{FF2B5EF4-FFF2-40B4-BE49-F238E27FC236}">
                <a16:creationId xmlns:a16="http://schemas.microsoft.com/office/drawing/2014/main" id="{6611B367-7740-4EB3-BA90-1C94AC18C916}"/>
              </a:ext>
            </a:extLst>
          </p:cNvPr>
          <p:cNvSpPr>
            <a:spLocks xmlns:a="http://schemas.openxmlformats.org/drawingml/2006/main" noGrp="1"/>
          </p:cNvSpPr>
          <p:nvPr/>
        </p:nvSpPr>
        <p:spPr>
          <a:xfrm xmlns:a="http://schemas.openxmlformats.org/drawingml/2006/main">
            <a:off x="78105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VOLVER</a:t>
            </a:r>
          </a:p>
        </p:txBody>
      </p:sp>
      <p:sp>
        <p:nvSpPr>
          <p:cNvPr id="15" name="">
            <a:extLst xmlns:a="http://schemas.openxmlformats.org/drawingml/2006/main">
              <a:ext uri="{FF2B5EF4-FFF2-40B4-BE49-F238E27FC236}">
                <a16:creationId xmlns:a16="http://schemas.microsoft.com/office/drawing/2014/main" id="{AD2B1416-AC73-491B-9635-3A9BD3F4AD48}"/>
              </a:ext>
            </a:extLst>
          </p:cNvPr>
          <p:cNvSpPr>
            <a:spLocks xmlns:a="http://schemas.openxmlformats.org/drawingml/2006/main" noGrp="1"/>
          </p:cNvSpPr>
          <p:nvPr/>
        </p:nvSpPr>
        <p:spPr>
          <a:xfrm xmlns:a="http://schemas.openxmlformats.org/drawingml/2006/main">
            <a:off x="78105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apertura · comunidad · beneficio de retorno*</a:t>
            </a:r>
          </a:p>
        </p:txBody>
      </p:sp>
      <p:sp>
        <p:nvSpPr>
          <p:cNvPr id="16" name="">
            <a:extLst xmlns:a="http://schemas.openxmlformats.org/drawingml/2006/main">
              <a:ext uri="{FF2B5EF4-FFF2-40B4-BE49-F238E27FC236}">
                <a16:creationId xmlns:a16="http://schemas.microsoft.com/office/drawing/2014/main" id="{D5D40112-E7E4-45A9-8942-60474AE48E4D}"/>
              </a:ext>
            </a:extLst>
          </p:cNvPr>
          <p:cNvSpPr>
            <a:spLocks xmlns:a="http://schemas.openxmlformats.org/drawingml/2006/main" noGrp="1"/>
          </p:cNvSpPr>
          <p:nvPr/>
        </p:nvSpPr>
        <p:spPr>
          <a:xfrm xmlns:a="http://schemas.openxmlformats.org/drawingml/2006/main">
            <a:off x="2800350" y="2724150"/>
            <a:ext cx="1962150" cy="31051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E5217A8-2E5F-42C6-97B1-3E1C683A8F86}"/>
              </a:ext>
            </a:extLst>
          </p:cNvPr>
          <p:cNvSpPr>
            <a:spLocks xmlns:a="http://schemas.openxmlformats.org/drawingml/2006/main" noGrp="1"/>
          </p:cNvSpPr>
          <p:nvPr/>
        </p:nvSpPr>
        <p:spPr>
          <a:xfrm xmlns:a="http://schemas.openxmlformats.org/drawingml/2006/main">
            <a:off x="297180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2</a:t>
            </a:r>
          </a:p>
        </p:txBody>
      </p:sp>
      <p:sp>
        <p:nvSpPr>
          <p:cNvPr id="18" name="">
            <a:extLst xmlns:a="http://schemas.openxmlformats.org/drawingml/2006/main">
              <a:ext uri="{FF2B5EF4-FFF2-40B4-BE49-F238E27FC236}">
                <a16:creationId xmlns:a16="http://schemas.microsoft.com/office/drawing/2014/main" id="{4FB9C8C2-6228-414A-9CB8-87BCED310100}"/>
              </a:ext>
            </a:extLst>
          </p:cNvPr>
          <p:cNvSpPr>
            <a:spLocks xmlns:a="http://schemas.openxmlformats.org/drawingml/2006/main" noGrp="1"/>
          </p:cNvSpPr>
          <p:nvPr/>
        </p:nvSpPr>
        <p:spPr>
          <a:xfrm xmlns:a="http://schemas.openxmlformats.org/drawingml/2006/main">
            <a:off x="297180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DESCUBRIR</a:t>
            </a:r>
          </a:p>
        </p:txBody>
      </p:sp>
      <p:sp>
        <p:nvSpPr>
          <p:cNvPr id="19" name="">
            <a:extLst xmlns:a="http://schemas.openxmlformats.org/drawingml/2006/main">
              <a:ext uri="{FF2B5EF4-FFF2-40B4-BE49-F238E27FC236}">
                <a16:creationId xmlns:a16="http://schemas.microsoft.com/office/drawing/2014/main" id="{984F33BB-A982-4C9B-A403-105C7CC89258}"/>
              </a:ext>
            </a:extLst>
          </p:cNvPr>
          <p:cNvSpPr>
            <a:spLocks xmlns:a="http://schemas.openxmlformats.org/drawingml/2006/main" noGrp="1"/>
          </p:cNvSpPr>
          <p:nvPr/>
        </p:nvSpPr>
        <p:spPr>
          <a:xfrm xmlns:a="http://schemas.openxmlformats.org/drawingml/2006/main">
            <a:off x="297180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feria · comercio · sabores</a:t>
            </a:r>
          </a:p>
        </p:txBody>
      </p:sp>
      <p:sp>
        <p:nvSpPr>
          <p:cNvPr id="20" name="">
            <a:extLst xmlns:a="http://schemas.openxmlformats.org/drawingml/2006/main">
              <a:ext uri="{FF2B5EF4-FFF2-40B4-BE49-F238E27FC236}">
                <a16:creationId xmlns:a16="http://schemas.microsoft.com/office/drawing/2014/main" id="{747CE7B2-D4B9-4934-9C2B-3D72B1F1DAA3}"/>
              </a:ext>
            </a:extLst>
          </p:cNvPr>
          <p:cNvSpPr>
            <a:spLocks xmlns:a="http://schemas.openxmlformats.org/drawingml/2006/main" noGrp="1"/>
          </p:cNvSpPr>
          <p:nvPr/>
        </p:nvSpPr>
        <p:spPr>
          <a:xfrm xmlns:a="http://schemas.openxmlformats.org/drawingml/2006/main">
            <a:off x="4991100" y="2724150"/>
            <a:ext cx="1962150" cy="31051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BEEC977-66B1-4F75-AA4F-15174B0CA3D2}"/>
              </a:ext>
            </a:extLst>
          </p:cNvPr>
          <p:cNvSpPr>
            <a:spLocks xmlns:a="http://schemas.openxmlformats.org/drawingml/2006/main" noGrp="1"/>
          </p:cNvSpPr>
          <p:nvPr/>
        </p:nvSpPr>
        <p:spPr>
          <a:xfrm xmlns:a="http://schemas.openxmlformats.org/drawingml/2006/main">
            <a:off x="516255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3</a:t>
            </a:r>
          </a:p>
        </p:txBody>
      </p:sp>
      <p:sp>
        <p:nvSpPr>
          <p:cNvPr id="22" name="">
            <a:extLst xmlns:a="http://schemas.openxmlformats.org/drawingml/2006/main">
              <a:ext uri="{FF2B5EF4-FFF2-40B4-BE49-F238E27FC236}">
                <a16:creationId xmlns:a16="http://schemas.microsoft.com/office/drawing/2014/main" id="{813F68D0-15DA-4994-83D0-3614BF79732D}"/>
              </a:ext>
            </a:extLst>
          </p:cNvPr>
          <p:cNvSpPr>
            <a:spLocks xmlns:a="http://schemas.openxmlformats.org/drawingml/2006/main" noGrp="1"/>
          </p:cNvSpPr>
          <p:nvPr/>
        </p:nvSpPr>
        <p:spPr>
          <a:xfrm xmlns:a="http://schemas.openxmlformats.org/drawingml/2006/main">
            <a:off x="516255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CANTAR</a:t>
            </a:r>
          </a:p>
        </p:txBody>
      </p:sp>
      <p:sp>
        <p:nvSpPr>
          <p:cNvPr id="23" name="">
            <a:extLst xmlns:a="http://schemas.openxmlformats.org/drawingml/2006/main">
              <a:ext uri="{FF2B5EF4-FFF2-40B4-BE49-F238E27FC236}">
                <a16:creationId xmlns:a16="http://schemas.microsoft.com/office/drawing/2014/main" id="{29CCF6CF-DFEF-4B27-A861-B1D5485FBCB6}"/>
              </a:ext>
            </a:extLst>
          </p:cNvPr>
          <p:cNvSpPr>
            <a:spLocks xmlns:a="http://schemas.openxmlformats.org/drawingml/2006/main" noGrp="1"/>
          </p:cNvSpPr>
          <p:nvPr/>
        </p:nvSpPr>
        <p:spPr>
          <a:xfrm xmlns:a="http://schemas.openxmlformats.org/drawingml/2006/main">
            <a:off x="516255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feria + gran momento musical</a:t>
            </a:r>
          </a:p>
        </p:txBody>
      </p:sp>
      <p:sp>
        <p:nvSpPr>
          <p:cNvPr id="24" name="">
            <a:extLst xmlns:a="http://schemas.openxmlformats.org/drawingml/2006/main">
              <a:ext uri="{FF2B5EF4-FFF2-40B4-BE49-F238E27FC236}">
                <a16:creationId xmlns:a16="http://schemas.microsoft.com/office/drawing/2014/main" id="{1C4E85F7-8E9B-4C9D-B0A9-619ABC2D0DFC}"/>
              </a:ext>
            </a:extLst>
          </p:cNvPr>
          <p:cNvSpPr>
            <a:spLocks xmlns:a="http://schemas.openxmlformats.org/drawingml/2006/main" noGrp="1"/>
          </p:cNvSpPr>
          <p:nvPr/>
        </p:nvSpPr>
        <p:spPr>
          <a:xfrm xmlns:a="http://schemas.openxmlformats.org/drawingml/2006/main">
            <a:off x="7181850" y="2724150"/>
            <a:ext cx="1962150" cy="31051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17B884D-FC46-4CA1-83BA-9614870F68D8}"/>
              </a:ext>
            </a:extLst>
          </p:cNvPr>
          <p:cNvSpPr>
            <a:spLocks xmlns:a="http://schemas.openxmlformats.org/drawingml/2006/main" noGrp="1"/>
          </p:cNvSpPr>
          <p:nvPr/>
        </p:nvSpPr>
        <p:spPr>
          <a:xfrm xmlns:a="http://schemas.openxmlformats.org/drawingml/2006/main">
            <a:off x="735330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4</a:t>
            </a:r>
          </a:p>
        </p:txBody>
      </p:sp>
      <p:sp>
        <p:nvSpPr>
          <p:cNvPr id="26" name="">
            <a:extLst xmlns:a="http://schemas.openxmlformats.org/drawingml/2006/main">
              <a:ext uri="{FF2B5EF4-FFF2-40B4-BE49-F238E27FC236}">
                <a16:creationId xmlns:a16="http://schemas.microsoft.com/office/drawing/2014/main" id="{DCF0E8A7-429B-47E7-9EFC-747EE0BAAA7D}"/>
              </a:ext>
            </a:extLst>
          </p:cNvPr>
          <p:cNvSpPr>
            <a:spLocks xmlns:a="http://schemas.openxmlformats.org/drawingml/2006/main" noGrp="1"/>
          </p:cNvSpPr>
          <p:nvPr/>
        </p:nvSpPr>
        <p:spPr>
          <a:xfrm xmlns:a="http://schemas.openxmlformats.org/drawingml/2006/main">
            <a:off x="735330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COMPARTIR</a:t>
            </a:r>
          </a:p>
        </p:txBody>
      </p:sp>
      <p:sp>
        <p:nvSpPr>
          <p:cNvPr id="27" name="">
            <a:extLst xmlns:a="http://schemas.openxmlformats.org/drawingml/2006/main">
              <a:ext uri="{FF2B5EF4-FFF2-40B4-BE49-F238E27FC236}">
                <a16:creationId xmlns:a16="http://schemas.microsoft.com/office/drawing/2014/main" id="{8AA0F229-7FD5-4AEA-AC08-D3928017C0A2}"/>
              </a:ext>
            </a:extLst>
          </p:cNvPr>
          <p:cNvSpPr>
            <a:spLocks xmlns:a="http://schemas.openxmlformats.org/drawingml/2006/main" noGrp="1"/>
          </p:cNvSpPr>
          <p:nvPr/>
        </p:nvSpPr>
        <p:spPr>
          <a:xfrm xmlns:a="http://schemas.openxmlformats.org/drawingml/2006/main">
            <a:off x="735330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familia · cultura · concursos</a:t>
            </a:r>
          </a:p>
        </p:txBody>
      </p:sp>
      <p:sp>
        <p:nvSpPr>
          <p:cNvPr id="28" name="">
            <a:extLst xmlns:a="http://schemas.openxmlformats.org/drawingml/2006/main">
              <a:ext uri="{FF2B5EF4-FFF2-40B4-BE49-F238E27FC236}">
                <a16:creationId xmlns:a16="http://schemas.microsoft.com/office/drawing/2014/main" id="{F5BCA624-1B3D-493B-9FEE-D323C8A4F865}"/>
              </a:ext>
            </a:extLst>
          </p:cNvPr>
          <p:cNvSpPr>
            <a:spLocks xmlns:a="http://schemas.openxmlformats.org/drawingml/2006/main" noGrp="1"/>
          </p:cNvSpPr>
          <p:nvPr/>
        </p:nvSpPr>
        <p:spPr>
          <a:xfrm xmlns:a="http://schemas.openxmlformats.org/drawingml/2006/main">
            <a:off x="9372600" y="2724150"/>
            <a:ext cx="1962150" cy="31051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02CA4AA-C021-4448-BBED-82F73CF569DE}"/>
              </a:ext>
            </a:extLst>
          </p:cNvPr>
          <p:cNvSpPr>
            <a:spLocks xmlns:a="http://schemas.openxmlformats.org/drawingml/2006/main" noGrp="1"/>
          </p:cNvSpPr>
          <p:nvPr/>
        </p:nvSpPr>
        <p:spPr>
          <a:xfrm xmlns:a="http://schemas.openxmlformats.org/drawingml/2006/main">
            <a:off x="9544050" y="2952750"/>
            <a:ext cx="85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703"/>
          </a:bodyPr>
          <a:lstStyle xmlns:a="http://schemas.openxmlformats.org/drawingml/2006/main"/>
          <a:p xmlns:a="http://schemas.openxmlformats.org/drawingml/2006/main">
            <a:pPr algn="l">
              <a:lnSpc>
                <a:spcPct val="105000"/>
              </a:lnSpc>
              <a:buNone/>
              <a:defRPr sz="5250" b="1" i="0">
                <a:solidFill>
                  <a:srgbClr val="FFFFFF">
                    <a:alpha val="85000"/>
                  </a:srgbClr>
                </a:solidFill>
                <a:latin typeface="DIN Condensed"/>
                <a:ea typeface="DIN Condensed"/>
                <a:cs typeface="DIN Condensed"/>
              </a:defRPr>
            </a:pPr>
            <a:r>
              <a:rPr sz="5250" b="1" i="0">
                <a:solidFill>
                  <a:srgbClr val="FFFFFF">
                    <a:alpha val="85000"/>
                  </a:srgbClr>
                </a:solidFill>
                <a:latin typeface="DIN Condensed"/>
                <a:ea typeface="DIN Condensed"/>
                <a:cs typeface="DIN Condensed"/>
              </a:rPr>
              <a:t>5</a:t>
            </a:r>
          </a:p>
        </p:txBody>
      </p:sp>
      <p:sp>
        <p:nvSpPr>
          <p:cNvPr id="30" name="">
            <a:extLst xmlns:a="http://schemas.openxmlformats.org/drawingml/2006/main">
              <a:ext uri="{FF2B5EF4-FFF2-40B4-BE49-F238E27FC236}">
                <a16:creationId xmlns:a16="http://schemas.microsoft.com/office/drawing/2014/main" id="{401E758B-28E1-4C6A-A389-69291B57D4C3}"/>
              </a:ext>
            </a:extLst>
          </p:cNvPr>
          <p:cNvSpPr>
            <a:spLocks xmlns:a="http://schemas.openxmlformats.org/drawingml/2006/main" noGrp="1"/>
          </p:cNvSpPr>
          <p:nvPr/>
        </p:nvSpPr>
        <p:spPr>
          <a:xfrm xmlns:a="http://schemas.openxmlformats.org/drawingml/2006/main">
            <a:off x="9544050" y="4000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i="0">
                <a:solidFill>
                  <a:srgbClr val="FFFFFF"/>
                </a:solidFill>
                <a:latin typeface="DIN Condensed"/>
                <a:ea typeface="DIN Condensed"/>
                <a:cs typeface="DIN Condensed"/>
              </a:defRPr>
            </a:pPr>
            <a:r>
              <a:rPr sz="2100" b="1" i="0">
                <a:solidFill>
                  <a:srgbClr val="FFFFFF"/>
                </a:solidFill>
                <a:latin typeface="DIN Condensed"/>
                <a:ea typeface="DIN Condensed"/>
                <a:cs typeface="DIN Condensed"/>
              </a:rPr>
              <a:t>RECORDAR</a:t>
            </a:r>
          </a:p>
        </p:txBody>
      </p:sp>
      <p:sp>
        <p:nvSpPr>
          <p:cNvPr id="31" name="">
            <a:extLst xmlns:a="http://schemas.openxmlformats.org/drawingml/2006/main">
              <a:ext uri="{FF2B5EF4-FFF2-40B4-BE49-F238E27FC236}">
                <a16:creationId xmlns:a16="http://schemas.microsoft.com/office/drawing/2014/main" id="{69FD106A-C5ED-4779-B3A1-C8860A9A094A}"/>
              </a:ext>
            </a:extLst>
          </p:cNvPr>
          <p:cNvSpPr>
            <a:spLocks xmlns:a="http://schemas.openxmlformats.org/drawingml/2006/main" noGrp="1"/>
          </p:cNvSpPr>
          <p:nvPr/>
        </p:nvSpPr>
        <p:spPr>
          <a:xfrm xmlns:a="http://schemas.openxmlformats.org/drawingml/2006/main">
            <a:off x="9544050" y="4572000"/>
            <a:ext cx="1619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colada · memoria · cierre</a:t>
            </a:r>
          </a:p>
        </p:txBody>
      </p:sp>
      <p:sp>
        <p:nvSpPr>
          <p:cNvPr id="32" name="">
            <a:extLst xmlns:a="http://schemas.openxmlformats.org/drawingml/2006/main">
              <a:ext uri="{FF2B5EF4-FFF2-40B4-BE49-F238E27FC236}">
                <a16:creationId xmlns:a16="http://schemas.microsoft.com/office/drawing/2014/main" id="{DA9ED7C0-5F8A-4456-B375-624495C4B979}"/>
              </a:ext>
            </a:extLst>
          </p:cNvPr>
          <p:cNvSpPr>
            <a:spLocks xmlns:a="http://schemas.openxmlformats.org/drawingml/2006/main" noGrp="1"/>
          </p:cNvSpPr>
          <p:nvPr/>
        </p:nvSpPr>
        <p:spPr>
          <a:xfrm xmlns:a="http://schemas.openxmlformats.org/drawingml/2006/main">
            <a:off x="609600" y="596265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0" i="0">
                <a:solidFill>
                  <a:srgbClr val="6D6470"/>
                </a:solidFill>
                <a:latin typeface="Avenir Next"/>
                <a:ea typeface="Avenir Next"/>
                <a:cs typeface="Avenir Next"/>
              </a:defRPr>
            </a:pPr>
            <a:r>
              <a:rPr sz="975" b="0" i="0">
                <a:solidFill>
                  <a:srgbClr val="6D6470"/>
                </a:solidFill>
                <a:latin typeface="Avenir Next"/>
                <a:ea typeface="Avenir Next"/>
                <a:cs typeface="Avenir Next"/>
              </a:rPr>
              <a:t>* Beneficio, cupo y mecánica sujetos a aprobación comercial y conciliación de entradas.</a:t>
            </a:r>
          </a:p>
        </p:txBody>
      </p:sp>
    </p:spTree>
    <p:extLst>
      <p:ext uri="{BB962C8B-B14F-4D97-AF65-F5344CB8AC3E}">
        <p14:creationId xmlns:p14="http://schemas.microsoft.com/office/powerpoint/2010/main" val="1859990791"/>
      </p:ext>
    </p:extLst>
  </p:cSld>
</p:sld>
</file>

<file path=ppt/slides/slide11.xml><?xml version="1.0" encoding="utf-8"?>
<p:sld xmlns:p="http://schemas.openxmlformats.org/presentationml/2006/main">
  <p:cSld>
    <p:bg>
      <p:bgPr>
        <a:solidFill xmlns:a="http://schemas.openxmlformats.org/drawingml/2006/main">
          <a:srgbClr val="00AFA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EB3814D9-6AA8-4215-9499-D613396EA231}"/>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CF557A5-484A-4516-A510-52EAED307ADC}"/>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ECBF99D-BC66-446E-B010-A8D609D18849}"/>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50A5270-2FA6-4537-A376-2E1A8917580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19AA8F4-4AE0-4850-87AA-1412E075855F}"/>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2BBC0AA-5CBB-416A-856A-F69B758372F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TERRITORIO DE EXPERIENCIA</a:t>
            </a:r>
          </a:p>
        </p:txBody>
      </p:sp>
      <p:sp>
        <p:nvSpPr>
          <p:cNvPr id="7" name="">
            <a:extLst xmlns:a="http://schemas.openxmlformats.org/drawingml/2006/main">
              <a:ext uri="{FF2B5EF4-FFF2-40B4-BE49-F238E27FC236}">
                <a16:creationId xmlns:a16="http://schemas.microsoft.com/office/drawing/2014/main" id="{4FE21E73-C808-459D-8D5D-2DA60F5075D1}"/>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D1D37857-3B7A-47DB-8C2A-938DAEA955E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11</a:t>
            </a:r>
          </a:p>
        </p:txBody>
      </p:sp>
      <p:sp>
        <p:nvSpPr>
          <p:cNvPr id="9" name="">
            <a:extLst xmlns:a="http://schemas.openxmlformats.org/drawingml/2006/main">
              <a:ext uri="{FF2B5EF4-FFF2-40B4-BE49-F238E27FC236}">
                <a16:creationId xmlns:a16="http://schemas.microsoft.com/office/drawing/2014/main" id="{4565F53A-CF4B-4C91-85FF-9A5B391184FC}"/>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LA FERIA COMPLETA</a:t>
            </a:r>
          </a:p>
        </p:txBody>
      </p:sp>
      <p:sp>
        <p:nvSpPr>
          <p:cNvPr id="10" name="">
            <a:extLst xmlns:a="http://schemas.openxmlformats.org/drawingml/2006/main">
              <a:ext uri="{FF2B5EF4-FFF2-40B4-BE49-F238E27FC236}">
                <a16:creationId xmlns:a16="http://schemas.microsoft.com/office/drawing/2014/main" id="{023F2BC4-A184-4DA7-B787-CC13ED58F0DA}"/>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Un territorio. Muchos mundos simultáneos.</a:t>
            </a:r>
          </a:p>
        </p:txBody>
      </p:sp>
      <p:sp>
        <p:nvSpPr>
          <p:cNvPr id="11" name="">
            <a:extLst xmlns:a="http://schemas.openxmlformats.org/drawingml/2006/main">
              <a:ext uri="{FF2B5EF4-FFF2-40B4-BE49-F238E27FC236}">
                <a16:creationId xmlns:a16="http://schemas.microsoft.com/office/drawing/2014/main" id="{DB26A4E8-0D43-40C9-983E-F667FED62C16}"/>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comunicación debe enseñar a elegir y conectar zonas; no publicar horarios aislados como si fueran eventos distintos.</a:t>
            </a:r>
          </a:p>
        </p:txBody>
      </p:sp>
      <p:sp>
        <p:nvSpPr>
          <p:cNvPr id="12" name="">
            <a:extLst xmlns:a="http://schemas.openxmlformats.org/drawingml/2006/main">
              <a:ext uri="{FF2B5EF4-FFF2-40B4-BE49-F238E27FC236}">
                <a16:creationId xmlns:a16="http://schemas.microsoft.com/office/drawing/2014/main" id="{2D3D87B5-2192-4E2F-9A32-94376A337A76}"/>
              </a:ext>
            </a:extLst>
          </p:cNvPr>
          <p:cNvSpPr>
            <a:spLocks xmlns:a="http://schemas.openxmlformats.org/drawingml/2006/main" noGrp="1"/>
          </p:cNvSpPr>
          <p:nvPr/>
        </p:nvSpPr>
        <p:spPr>
          <a:xfrm xmlns:a="http://schemas.openxmlformats.org/drawingml/2006/main">
            <a:off x="609600" y="2419350"/>
            <a:ext cx="40957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0AACFCD-1960-49BC-A2FA-8F37AA187C65}"/>
              </a:ext>
            </a:extLst>
          </p:cNvPr>
          <p:cNvSpPr>
            <a:spLocks xmlns:a="http://schemas.openxmlformats.org/drawingml/2006/main" noGrp="1"/>
          </p:cNvSpPr>
          <p:nvPr/>
        </p:nvSpPr>
        <p:spPr>
          <a:xfrm xmlns:a="http://schemas.openxmlformats.org/drawingml/2006/main">
            <a:off x="704850" y="2466975"/>
            <a:ext cx="3905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ANCLAS HISTÓRICAS · PROGRAMACIÓN 2026 POR RATIFICAR</a:t>
            </a:r>
          </a:p>
        </p:txBody>
      </p:sp>
      <p:sp>
        <p:nvSpPr>
          <p:cNvPr id="14" name="">
            <a:extLst xmlns:a="http://schemas.openxmlformats.org/drawingml/2006/main">
              <a:ext uri="{FF2B5EF4-FFF2-40B4-BE49-F238E27FC236}">
                <a16:creationId xmlns:a16="http://schemas.microsoft.com/office/drawing/2014/main" id="{730C2C0F-34C2-4F5B-9D15-2E65163FD07C}"/>
              </a:ext>
            </a:extLst>
          </p:cNvPr>
          <p:cNvSpPr>
            <a:spLocks xmlns:a="http://schemas.openxmlformats.org/drawingml/2006/main" noGrp="1"/>
          </p:cNvSpPr>
          <p:nvPr/>
        </p:nvSpPr>
        <p:spPr>
          <a:xfrm xmlns:a="http://schemas.openxmlformats.org/drawingml/2006/main">
            <a:off x="609600" y="2857500"/>
            <a:ext cx="3333750" cy="11811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175B878-3EFE-4EF8-A389-EE0A531D7335}"/>
              </a:ext>
            </a:extLst>
          </p:cNvPr>
          <p:cNvSpPr>
            <a:spLocks xmlns:a="http://schemas.openxmlformats.org/drawingml/2006/main" noGrp="1"/>
          </p:cNvSpPr>
          <p:nvPr/>
        </p:nvSpPr>
        <p:spPr>
          <a:xfrm xmlns:a="http://schemas.openxmlformats.org/drawingml/2006/main">
            <a:off x="800100" y="3067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PLAZA DE LA LUNA</a:t>
            </a:r>
          </a:p>
        </p:txBody>
      </p:sp>
      <p:sp>
        <p:nvSpPr>
          <p:cNvPr id="16" name="">
            <a:extLst xmlns:a="http://schemas.openxmlformats.org/drawingml/2006/main">
              <a:ext uri="{FF2B5EF4-FFF2-40B4-BE49-F238E27FC236}">
                <a16:creationId xmlns:a16="http://schemas.microsoft.com/office/drawing/2014/main" id="{2E1C6696-EA1E-4C46-9E34-A2DF30839761}"/>
              </a:ext>
            </a:extLst>
          </p:cNvPr>
          <p:cNvSpPr>
            <a:spLocks xmlns:a="http://schemas.openxmlformats.org/drawingml/2006/main" noGrp="1"/>
          </p:cNvSpPr>
          <p:nvPr/>
        </p:nvSpPr>
        <p:spPr>
          <a:xfrm xmlns:a="http://schemas.openxmlformats.org/drawingml/2006/main">
            <a:off x="800100" y="3543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familia · cultura · shows</a:t>
            </a:r>
          </a:p>
        </p:txBody>
      </p:sp>
      <p:sp>
        <p:nvSpPr>
          <p:cNvPr id="17" name="">
            <a:extLst xmlns:a="http://schemas.openxmlformats.org/drawingml/2006/main">
              <a:ext uri="{FF2B5EF4-FFF2-40B4-BE49-F238E27FC236}">
                <a16:creationId xmlns:a16="http://schemas.microsoft.com/office/drawing/2014/main" id="{A347F45C-EB4D-4B74-89CB-D6D16A69AA61}"/>
              </a:ext>
            </a:extLst>
          </p:cNvPr>
          <p:cNvSpPr>
            <a:spLocks xmlns:a="http://schemas.openxmlformats.org/drawingml/2006/main" noGrp="1"/>
          </p:cNvSpPr>
          <p:nvPr/>
        </p:nvSpPr>
        <p:spPr>
          <a:xfrm xmlns:a="http://schemas.openxmlformats.org/drawingml/2006/main">
            <a:off x="4267200" y="2857500"/>
            <a:ext cx="3333750" cy="11811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E18F95-85C0-4621-9C25-7087D647B760}"/>
              </a:ext>
            </a:extLst>
          </p:cNvPr>
          <p:cNvSpPr>
            <a:spLocks xmlns:a="http://schemas.openxmlformats.org/drawingml/2006/main" noGrp="1"/>
          </p:cNvSpPr>
          <p:nvPr/>
        </p:nvSpPr>
        <p:spPr>
          <a:xfrm xmlns:a="http://schemas.openxmlformats.org/drawingml/2006/main">
            <a:off x="4457700" y="3067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PLAZA DEL SOL</a:t>
            </a:r>
          </a:p>
        </p:txBody>
      </p:sp>
      <p:sp>
        <p:nvSpPr>
          <p:cNvPr id="19" name="">
            <a:extLst xmlns:a="http://schemas.openxmlformats.org/drawingml/2006/main">
              <a:ext uri="{FF2B5EF4-FFF2-40B4-BE49-F238E27FC236}">
                <a16:creationId xmlns:a16="http://schemas.microsoft.com/office/drawing/2014/main" id="{76823AE5-98CC-4905-8AB1-6D911566BC8F}"/>
              </a:ext>
            </a:extLst>
          </p:cNvPr>
          <p:cNvSpPr>
            <a:spLocks xmlns:a="http://schemas.openxmlformats.org/drawingml/2006/main" noGrp="1"/>
          </p:cNvSpPr>
          <p:nvPr/>
        </p:nvSpPr>
        <p:spPr>
          <a:xfrm xmlns:a="http://schemas.openxmlformats.org/drawingml/2006/main">
            <a:off x="4457700" y="3543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demostraciones · tradición · día</a:t>
            </a:r>
          </a:p>
        </p:txBody>
      </p:sp>
      <p:sp>
        <p:nvSpPr>
          <p:cNvPr id="20" name="">
            <a:extLst xmlns:a="http://schemas.openxmlformats.org/drawingml/2006/main">
              <a:ext uri="{FF2B5EF4-FFF2-40B4-BE49-F238E27FC236}">
                <a16:creationId xmlns:a16="http://schemas.microsoft.com/office/drawing/2014/main" id="{4C76E7C3-E41A-4AC0-A70B-7AEEA1E614AF}"/>
              </a:ext>
            </a:extLst>
          </p:cNvPr>
          <p:cNvSpPr>
            <a:spLocks xmlns:a="http://schemas.openxmlformats.org/drawingml/2006/main" noGrp="1"/>
          </p:cNvSpPr>
          <p:nvPr/>
        </p:nvSpPr>
        <p:spPr>
          <a:xfrm xmlns:a="http://schemas.openxmlformats.org/drawingml/2006/main">
            <a:off x="7924800" y="2857500"/>
            <a:ext cx="3333750" cy="11811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11A0117-6734-4405-B613-27DE7D267E6E}"/>
              </a:ext>
            </a:extLst>
          </p:cNvPr>
          <p:cNvSpPr>
            <a:spLocks xmlns:a="http://schemas.openxmlformats.org/drawingml/2006/main" noGrp="1"/>
          </p:cNvSpPr>
          <p:nvPr/>
        </p:nvSpPr>
        <p:spPr>
          <a:xfrm xmlns:a="http://schemas.openxmlformats.org/drawingml/2006/main">
            <a:off x="8115300" y="30670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GRANJA</a:t>
            </a:r>
          </a:p>
        </p:txBody>
      </p:sp>
      <p:sp>
        <p:nvSpPr>
          <p:cNvPr id="22" name="">
            <a:extLst xmlns:a="http://schemas.openxmlformats.org/drawingml/2006/main">
              <a:ext uri="{FF2B5EF4-FFF2-40B4-BE49-F238E27FC236}">
                <a16:creationId xmlns:a16="http://schemas.microsoft.com/office/drawing/2014/main" id="{4545086F-D702-483E-8654-156AAFC255A0}"/>
              </a:ext>
            </a:extLst>
          </p:cNvPr>
          <p:cNvSpPr>
            <a:spLocks xmlns:a="http://schemas.openxmlformats.org/drawingml/2006/main" noGrp="1"/>
          </p:cNvSpPr>
          <p:nvPr/>
        </p:nvSpPr>
        <p:spPr>
          <a:xfrm xmlns:a="http://schemas.openxmlformats.org/drawingml/2006/main">
            <a:off x="8115300" y="35433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naturaleza · animales · aprendizaje</a:t>
            </a:r>
          </a:p>
        </p:txBody>
      </p:sp>
      <p:sp>
        <p:nvSpPr>
          <p:cNvPr id="23" name="">
            <a:extLst xmlns:a="http://schemas.openxmlformats.org/drawingml/2006/main">
              <a:ext uri="{FF2B5EF4-FFF2-40B4-BE49-F238E27FC236}">
                <a16:creationId xmlns:a16="http://schemas.microsoft.com/office/drawing/2014/main" id="{17A6AAFA-1103-4580-A7CD-1241955DD174}"/>
              </a:ext>
            </a:extLst>
          </p:cNvPr>
          <p:cNvSpPr>
            <a:spLocks xmlns:a="http://schemas.openxmlformats.org/drawingml/2006/main" noGrp="1"/>
          </p:cNvSpPr>
          <p:nvPr/>
        </p:nvSpPr>
        <p:spPr>
          <a:xfrm xmlns:a="http://schemas.openxmlformats.org/drawingml/2006/main">
            <a:off x="609600" y="4286250"/>
            <a:ext cx="3333750" cy="11811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F16763D-566F-4560-BFAB-F26CD6A0B0B2}"/>
              </a:ext>
            </a:extLst>
          </p:cNvPr>
          <p:cNvSpPr>
            <a:spLocks xmlns:a="http://schemas.openxmlformats.org/drawingml/2006/main" noGrp="1"/>
          </p:cNvSpPr>
          <p:nvPr/>
        </p:nvSpPr>
        <p:spPr>
          <a:xfrm xmlns:a="http://schemas.openxmlformats.org/drawingml/2006/main">
            <a:off x="800100" y="44958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MEGAESCENARIO</a:t>
            </a:r>
          </a:p>
        </p:txBody>
      </p:sp>
      <p:sp>
        <p:nvSpPr>
          <p:cNvPr id="25" name="">
            <a:extLst xmlns:a="http://schemas.openxmlformats.org/drawingml/2006/main">
              <a:ext uri="{FF2B5EF4-FFF2-40B4-BE49-F238E27FC236}">
                <a16:creationId xmlns:a16="http://schemas.microsoft.com/office/drawing/2014/main" id="{6A0925F7-3DEC-463F-872B-0709C6AED1B2}"/>
              </a:ext>
            </a:extLst>
          </p:cNvPr>
          <p:cNvSpPr>
            <a:spLocks xmlns:a="http://schemas.openxmlformats.org/drawingml/2006/main" noGrp="1"/>
          </p:cNvSpPr>
          <p:nvPr/>
        </p:nvSpPr>
        <p:spPr>
          <a:xfrm xmlns:a="http://schemas.openxmlformats.org/drawingml/2006/main">
            <a:off x="800100" y="49720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música · memoria · noche</a:t>
            </a:r>
          </a:p>
        </p:txBody>
      </p:sp>
      <p:sp>
        <p:nvSpPr>
          <p:cNvPr id="26" name="">
            <a:extLst xmlns:a="http://schemas.openxmlformats.org/drawingml/2006/main">
              <a:ext uri="{FF2B5EF4-FFF2-40B4-BE49-F238E27FC236}">
                <a16:creationId xmlns:a16="http://schemas.microsoft.com/office/drawing/2014/main" id="{E0697CED-B425-4B87-81C2-D267773DD56A}"/>
              </a:ext>
            </a:extLst>
          </p:cNvPr>
          <p:cNvSpPr>
            <a:spLocks xmlns:a="http://schemas.openxmlformats.org/drawingml/2006/main" noGrp="1"/>
          </p:cNvSpPr>
          <p:nvPr/>
        </p:nvSpPr>
        <p:spPr>
          <a:xfrm xmlns:a="http://schemas.openxmlformats.org/drawingml/2006/main">
            <a:off x="4267200" y="4286250"/>
            <a:ext cx="3333750" cy="11811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7F175DD-40D0-4B6A-B362-36A82EC2C000}"/>
              </a:ext>
            </a:extLst>
          </p:cNvPr>
          <p:cNvSpPr>
            <a:spLocks xmlns:a="http://schemas.openxmlformats.org/drawingml/2006/main" noGrp="1"/>
          </p:cNvSpPr>
          <p:nvPr/>
        </p:nvSpPr>
        <p:spPr>
          <a:xfrm xmlns:a="http://schemas.openxmlformats.org/drawingml/2006/main">
            <a:off x="4457700" y="44958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FERIA COMERCIAL</a:t>
            </a:r>
          </a:p>
        </p:txBody>
      </p:sp>
      <p:sp>
        <p:nvSpPr>
          <p:cNvPr id="28" name="">
            <a:extLst xmlns:a="http://schemas.openxmlformats.org/drawingml/2006/main">
              <a:ext uri="{FF2B5EF4-FFF2-40B4-BE49-F238E27FC236}">
                <a16:creationId xmlns:a16="http://schemas.microsoft.com/office/drawing/2014/main" id="{B2F35879-1190-4B76-9761-A8ECD5CBB73C}"/>
              </a:ext>
            </a:extLst>
          </p:cNvPr>
          <p:cNvSpPr>
            <a:spLocks xmlns:a="http://schemas.openxmlformats.org/drawingml/2006/main" noGrp="1"/>
          </p:cNvSpPr>
          <p:nvPr/>
        </p:nvSpPr>
        <p:spPr>
          <a:xfrm xmlns:a="http://schemas.openxmlformats.org/drawingml/2006/main">
            <a:off x="4457700" y="49720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emprendedores · sabores · hallazgos</a:t>
            </a:r>
          </a:p>
        </p:txBody>
      </p:sp>
      <p:sp>
        <p:nvSpPr>
          <p:cNvPr id="29" name="">
            <a:extLst xmlns:a="http://schemas.openxmlformats.org/drawingml/2006/main">
              <a:ext uri="{FF2B5EF4-FFF2-40B4-BE49-F238E27FC236}">
                <a16:creationId xmlns:a16="http://schemas.microsoft.com/office/drawing/2014/main" id="{1D299A53-F5BB-481B-8C24-2C7E4FDE6ACB}"/>
              </a:ext>
            </a:extLst>
          </p:cNvPr>
          <p:cNvSpPr>
            <a:spLocks xmlns:a="http://schemas.openxmlformats.org/drawingml/2006/main" noGrp="1"/>
          </p:cNvSpPr>
          <p:nvPr/>
        </p:nvSpPr>
        <p:spPr>
          <a:xfrm xmlns:a="http://schemas.openxmlformats.org/drawingml/2006/main">
            <a:off x="7924800" y="4286250"/>
            <a:ext cx="3333750" cy="1181100"/>
          </a:xfrm>
          <a:prstGeom xmlns:a="http://schemas.openxmlformats.org/drawingml/2006/main" prst="rect">
            <a:avLst/>
          </a:prstGeom>
          <a:solidFill xmlns:a="http://schemas.openxmlformats.org/drawingml/2006/main">
            <a:srgbClr val="197A63"/>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E69CE849-70A0-4E20-B21E-39DEC023D05E}"/>
              </a:ext>
            </a:extLst>
          </p:cNvPr>
          <p:cNvSpPr>
            <a:spLocks xmlns:a="http://schemas.openxmlformats.org/drawingml/2006/main" noGrp="1"/>
          </p:cNvSpPr>
          <p:nvPr/>
        </p:nvSpPr>
        <p:spPr>
          <a:xfrm xmlns:a="http://schemas.openxmlformats.org/drawingml/2006/main">
            <a:off x="8115300" y="44958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SERVICIOS</a:t>
            </a:r>
          </a:p>
        </p:txBody>
      </p:sp>
      <p:sp>
        <p:nvSpPr>
          <p:cNvPr id="31" name="">
            <a:extLst xmlns:a="http://schemas.openxmlformats.org/drawingml/2006/main">
              <a:ext uri="{FF2B5EF4-FFF2-40B4-BE49-F238E27FC236}">
                <a16:creationId xmlns:a16="http://schemas.microsoft.com/office/drawing/2014/main" id="{4D3B0B90-8400-45F1-AEC2-8882A3DD1FEE}"/>
              </a:ext>
            </a:extLst>
          </p:cNvPr>
          <p:cNvSpPr>
            <a:spLocks xmlns:a="http://schemas.openxmlformats.org/drawingml/2006/main" noGrp="1"/>
          </p:cNvSpPr>
          <p:nvPr/>
        </p:nvSpPr>
        <p:spPr>
          <a:xfrm xmlns:a="http://schemas.openxmlformats.org/drawingml/2006/main">
            <a:off x="8115300" y="49720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mapa · baños · comida · ayuda</a:t>
            </a:r>
          </a:p>
        </p:txBody>
      </p:sp>
    </p:spTree>
    <p:extLst>
      <p:ext uri="{BB962C8B-B14F-4D97-AF65-F5344CB8AC3E}">
        <p14:creationId xmlns:p14="http://schemas.microsoft.com/office/powerpoint/2010/main" val="1509225928"/>
      </p:ext>
    </p:extLst>
  </p:cSld>
</p:sld>
</file>

<file path=ppt/slides/slide12.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a33d754a5da4fc7"/>
          <a:srcRect xmlns:a="http://schemas.openxmlformats.org/drawingml/2006/main" l="33594" t="0" r="33594" b="0"/>
          <a:stretch xmlns:a="http://schemas.openxmlformats.org/drawingml/2006/main">
            <a:fillRect l="0" t="0" r="0" b="0"/>
          </a:stretch>
        </p:blipFill>
        <p:spPr>
          <a:xfrm xmlns:a="http://schemas.openxmlformats.org/drawingml/2006/main">
            <a:off x="8191500" y="0"/>
            <a:ext cx="4000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738B17F-8638-420B-85D4-E0190B775196}"/>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BBFE23B-BC21-42F3-8F5F-EC2372252FFD}"/>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18F35D-17D9-4275-9011-60B9399075B5}"/>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504C9A8-70C8-43EF-8675-A6FD0B8552C3}"/>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E735ACA-F39F-48E0-829A-ACBA6720805E}"/>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7263AA-9751-4644-937C-49ED44904AA9}"/>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EXPERIENCIA FAMILIAR</a:t>
            </a:r>
          </a:p>
        </p:txBody>
      </p:sp>
      <p:sp>
        <p:nvSpPr>
          <p:cNvPr id="8" name="">
            <a:extLst xmlns:a="http://schemas.openxmlformats.org/drawingml/2006/main">
              <a:ext uri="{FF2B5EF4-FFF2-40B4-BE49-F238E27FC236}">
                <a16:creationId xmlns:a16="http://schemas.microsoft.com/office/drawing/2014/main" id="{C32D45CB-A3DB-480F-985A-5FA4B718C6C0}"/>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9" name="">
            <a:extLst xmlns:a="http://schemas.openxmlformats.org/drawingml/2006/main">
              <a:ext uri="{FF2B5EF4-FFF2-40B4-BE49-F238E27FC236}">
                <a16:creationId xmlns:a16="http://schemas.microsoft.com/office/drawing/2014/main" id="{919E2BBB-FBA1-4A0F-8C0B-E2DCC8195208}"/>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12</a:t>
            </a:r>
          </a:p>
        </p:txBody>
      </p:sp>
      <p:sp>
        <p:nvSpPr>
          <p:cNvPr id="10" name="">
            <a:extLst xmlns:a="http://schemas.openxmlformats.org/drawingml/2006/main">
              <a:ext uri="{FF2B5EF4-FFF2-40B4-BE49-F238E27FC236}">
                <a16:creationId xmlns:a16="http://schemas.microsoft.com/office/drawing/2014/main" id="{6B835DC2-25B8-4AD4-B6E4-2A95A1E5CF6A}"/>
              </a:ext>
            </a:extLst>
          </p:cNvPr>
          <p:cNvSpPr>
            <a:spLocks xmlns:a="http://schemas.openxmlformats.org/drawingml/2006/main" noGrp="1"/>
          </p:cNvSpPr>
          <p:nvPr/>
        </p:nvSpPr>
        <p:spPr>
          <a:xfrm xmlns:a="http://schemas.openxmlformats.org/drawingml/2006/main">
            <a:off x="609600" y="666750"/>
            <a:ext cx="638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EL GRAN IMÁN</a:t>
            </a:r>
          </a:p>
        </p:txBody>
      </p:sp>
      <p:sp>
        <p:nvSpPr>
          <p:cNvPr id="11" name="">
            <a:extLst xmlns:a="http://schemas.openxmlformats.org/drawingml/2006/main">
              <a:ext uri="{FF2B5EF4-FFF2-40B4-BE49-F238E27FC236}">
                <a16:creationId xmlns:a16="http://schemas.microsoft.com/office/drawing/2014/main" id="{9627C885-FCC5-4DAD-99FD-5ECD25984FB3}"/>
              </a:ext>
            </a:extLst>
          </p:cNvPr>
          <p:cNvSpPr>
            <a:spLocks xmlns:a="http://schemas.openxmlformats.org/drawingml/2006/main" noGrp="1"/>
          </p:cNvSpPr>
          <p:nvPr/>
        </p:nvSpPr>
        <p:spPr>
          <a:xfrm xmlns:a="http://schemas.openxmlformats.org/drawingml/2006/main">
            <a:off x="609600" y="990600"/>
            <a:ext cx="6381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750" b="1" i="0">
                <a:solidFill>
                  <a:srgbClr val="25112C"/>
                </a:solidFill>
                <a:latin typeface="DIN Condensed"/>
                <a:ea typeface="DIN Condensed"/>
                <a:cs typeface="DIN Condensed"/>
              </a:defRPr>
            </a:pPr>
            <a:r>
              <a:rPr sz="3750" b="1" i="0">
                <a:solidFill>
                  <a:srgbClr val="25112C"/>
                </a:solidFill>
                <a:latin typeface="DIN Condensed"/>
                <a:ea typeface="DIN Condensed"/>
                <a:cs typeface="DIN Condensed"/>
              </a:rPr>
              <a:t>Una feria donde cada generación encuentra algo que vivir.</a:t>
            </a:r>
          </a:p>
        </p:txBody>
      </p:sp>
      <p:sp>
        <p:nvSpPr>
          <p:cNvPr id="12" name="">
            <a:extLst xmlns:a="http://schemas.openxmlformats.org/drawingml/2006/main">
              <a:ext uri="{FF2B5EF4-FFF2-40B4-BE49-F238E27FC236}">
                <a16:creationId xmlns:a16="http://schemas.microsoft.com/office/drawing/2014/main" id="{DA40F190-D317-4059-8325-F574AFE6E406}"/>
              </a:ext>
            </a:extLst>
          </p:cNvPr>
          <p:cNvSpPr>
            <a:spLocks xmlns:a="http://schemas.openxmlformats.org/drawingml/2006/main" noGrp="1"/>
          </p:cNvSpPr>
          <p:nvPr/>
        </p:nvSpPr>
        <p:spPr>
          <a:xfrm xmlns:a="http://schemas.openxmlformats.org/drawingml/2006/main">
            <a:off x="609600" y="2228850"/>
            <a:ext cx="638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familia no debe esperar al concierto: necesita rutas, pausas, descubrimientos y razones para permanecer durante el día.</a:t>
            </a:r>
          </a:p>
        </p:txBody>
      </p:sp>
      <p:sp>
        <p:nvSpPr>
          <p:cNvPr id="13" name="">
            <a:extLst xmlns:a="http://schemas.openxmlformats.org/drawingml/2006/main">
              <a:ext uri="{FF2B5EF4-FFF2-40B4-BE49-F238E27FC236}">
                <a16:creationId xmlns:a16="http://schemas.microsoft.com/office/drawing/2014/main" id="{E3A20CD9-AD02-41F2-8577-405B74E0BD5A}"/>
              </a:ext>
            </a:extLst>
          </p:cNvPr>
          <p:cNvSpPr>
            <a:spLocks xmlns:a="http://schemas.openxmlformats.org/drawingml/2006/main" noGrp="1"/>
          </p:cNvSpPr>
          <p:nvPr/>
        </p:nvSpPr>
        <p:spPr>
          <a:xfrm xmlns:a="http://schemas.openxmlformats.org/drawingml/2006/main">
            <a:off x="609600" y="3524250"/>
            <a:ext cx="209550" cy="2095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DA8B6F-3DAA-42D6-90CA-C4FAB4FBF067}"/>
              </a:ext>
            </a:extLst>
          </p:cNvPr>
          <p:cNvSpPr>
            <a:spLocks xmlns:a="http://schemas.openxmlformats.org/drawingml/2006/main" noGrp="1"/>
          </p:cNvSpPr>
          <p:nvPr/>
        </p:nvSpPr>
        <p:spPr>
          <a:xfrm xmlns:a="http://schemas.openxmlformats.org/drawingml/2006/main">
            <a:off x="952500" y="344805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NATURALEZA</a:t>
            </a:r>
          </a:p>
        </p:txBody>
      </p:sp>
      <p:sp>
        <p:nvSpPr>
          <p:cNvPr id="15" name="">
            <a:extLst xmlns:a="http://schemas.openxmlformats.org/drawingml/2006/main">
              <a:ext uri="{FF2B5EF4-FFF2-40B4-BE49-F238E27FC236}">
                <a16:creationId xmlns:a16="http://schemas.microsoft.com/office/drawing/2014/main" id="{0D074998-0850-4397-BEE8-ACB8F58B00E9}"/>
              </a:ext>
            </a:extLst>
          </p:cNvPr>
          <p:cNvSpPr>
            <a:spLocks xmlns:a="http://schemas.openxmlformats.org/drawingml/2006/main" noGrp="1"/>
          </p:cNvSpPr>
          <p:nvPr/>
        </p:nvSpPr>
        <p:spPr>
          <a:xfrm xmlns:a="http://schemas.openxmlformats.org/drawingml/2006/main">
            <a:off x="2419350" y="34671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paisaje · recorridos · fotografía</a:t>
            </a:r>
          </a:p>
        </p:txBody>
      </p:sp>
      <p:sp>
        <p:nvSpPr>
          <p:cNvPr id="16" name="">
            <a:extLst xmlns:a="http://schemas.openxmlformats.org/drawingml/2006/main">
              <a:ext uri="{FF2B5EF4-FFF2-40B4-BE49-F238E27FC236}">
                <a16:creationId xmlns:a16="http://schemas.microsoft.com/office/drawing/2014/main" id="{484BDFCC-7AD9-4D17-A420-D16EA5AD1799}"/>
              </a:ext>
            </a:extLst>
          </p:cNvPr>
          <p:cNvSpPr>
            <a:spLocks xmlns:a="http://schemas.openxmlformats.org/drawingml/2006/main" noGrp="1"/>
          </p:cNvSpPr>
          <p:nvPr/>
        </p:nvSpPr>
        <p:spPr>
          <a:xfrm xmlns:a="http://schemas.openxmlformats.org/drawingml/2006/main">
            <a:off x="609600" y="4038600"/>
            <a:ext cx="209550" cy="2095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D98CECD-F2CC-4778-96A5-0C816214AE15}"/>
              </a:ext>
            </a:extLst>
          </p:cNvPr>
          <p:cNvSpPr>
            <a:spLocks xmlns:a="http://schemas.openxmlformats.org/drawingml/2006/main" noGrp="1"/>
          </p:cNvSpPr>
          <p:nvPr/>
        </p:nvSpPr>
        <p:spPr>
          <a:xfrm xmlns:a="http://schemas.openxmlformats.org/drawingml/2006/main">
            <a:off x="952500" y="396240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GRANJA</a:t>
            </a:r>
          </a:p>
        </p:txBody>
      </p:sp>
      <p:sp>
        <p:nvSpPr>
          <p:cNvPr id="18" name="">
            <a:extLst xmlns:a="http://schemas.openxmlformats.org/drawingml/2006/main">
              <a:ext uri="{FF2B5EF4-FFF2-40B4-BE49-F238E27FC236}">
                <a16:creationId xmlns:a16="http://schemas.microsoft.com/office/drawing/2014/main" id="{DFBE92C5-F865-44EA-9DEE-C8934AF6D80E}"/>
              </a:ext>
            </a:extLst>
          </p:cNvPr>
          <p:cNvSpPr>
            <a:spLocks xmlns:a="http://schemas.openxmlformats.org/drawingml/2006/main" noGrp="1"/>
          </p:cNvSpPr>
          <p:nvPr/>
        </p:nvSpPr>
        <p:spPr>
          <a:xfrm xmlns:a="http://schemas.openxmlformats.org/drawingml/2006/main">
            <a:off x="2419350" y="39814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animales · guías · aprendizaje</a:t>
            </a:r>
          </a:p>
        </p:txBody>
      </p:sp>
      <p:sp>
        <p:nvSpPr>
          <p:cNvPr id="19" name="">
            <a:extLst xmlns:a="http://schemas.openxmlformats.org/drawingml/2006/main">
              <a:ext uri="{FF2B5EF4-FFF2-40B4-BE49-F238E27FC236}">
                <a16:creationId xmlns:a16="http://schemas.microsoft.com/office/drawing/2014/main" id="{FF725CE7-A08D-48FF-A678-B06CB201A7D4}"/>
              </a:ext>
            </a:extLst>
          </p:cNvPr>
          <p:cNvSpPr>
            <a:spLocks xmlns:a="http://schemas.openxmlformats.org/drawingml/2006/main" noGrp="1"/>
          </p:cNvSpPr>
          <p:nvPr/>
        </p:nvSpPr>
        <p:spPr>
          <a:xfrm xmlns:a="http://schemas.openxmlformats.org/drawingml/2006/main">
            <a:off x="609600" y="4552950"/>
            <a:ext cx="209550" cy="2095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40B9828-B453-41C7-9616-42E1CEB3EE77}"/>
              </a:ext>
            </a:extLst>
          </p:cNvPr>
          <p:cNvSpPr>
            <a:spLocks xmlns:a="http://schemas.openxmlformats.org/drawingml/2006/main" noGrp="1"/>
          </p:cNvSpPr>
          <p:nvPr/>
        </p:nvSpPr>
        <p:spPr>
          <a:xfrm xmlns:a="http://schemas.openxmlformats.org/drawingml/2006/main">
            <a:off x="952500" y="447675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AVENTURA*</a:t>
            </a:r>
          </a:p>
        </p:txBody>
      </p:sp>
      <p:sp>
        <p:nvSpPr>
          <p:cNvPr id="21" name="">
            <a:extLst xmlns:a="http://schemas.openxmlformats.org/drawingml/2006/main">
              <a:ext uri="{FF2B5EF4-FFF2-40B4-BE49-F238E27FC236}">
                <a16:creationId xmlns:a16="http://schemas.microsoft.com/office/drawing/2014/main" id="{03A0E13C-73B4-4AC8-84DF-59FE7C639336}"/>
              </a:ext>
            </a:extLst>
          </p:cNvPr>
          <p:cNvSpPr>
            <a:spLocks xmlns:a="http://schemas.openxmlformats.org/drawingml/2006/main" noGrp="1"/>
          </p:cNvSpPr>
          <p:nvPr/>
        </p:nvSpPr>
        <p:spPr>
          <a:xfrm xmlns:a="http://schemas.openxmlformats.org/drawingml/2006/main">
            <a:off x="2419350" y="44958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juegos · dinosaurios · resbaladera</a:t>
            </a:r>
          </a:p>
        </p:txBody>
      </p:sp>
      <p:sp>
        <p:nvSpPr>
          <p:cNvPr id="22" name="">
            <a:extLst xmlns:a="http://schemas.openxmlformats.org/drawingml/2006/main">
              <a:ext uri="{FF2B5EF4-FFF2-40B4-BE49-F238E27FC236}">
                <a16:creationId xmlns:a16="http://schemas.microsoft.com/office/drawing/2014/main" id="{570C503A-7480-41E5-A2C2-736AD6C329EE}"/>
              </a:ext>
            </a:extLst>
          </p:cNvPr>
          <p:cNvSpPr>
            <a:spLocks xmlns:a="http://schemas.openxmlformats.org/drawingml/2006/main" noGrp="1"/>
          </p:cNvSpPr>
          <p:nvPr/>
        </p:nvSpPr>
        <p:spPr>
          <a:xfrm xmlns:a="http://schemas.openxmlformats.org/drawingml/2006/main">
            <a:off x="609600" y="5067300"/>
            <a:ext cx="209550" cy="2095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797E8E3-DA47-4F07-85F6-525A6649D04E}"/>
              </a:ext>
            </a:extLst>
          </p:cNvPr>
          <p:cNvSpPr>
            <a:spLocks xmlns:a="http://schemas.openxmlformats.org/drawingml/2006/main" noGrp="1"/>
          </p:cNvSpPr>
          <p:nvPr/>
        </p:nvSpPr>
        <p:spPr>
          <a:xfrm xmlns:a="http://schemas.openxmlformats.org/drawingml/2006/main">
            <a:off x="952500" y="499110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SABORES</a:t>
            </a:r>
          </a:p>
        </p:txBody>
      </p:sp>
      <p:sp>
        <p:nvSpPr>
          <p:cNvPr id="24" name="">
            <a:extLst xmlns:a="http://schemas.openxmlformats.org/drawingml/2006/main">
              <a:ext uri="{FF2B5EF4-FFF2-40B4-BE49-F238E27FC236}">
                <a16:creationId xmlns:a16="http://schemas.microsoft.com/office/drawing/2014/main" id="{3E3BCCFD-2A30-48CE-A025-A851BCB17851}"/>
              </a:ext>
            </a:extLst>
          </p:cNvPr>
          <p:cNvSpPr>
            <a:spLocks xmlns:a="http://schemas.openxmlformats.org/drawingml/2006/main" noGrp="1"/>
          </p:cNvSpPr>
          <p:nvPr/>
        </p:nvSpPr>
        <p:spPr>
          <a:xfrm xmlns:a="http://schemas.openxmlformats.org/drawingml/2006/main">
            <a:off x="2419350" y="50101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gastronomía · colada · productos</a:t>
            </a:r>
          </a:p>
        </p:txBody>
      </p:sp>
      <p:sp>
        <p:nvSpPr>
          <p:cNvPr id="25" name="">
            <a:extLst xmlns:a="http://schemas.openxmlformats.org/drawingml/2006/main">
              <a:ext uri="{FF2B5EF4-FFF2-40B4-BE49-F238E27FC236}">
                <a16:creationId xmlns:a16="http://schemas.microsoft.com/office/drawing/2014/main" id="{495190B1-7305-4CC2-9B37-3788157612C3}"/>
              </a:ext>
            </a:extLst>
          </p:cNvPr>
          <p:cNvSpPr>
            <a:spLocks xmlns:a="http://schemas.openxmlformats.org/drawingml/2006/main" noGrp="1"/>
          </p:cNvSpPr>
          <p:nvPr/>
        </p:nvSpPr>
        <p:spPr>
          <a:xfrm xmlns:a="http://schemas.openxmlformats.org/drawingml/2006/main">
            <a:off x="609600" y="5581650"/>
            <a:ext cx="209550" cy="2095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5D7204B-5678-4C7B-956F-9447895E5103}"/>
              </a:ext>
            </a:extLst>
          </p:cNvPr>
          <p:cNvSpPr>
            <a:spLocks xmlns:a="http://schemas.openxmlformats.org/drawingml/2006/main" noGrp="1"/>
          </p:cNvSpPr>
          <p:nvPr/>
        </p:nvSpPr>
        <p:spPr>
          <a:xfrm xmlns:a="http://schemas.openxmlformats.org/drawingml/2006/main">
            <a:off x="952500" y="5505450"/>
            <a:ext cx="144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i="0">
                <a:solidFill>
                  <a:srgbClr val="25112C"/>
                </a:solidFill>
                <a:latin typeface="DIN Condensed"/>
                <a:ea typeface="DIN Condensed"/>
                <a:cs typeface="DIN Condensed"/>
              </a:defRPr>
            </a:pPr>
            <a:r>
              <a:rPr sz="1275" b="1" i="0">
                <a:solidFill>
                  <a:srgbClr val="25112C"/>
                </a:solidFill>
                <a:latin typeface="DIN Condensed"/>
                <a:ea typeface="DIN Condensed"/>
                <a:cs typeface="DIN Condensed"/>
              </a:rPr>
              <a:t>SHOWS</a:t>
            </a:r>
          </a:p>
        </p:txBody>
      </p:sp>
      <p:sp>
        <p:nvSpPr>
          <p:cNvPr id="27" name="">
            <a:extLst xmlns:a="http://schemas.openxmlformats.org/drawingml/2006/main">
              <a:ext uri="{FF2B5EF4-FFF2-40B4-BE49-F238E27FC236}">
                <a16:creationId xmlns:a16="http://schemas.microsoft.com/office/drawing/2014/main" id="{95F94FC9-F1D2-4CE3-B1A8-5E3A15A1B501}"/>
              </a:ext>
            </a:extLst>
          </p:cNvPr>
          <p:cNvSpPr>
            <a:spLocks xmlns:a="http://schemas.openxmlformats.org/drawingml/2006/main" noGrp="1"/>
          </p:cNvSpPr>
          <p:nvPr/>
        </p:nvSpPr>
        <p:spPr>
          <a:xfrm xmlns:a="http://schemas.openxmlformats.org/drawingml/2006/main">
            <a:off x="2419350" y="55245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6D6470"/>
                </a:solidFill>
                <a:latin typeface="Avenir Next"/>
                <a:ea typeface="Avenir Next"/>
                <a:cs typeface="Avenir Next"/>
              </a:defRPr>
            </a:pPr>
            <a:r>
              <a:rPr sz="1050" b="0" i="0">
                <a:solidFill>
                  <a:srgbClr val="6D6470"/>
                </a:solidFill>
                <a:latin typeface="Avenir Next"/>
                <a:ea typeface="Avenir Next"/>
                <a:cs typeface="Avenir Next"/>
              </a:rPr>
              <a:t>cultura · humor · música · formatos familiares</a:t>
            </a:r>
          </a:p>
        </p:txBody>
      </p:sp>
      <p:sp>
        <p:nvSpPr>
          <p:cNvPr id="28" name="">
            <a:extLst xmlns:a="http://schemas.openxmlformats.org/drawingml/2006/main">
              <a:ext uri="{FF2B5EF4-FFF2-40B4-BE49-F238E27FC236}">
                <a16:creationId xmlns:a16="http://schemas.microsoft.com/office/drawing/2014/main" id="{FA0C9A13-9682-4522-AFC4-0AB3C1101B0D}"/>
              </a:ext>
            </a:extLst>
          </p:cNvPr>
          <p:cNvSpPr>
            <a:spLocks xmlns:a="http://schemas.openxmlformats.org/drawingml/2006/main" noGrp="1"/>
          </p:cNvSpPr>
          <p:nvPr/>
        </p:nvSpPr>
        <p:spPr>
          <a:xfrm xmlns:a="http://schemas.openxmlformats.org/drawingml/2006/main">
            <a:off x="609600" y="611505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 Atractivos históricos: comunicar 2026 solo tras contrato, montaje, inspección y apertura.</a:t>
            </a:r>
          </a:p>
        </p:txBody>
      </p:sp>
    </p:spTree>
    <p:extLst>
      <p:ext uri="{BB962C8B-B14F-4D97-AF65-F5344CB8AC3E}">
        <p14:creationId xmlns:p14="http://schemas.microsoft.com/office/powerpoint/2010/main" val="1509225928"/>
      </p:ext>
    </p:extLst>
  </p:cSld>
</p:sld>
</file>

<file path=ppt/slides/slide13.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F31864B-6ADF-451E-BE06-B248DCF9C030}"/>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2C87EB-CE26-440E-97DB-DED6D270C323}"/>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0CFEB4F-3910-4E40-9E4E-3B6DF22CABC9}"/>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360CFBC-225B-40CE-8CB1-6B235445AE31}"/>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172302-6209-49E4-BC34-50C7F55BE97F}"/>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1C90285-5155-44A5-AD8C-43FA590DEF88}"/>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ESCALA Y ORIENTACIÓN</a:t>
            </a:r>
          </a:p>
        </p:txBody>
      </p:sp>
      <p:sp>
        <p:nvSpPr>
          <p:cNvPr id="7" name="">
            <a:extLst xmlns:a="http://schemas.openxmlformats.org/drawingml/2006/main">
              <a:ext uri="{FF2B5EF4-FFF2-40B4-BE49-F238E27FC236}">
                <a16:creationId xmlns:a16="http://schemas.microsoft.com/office/drawing/2014/main" id="{7344A423-917D-46FA-ABCD-59204EF7F6C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45293209-74B7-45B3-934C-AA7FA40AF38A}"/>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13</a:t>
            </a:r>
          </a:p>
        </p:txBody>
      </p:sp>
      <p:sp>
        <p:nvSpPr>
          <p:cNvPr id="9" name="">
            <a:extLst xmlns:a="http://schemas.openxmlformats.org/drawingml/2006/main">
              <a:ext uri="{FF2B5EF4-FFF2-40B4-BE49-F238E27FC236}">
                <a16:creationId xmlns:a16="http://schemas.microsoft.com/office/drawing/2014/main" id="{3CC2C419-7CE9-4137-822C-DDE633867BA8}"/>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FACILITACIÓN</a:t>
            </a:r>
          </a:p>
        </p:txBody>
      </p:sp>
      <p:sp>
        <p:nvSpPr>
          <p:cNvPr id="10" name="">
            <a:extLst xmlns:a="http://schemas.openxmlformats.org/drawingml/2006/main">
              <a:ext uri="{FF2B5EF4-FFF2-40B4-BE49-F238E27FC236}">
                <a16:creationId xmlns:a16="http://schemas.microsoft.com/office/drawing/2014/main" id="{F768D49C-C410-4AB0-98FC-7DA90F66099E}"/>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350" b="1" i="0">
                <a:solidFill>
                  <a:srgbClr val="25112C"/>
                </a:solidFill>
                <a:latin typeface="DIN Condensed"/>
                <a:ea typeface="DIN Condensed"/>
                <a:cs typeface="DIN Condensed"/>
              </a:defRPr>
            </a:pPr>
            <a:r>
              <a:rPr sz="4350" b="1" i="0">
                <a:solidFill>
                  <a:srgbClr val="25112C"/>
                </a:solidFill>
                <a:latin typeface="DIN Condensed"/>
                <a:ea typeface="DIN Condensed"/>
                <a:cs typeface="DIN Condensed"/>
              </a:rPr>
              <a:t>La escala debe asombrar, no confundir.</a:t>
            </a:r>
          </a:p>
        </p:txBody>
      </p:sp>
      <p:sp>
        <p:nvSpPr>
          <p:cNvPr id="11" name="">
            <a:extLst xmlns:a="http://schemas.openxmlformats.org/drawingml/2006/main">
              <a:ext uri="{FF2B5EF4-FFF2-40B4-BE49-F238E27FC236}">
                <a16:creationId xmlns:a16="http://schemas.microsoft.com/office/drawing/2014/main" id="{AF9763CC-5A40-46AF-B728-D1BBF3921BC8}"/>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promesa de amplitud se convierte en confianza cuando llegar, caminar, descansar y salir resulta sencillo.</a:t>
            </a:r>
          </a:p>
        </p:txBody>
      </p:sp>
      <p:sp>
        <p:nvSpPr>
          <p:cNvPr id="12" name="">
            <a:extLst xmlns:a="http://schemas.openxmlformats.org/drawingml/2006/main">
              <a:ext uri="{FF2B5EF4-FFF2-40B4-BE49-F238E27FC236}">
                <a16:creationId xmlns:a16="http://schemas.microsoft.com/office/drawing/2014/main" id="{3A284B88-5292-4AD2-8A7D-520904901F13}"/>
              </a:ext>
            </a:extLst>
          </p:cNvPr>
          <p:cNvSpPr>
            <a:spLocks xmlns:a="http://schemas.openxmlformats.org/drawingml/2006/main" noGrp="1"/>
          </p:cNvSpPr>
          <p:nvPr/>
        </p:nvSpPr>
        <p:spPr>
          <a:xfrm xmlns:a="http://schemas.openxmlformats.org/drawingml/2006/main">
            <a:off x="609600" y="2800350"/>
            <a:ext cx="2438400" cy="25717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6B9875C-80BC-4F0B-A0ED-4B3C18858092}"/>
              </a:ext>
            </a:extLst>
          </p:cNvPr>
          <p:cNvSpPr>
            <a:spLocks xmlns:a="http://schemas.openxmlformats.org/drawingml/2006/main" noGrp="1"/>
          </p:cNvSpPr>
          <p:nvPr/>
        </p:nvSpPr>
        <p:spPr>
          <a:xfrm xmlns:a="http://schemas.openxmlformats.org/drawingml/2006/main">
            <a:off x="781050" y="3067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&gt;10 MIL</a:t>
            </a:r>
          </a:p>
        </p:txBody>
      </p:sp>
      <p:sp>
        <p:nvSpPr>
          <p:cNvPr id="14" name="">
            <a:extLst xmlns:a="http://schemas.openxmlformats.org/drawingml/2006/main">
              <a:ext uri="{FF2B5EF4-FFF2-40B4-BE49-F238E27FC236}">
                <a16:creationId xmlns:a16="http://schemas.microsoft.com/office/drawing/2014/main" id="{7AA84B95-6034-4868-91C4-A524A84061C4}"/>
              </a:ext>
            </a:extLst>
          </p:cNvPr>
          <p:cNvSpPr>
            <a:spLocks xmlns:a="http://schemas.openxmlformats.org/drawingml/2006/main" noGrp="1"/>
          </p:cNvSpPr>
          <p:nvPr/>
        </p:nvSpPr>
        <p:spPr>
          <a:xfrm xmlns:a="http://schemas.openxmlformats.org/drawingml/2006/main">
            <a:off x="781050" y="39433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161"/>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ESPACIOS DE ESTACIONAMIENTO COMUNICADOS EN 2025</a:t>
            </a:r>
          </a:p>
        </p:txBody>
      </p:sp>
      <p:sp>
        <p:nvSpPr>
          <p:cNvPr id="15" name="">
            <a:extLst xmlns:a="http://schemas.openxmlformats.org/drawingml/2006/main">
              <a:ext uri="{FF2B5EF4-FFF2-40B4-BE49-F238E27FC236}">
                <a16:creationId xmlns:a16="http://schemas.microsoft.com/office/drawing/2014/main" id="{C955DF3A-587F-400F-A4A0-8B732216020A}"/>
              </a:ext>
            </a:extLst>
          </p:cNvPr>
          <p:cNvSpPr>
            <a:spLocks xmlns:a="http://schemas.openxmlformats.org/drawingml/2006/main" noGrp="1"/>
          </p:cNvSpPr>
          <p:nvPr/>
        </p:nvSpPr>
        <p:spPr>
          <a:xfrm xmlns:a="http://schemas.openxmlformats.org/drawingml/2006/main">
            <a:off x="781050" y="4667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GATE 2026: plano + conteo + accesos</a:t>
            </a:r>
          </a:p>
        </p:txBody>
      </p:sp>
      <p:sp>
        <p:nvSpPr>
          <p:cNvPr id="16" name="">
            <a:extLst xmlns:a="http://schemas.openxmlformats.org/drawingml/2006/main">
              <a:ext uri="{FF2B5EF4-FFF2-40B4-BE49-F238E27FC236}">
                <a16:creationId xmlns:a16="http://schemas.microsoft.com/office/drawing/2014/main" id="{352E9430-45D9-4F32-929B-41CD3ED1B6F0}"/>
              </a:ext>
            </a:extLst>
          </p:cNvPr>
          <p:cNvSpPr>
            <a:spLocks xmlns:a="http://schemas.openxmlformats.org/drawingml/2006/main" noGrp="1"/>
          </p:cNvSpPr>
          <p:nvPr/>
        </p:nvSpPr>
        <p:spPr>
          <a:xfrm xmlns:a="http://schemas.openxmlformats.org/drawingml/2006/main">
            <a:off x="3390900" y="2800350"/>
            <a:ext cx="2438400" cy="25717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E11A9C3-3E7C-4278-BAAB-769AF30EB708}"/>
              </a:ext>
            </a:extLst>
          </p:cNvPr>
          <p:cNvSpPr>
            <a:spLocks xmlns:a="http://schemas.openxmlformats.org/drawingml/2006/main" noGrp="1"/>
          </p:cNvSpPr>
          <p:nvPr/>
        </p:nvSpPr>
        <p:spPr>
          <a:xfrm xmlns:a="http://schemas.openxmlformats.org/drawingml/2006/main">
            <a:off x="3562350" y="3067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4 ZONAS</a:t>
            </a:r>
          </a:p>
        </p:txBody>
      </p:sp>
      <p:sp>
        <p:nvSpPr>
          <p:cNvPr id="18" name="">
            <a:extLst xmlns:a="http://schemas.openxmlformats.org/drawingml/2006/main">
              <a:ext uri="{FF2B5EF4-FFF2-40B4-BE49-F238E27FC236}">
                <a16:creationId xmlns:a16="http://schemas.microsoft.com/office/drawing/2014/main" id="{B430A9FB-082F-4376-8372-6753C880954B}"/>
              </a:ext>
            </a:extLst>
          </p:cNvPr>
          <p:cNvSpPr>
            <a:spLocks xmlns:a="http://schemas.openxmlformats.org/drawingml/2006/main" noGrp="1"/>
          </p:cNvSpPr>
          <p:nvPr/>
        </p:nvSpPr>
        <p:spPr>
          <a:xfrm xmlns:a="http://schemas.openxmlformats.org/drawingml/2006/main">
            <a:off x="3562350" y="39433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ANCLAS HISTÓRICAS DE EXPERIENCIA</a:t>
            </a:r>
          </a:p>
        </p:txBody>
      </p:sp>
      <p:sp>
        <p:nvSpPr>
          <p:cNvPr id="19" name="">
            <a:extLst xmlns:a="http://schemas.openxmlformats.org/drawingml/2006/main">
              <a:ext uri="{FF2B5EF4-FFF2-40B4-BE49-F238E27FC236}">
                <a16:creationId xmlns:a16="http://schemas.microsoft.com/office/drawing/2014/main" id="{3EEB7B50-8016-4C5B-B72F-380F08C89DE0}"/>
              </a:ext>
            </a:extLst>
          </p:cNvPr>
          <p:cNvSpPr>
            <a:spLocks xmlns:a="http://schemas.openxmlformats.org/drawingml/2006/main" noGrp="1"/>
          </p:cNvSpPr>
          <p:nvPr/>
        </p:nvSpPr>
        <p:spPr>
          <a:xfrm xmlns:a="http://schemas.openxmlformats.org/drawingml/2006/main">
            <a:off x="3562350" y="4667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Luna · Sol · Granja · Megaescenario</a:t>
            </a:r>
          </a:p>
        </p:txBody>
      </p:sp>
      <p:sp>
        <p:nvSpPr>
          <p:cNvPr id="20" name="">
            <a:extLst xmlns:a="http://schemas.openxmlformats.org/drawingml/2006/main">
              <a:ext uri="{FF2B5EF4-FFF2-40B4-BE49-F238E27FC236}">
                <a16:creationId xmlns:a16="http://schemas.microsoft.com/office/drawing/2014/main" id="{D30E7D36-C3A9-4433-8866-9CF64629435B}"/>
              </a:ext>
            </a:extLst>
          </p:cNvPr>
          <p:cNvSpPr>
            <a:spLocks xmlns:a="http://schemas.openxmlformats.org/drawingml/2006/main" noGrp="1"/>
          </p:cNvSpPr>
          <p:nvPr/>
        </p:nvSpPr>
        <p:spPr>
          <a:xfrm xmlns:a="http://schemas.openxmlformats.org/drawingml/2006/main">
            <a:off x="6172200" y="2800350"/>
            <a:ext cx="2438400" cy="25717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05025FB-7AAD-45F9-AEF4-89A6184B812E}"/>
              </a:ext>
            </a:extLst>
          </p:cNvPr>
          <p:cNvSpPr>
            <a:spLocks xmlns:a="http://schemas.openxmlformats.org/drawingml/2006/main" noGrp="1"/>
          </p:cNvSpPr>
          <p:nvPr/>
        </p:nvSpPr>
        <p:spPr>
          <a:xfrm xmlns:a="http://schemas.openxmlformats.org/drawingml/2006/main">
            <a:off x="6343650" y="3067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26"/>
          </a:bodyPr>
          <a:lstStyle xmlns:a="http://schemas.openxmlformats.org/drawingml/2006/main"/>
          <a:p xmlns:a="http://schemas.openxmlformats.org/drawingml/2006/main">
            <a:pPr algn="l">
              <a:lnSpc>
                <a:spcPct val="105000"/>
              </a:lnSpc>
              <a:buNone/>
              <a:defRPr sz="4800" b="1" i="0">
                <a:solidFill>
                  <a:srgbClr val="FFFFFF"/>
                </a:solidFill>
                <a:latin typeface="DIN Condensed"/>
                <a:ea typeface="DIN Condensed"/>
                <a:cs typeface="DIN Condensed"/>
              </a:defRPr>
            </a:pPr>
            <a:r>
              <a:rPr sz="4800" b="1" i="0">
                <a:solidFill>
                  <a:srgbClr val="FFFFFF"/>
                </a:solidFill>
                <a:latin typeface="DIN Condensed"/>
                <a:ea typeface="DIN Condensed"/>
                <a:cs typeface="DIN Condensed"/>
              </a:rPr>
              <a:t>1 MAPA</a:t>
            </a:r>
          </a:p>
        </p:txBody>
      </p:sp>
      <p:sp>
        <p:nvSpPr>
          <p:cNvPr id="22" name="">
            <a:extLst xmlns:a="http://schemas.openxmlformats.org/drawingml/2006/main">
              <a:ext uri="{FF2B5EF4-FFF2-40B4-BE49-F238E27FC236}">
                <a16:creationId xmlns:a16="http://schemas.microsoft.com/office/drawing/2014/main" id="{99FED413-42C9-4F59-9982-696407632BA3}"/>
              </a:ext>
            </a:extLst>
          </p:cNvPr>
          <p:cNvSpPr>
            <a:spLocks xmlns:a="http://schemas.openxmlformats.org/drawingml/2006/main" noGrp="1"/>
          </p:cNvSpPr>
          <p:nvPr/>
        </p:nvSpPr>
        <p:spPr>
          <a:xfrm xmlns:a="http://schemas.openxmlformats.org/drawingml/2006/main">
            <a:off x="6343650" y="39433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MISMA VERDAD FÍSICA Y DIGITAL</a:t>
            </a:r>
          </a:p>
        </p:txBody>
      </p:sp>
      <p:sp>
        <p:nvSpPr>
          <p:cNvPr id="23" name="">
            <a:extLst xmlns:a="http://schemas.openxmlformats.org/drawingml/2006/main">
              <a:ext uri="{FF2B5EF4-FFF2-40B4-BE49-F238E27FC236}">
                <a16:creationId xmlns:a16="http://schemas.microsoft.com/office/drawing/2014/main" id="{00B646D3-C38B-4C8A-9329-548673A6E5E8}"/>
              </a:ext>
            </a:extLst>
          </p:cNvPr>
          <p:cNvSpPr>
            <a:spLocks xmlns:a="http://schemas.openxmlformats.org/drawingml/2006/main" noGrp="1"/>
          </p:cNvSpPr>
          <p:nvPr/>
        </p:nvSpPr>
        <p:spPr>
          <a:xfrm xmlns:a="http://schemas.openxmlformats.org/drawingml/2006/main">
            <a:off x="6343650" y="4667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QR + impresión + señalética</a:t>
            </a:r>
          </a:p>
        </p:txBody>
      </p:sp>
      <p:sp>
        <p:nvSpPr>
          <p:cNvPr id="24" name="">
            <a:extLst xmlns:a="http://schemas.openxmlformats.org/drawingml/2006/main">
              <a:ext uri="{FF2B5EF4-FFF2-40B4-BE49-F238E27FC236}">
                <a16:creationId xmlns:a16="http://schemas.microsoft.com/office/drawing/2014/main" id="{EFD0DC5F-F3A0-496D-A4AD-867AEF5788A0}"/>
              </a:ext>
            </a:extLst>
          </p:cNvPr>
          <p:cNvSpPr>
            <a:spLocks xmlns:a="http://schemas.openxmlformats.org/drawingml/2006/main" noGrp="1"/>
          </p:cNvSpPr>
          <p:nvPr/>
        </p:nvSpPr>
        <p:spPr>
          <a:xfrm xmlns:a="http://schemas.openxmlformats.org/drawingml/2006/main">
            <a:off x="8953500" y="2800350"/>
            <a:ext cx="2438400" cy="25717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A128606-BD87-402F-9ADB-16780B6A0150}"/>
              </a:ext>
            </a:extLst>
          </p:cNvPr>
          <p:cNvSpPr>
            <a:spLocks xmlns:a="http://schemas.openxmlformats.org/drawingml/2006/main" noGrp="1"/>
          </p:cNvSpPr>
          <p:nvPr/>
        </p:nvSpPr>
        <p:spPr>
          <a:xfrm xmlns:a="http://schemas.openxmlformats.org/drawingml/2006/main">
            <a:off x="9124950" y="3067050"/>
            <a:ext cx="2095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29"/>
          </a:bodyPr>
          <a:lstStyle xmlns:a="http://schemas.openxmlformats.org/drawingml/2006/main"/>
          <a:p xmlns:a="http://schemas.openxmlformats.org/drawingml/2006/main">
            <a:pPr algn="l">
              <a:lnSpc>
                <a:spcPct val="105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MENOS FRICCIÓN</a:t>
            </a:r>
          </a:p>
        </p:txBody>
      </p:sp>
      <p:sp>
        <p:nvSpPr>
          <p:cNvPr id="26" name="">
            <a:extLst xmlns:a="http://schemas.openxmlformats.org/drawingml/2006/main">
              <a:ext uri="{FF2B5EF4-FFF2-40B4-BE49-F238E27FC236}">
                <a16:creationId xmlns:a16="http://schemas.microsoft.com/office/drawing/2014/main" id="{7B907E02-8A92-4F65-8239-F5CA026601E7}"/>
              </a:ext>
            </a:extLst>
          </p:cNvPr>
          <p:cNvSpPr>
            <a:spLocks xmlns:a="http://schemas.openxmlformats.org/drawingml/2006/main" noGrp="1"/>
          </p:cNvSpPr>
          <p:nvPr/>
        </p:nvSpPr>
        <p:spPr>
          <a:xfrm xmlns:a="http://schemas.openxmlformats.org/drawingml/2006/main">
            <a:off x="9124950" y="39433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OBJETIVO DE ORIENTACIÓN</a:t>
            </a:r>
          </a:p>
        </p:txBody>
      </p:sp>
      <p:sp>
        <p:nvSpPr>
          <p:cNvPr id="27" name="">
            <a:extLst xmlns:a="http://schemas.openxmlformats.org/drawingml/2006/main">
              <a:ext uri="{FF2B5EF4-FFF2-40B4-BE49-F238E27FC236}">
                <a16:creationId xmlns:a16="http://schemas.microsoft.com/office/drawing/2014/main" id="{AE23D0C0-6BF0-47CD-A67E-59246A6B1D08}"/>
              </a:ext>
            </a:extLst>
          </p:cNvPr>
          <p:cNvSpPr>
            <a:spLocks xmlns:a="http://schemas.openxmlformats.org/drawingml/2006/main" noGrp="1"/>
          </p:cNvSpPr>
          <p:nvPr/>
        </p:nvSpPr>
        <p:spPr>
          <a:xfrm xmlns:a="http://schemas.openxmlformats.org/drawingml/2006/main">
            <a:off x="9124950" y="46672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alpha val="82000"/>
                  </a:srgbClr>
                </a:solidFill>
                <a:latin typeface="Avenir Next"/>
                <a:ea typeface="Avenir Next"/>
                <a:cs typeface="Avenir Next"/>
              </a:defRPr>
            </a:pPr>
            <a:r>
              <a:rPr sz="900" b="1" i="0">
                <a:solidFill>
                  <a:srgbClr val="FFFFFF">
                    <a:alpha val="82000"/>
                  </a:srgbClr>
                </a:solidFill>
                <a:latin typeface="Avenir Next"/>
                <a:ea typeface="Avenir Next"/>
                <a:cs typeface="Avenir Next"/>
              </a:rPr>
              <a:t>baño · comida · ayuda · salida</a:t>
            </a:r>
          </a:p>
        </p:txBody>
      </p:sp>
      <p:sp>
        <p:nvSpPr>
          <p:cNvPr id="28" name="">
            <a:extLst xmlns:a="http://schemas.openxmlformats.org/drawingml/2006/main">
              <a:ext uri="{FF2B5EF4-FFF2-40B4-BE49-F238E27FC236}">
                <a16:creationId xmlns:a16="http://schemas.microsoft.com/office/drawing/2014/main" id="{0C29DE37-FCA0-47BB-970A-4A8D46B1ECC7}"/>
              </a:ext>
            </a:extLst>
          </p:cNvPr>
          <p:cNvSpPr>
            <a:spLocks xmlns:a="http://schemas.openxmlformats.org/drawingml/2006/main" noGrp="1"/>
          </p:cNvSpPr>
          <p:nvPr/>
        </p:nvSpPr>
        <p:spPr>
          <a:xfrm xmlns:a="http://schemas.openxmlformats.org/drawingml/2006/main">
            <a:off x="609600" y="5810250"/>
            <a:ext cx="10744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25112C"/>
                </a:solidFill>
                <a:latin typeface="Avenir Next"/>
                <a:ea typeface="Avenir Next"/>
                <a:cs typeface="Avenir Next"/>
              </a:defRPr>
            </a:pPr>
            <a:r>
              <a:rPr sz="975" b="1" i="0">
                <a:solidFill>
                  <a:srgbClr val="25112C"/>
                </a:solidFill>
                <a:latin typeface="Avenir Next"/>
                <a:ea typeface="Avenir Next"/>
                <a:cs typeface="Avenir Next"/>
              </a:rPr>
              <a:t>La superficie oficial del complejo debe salir de una ficha técnica aprobada, no de cifras contradictorias de prensa.</a:t>
            </a:r>
          </a:p>
        </p:txBody>
      </p:sp>
    </p:spTree>
    <p:extLst>
      <p:ext uri="{BB962C8B-B14F-4D97-AF65-F5344CB8AC3E}">
        <p14:creationId xmlns:p14="http://schemas.microsoft.com/office/powerpoint/2010/main" val="1754112754"/>
      </p:ext>
    </p:extLst>
  </p:cSld>
</p:sld>
</file>

<file path=ppt/slides/slide14.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407A676-D75D-41D0-9C2F-11AB9C040F2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E38C4E-C810-4219-BB30-B8C0E9344031}"/>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3FCF302-5672-4089-A865-F40FD9EF8158}"/>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A20C51-BBAA-40CD-8050-779505573AD3}"/>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EA3619-BA01-4CEB-9268-E62C7A7B5A89}"/>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27E706-F80E-4B7C-A99B-FD3B6EF0FC04}"/>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CONFIANZA OPERATIVA</a:t>
            </a:r>
          </a:p>
        </p:txBody>
      </p:sp>
      <p:sp>
        <p:nvSpPr>
          <p:cNvPr id="7" name="">
            <a:extLst xmlns:a="http://schemas.openxmlformats.org/drawingml/2006/main">
              <a:ext uri="{FF2B5EF4-FFF2-40B4-BE49-F238E27FC236}">
                <a16:creationId xmlns:a16="http://schemas.microsoft.com/office/drawing/2014/main" id="{A35CFF9B-DDD4-4CE3-A270-F0FAD278AD29}"/>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EB6929C3-CACE-4AD6-BBF1-9B13A073D8C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14</a:t>
            </a:r>
          </a:p>
        </p:txBody>
      </p:sp>
      <p:sp>
        <p:nvSpPr>
          <p:cNvPr id="9" name="">
            <a:extLst xmlns:a="http://schemas.openxmlformats.org/drawingml/2006/main">
              <a:ext uri="{FF2B5EF4-FFF2-40B4-BE49-F238E27FC236}">
                <a16:creationId xmlns:a16="http://schemas.microsoft.com/office/drawing/2014/main" id="{BE556FF3-039B-4B30-8728-1FB423367527}"/>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CONFIANZA</a:t>
            </a:r>
          </a:p>
        </p:txBody>
      </p:sp>
      <p:sp>
        <p:nvSpPr>
          <p:cNvPr id="10" name="">
            <a:extLst xmlns:a="http://schemas.openxmlformats.org/drawingml/2006/main">
              <a:ext uri="{FF2B5EF4-FFF2-40B4-BE49-F238E27FC236}">
                <a16:creationId xmlns:a16="http://schemas.microsoft.com/office/drawing/2014/main" id="{547B564F-B588-459C-8253-4556ED133FEC}"/>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Limpieza, orden y seguridad deben verse.</a:t>
            </a:r>
          </a:p>
        </p:txBody>
      </p:sp>
      <p:sp>
        <p:nvSpPr>
          <p:cNvPr id="11" name="">
            <a:extLst xmlns:a="http://schemas.openxmlformats.org/drawingml/2006/main">
              <a:ext uri="{FF2B5EF4-FFF2-40B4-BE49-F238E27FC236}">
                <a16:creationId xmlns:a16="http://schemas.microsoft.com/office/drawing/2014/main" id="{459EAD8A-8C9F-40A1-821E-6BEA08B163E3}"/>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No basta decirlo: el público debe encontrar equipos, rutas, información, puntos de ayuda y evidencia durante toda la jornada.</a:t>
            </a:r>
          </a:p>
        </p:txBody>
      </p:sp>
      <p:sp>
        <p:nvSpPr>
          <p:cNvPr id="12" name="">
            <a:extLst xmlns:a="http://schemas.openxmlformats.org/drawingml/2006/main">
              <a:ext uri="{FF2B5EF4-FFF2-40B4-BE49-F238E27FC236}">
                <a16:creationId xmlns:a16="http://schemas.microsoft.com/office/drawing/2014/main" id="{AC61B000-4E35-4F50-AF03-14BAB92F6468}"/>
              </a:ext>
            </a:extLst>
          </p:cNvPr>
          <p:cNvSpPr>
            <a:spLocks xmlns:a="http://schemas.openxmlformats.org/drawingml/2006/main" noGrp="1"/>
          </p:cNvSpPr>
          <p:nvPr/>
        </p:nvSpPr>
        <p:spPr>
          <a:xfrm xmlns:a="http://schemas.openxmlformats.org/drawingml/2006/main">
            <a:off x="609600" y="2971800"/>
            <a:ext cx="3333750" cy="23241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1ECEF8A-E576-448F-AF45-5178FBC4965B}"/>
              </a:ext>
            </a:extLst>
          </p:cNvPr>
          <p:cNvSpPr>
            <a:spLocks xmlns:a="http://schemas.openxmlformats.org/drawingml/2006/main" noGrp="1"/>
          </p:cNvSpPr>
          <p:nvPr/>
        </p:nvSpPr>
        <p:spPr>
          <a:xfrm xmlns:a="http://schemas.openxmlformats.org/drawingml/2006/main">
            <a:off x="800100" y="31813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LIMPIEZA</a:t>
            </a:r>
          </a:p>
        </p:txBody>
      </p:sp>
      <p:sp>
        <p:nvSpPr>
          <p:cNvPr id="14" name="">
            <a:extLst xmlns:a="http://schemas.openxmlformats.org/drawingml/2006/main">
              <a:ext uri="{FF2B5EF4-FFF2-40B4-BE49-F238E27FC236}">
                <a16:creationId xmlns:a16="http://schemas.microsoft.com/office/drawing/2014/main" id="{85EADFC4-5C6B-4C97-82E4-1A39E65CBB0C}"/>
              </a:ext>
            </a:extLst>
          </p:cNvPr>
          <p:cNvSpPr>
            <a:spLocks xmlns:a="http://schemas.openxmlformats.org/drawingml/2006/main" noGrp="1"/>
          </p:cNvSpPr>
          <p:nvPr/>
        </p:nvSpPr>
        <p:spPr>
          <a:xfrm xmlns:a="http://schemas.openxmlformats.org/drawingml/2006/main">
            <a:off x="800100" y="37909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frecuencia · puntos · respuesta</a:t>
            </a:r>
          </a:p>
        </p:txBody>
      </p:sp>
      <p:sp>
        <p:nvSpPr>
          <p:cNvPr id="15" name="">
            <a:extLst xmlns:a="http://schemas.openxmlformats.org/drawingml/2006/main">
              <a:ext uri="{FF2B5EF4-FFF2-40B4-BE49-F238E27FC236}">
                <a16:creationId xmlns:a16="http://schemas.microsoft.com/office/drawing/2014/main" id="{087861FD-FE2E-420A-871C-16BC113701AB}"/>
              </a:ext>
            </a:extLst>
          </p:cNvPr>
          <p:cNvSpPr>
            <a:spLocks xmlns:a="http://schemas.openxmlformats.org/drawingml/2006/main" noGrp="1"/>
          </p:cNvSpPr>
          <p:nvPr/>
        </p:nvSpPr>
        <p:spPr>
          <a:xfrm xmlns:a="http://schemas.openxmlformats.org/drawingml/2006/main">
            <a:off x="800100" y="4267200"/>
            <a:ext cx="762000" cy="476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64E326F-4E27-4D89-B0FB-52C6E131BF6E}"/>
              </a:ext>
            </a:extLst>
          </p:cNvPr>
          <p:cNvSpPr>
            <a:spLocks xmlns:a="http://schemas.openxmlformats.org/drawingml/2006/main" noGrp="1"/>
          </p:cNvSpPr>
          <p:nvPr/>
        </p:nvSpPr>
        <p:spPr>
          <a:xfrm xmlns:a="http://schemas.openxmlformats.org/drawingml/2006/main">
            <a:off x="800100" y="4514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FFFFFF"/>
                </a:solidFill>
                <a:latin typeface="Avenir Next"/>
                <a:ea typeface="Avenir Next"/>
                <a:cs typeface="Avenir Next"/>
              </a:defRPr>
            </a:pPr>
            <a:r>
              <a:rPr sz="1050" b="0" i="0">
                <a:solidFill>
                  <a:srgbClr val="FFFFFF"/>
                </a:solidFill>
                <a:latin typeface="Avenir Next"/>
                <a:ea typeface="Avenir Next"/>
                <a:cs typeface="Avenir Next"/>
              </a:rPr>
              <a:t>mostrar brigadas, horarios de atención y evidencia de cumplimiento</a:t>
            </a:r>
          </a:p>
        </p:txBody>
      </p:sp>
      <p:sp>
        <p:nvSpPr>
          <p:cNvPr id="17" name="">
            <a:extLst xmlns:a="http://schemas.openxmlformats.org/drawingml/2006/main">
              <a:ext uri="{FF2B5EF4-FFF2-40B4-BE49-F238E27FC236}">
                <a16:creationId xmlns:a16="http://schemas.microsoft.com/office/drawing/2014/main" id="{292F316F-5517-4A09-B521-1C3573007004}"/>
              </a:ext>
            </a:extLst>
          </p:cNvPr>
          <p:cNvSpPr>
            <a:spLocks xmlns:a="http://schemas.openxmlformats.org/drawingml/2006/main" noGrp="1"/>
          </p:cNvSpPr>
          <p:nvPr/>
        </p:nvSpPr>
        <p:spPr>
          <a:xfrm xmlns:a="http://schemas.openxmlformats.org/drawingml/2006/main">
            <a:off x="4267200" y="2971800"/>
            <a:ext cx="3333750" cy="23241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8ABB4D3-C279-473F-AFA1-A39E85EE9F86}"/>
              </a:ext>
            </a:extLst>
          </p:cNvPr>
          <p:cNvSpPr>
            <a:spLocks xmlns:a="http://schemas.openxmlformats.org/drawingml/2006/main" noGrp="1"/>
          </p:cNvSpPr>
          <p:nvPr/>
        </p:nvSpPr>
        <p:spPr>
          <a:xfrm xmlns:a="http://schemas.openxmlformats.org/drawingml/2006/main">
            <a:off x="4457700" y="31813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ORDEN Y SEGURIDAD</a:t>
            </a:r>
          </a:p>
        </p:txBody>
      </p:sp>
      <p:sp>
        <p:nvSpPr>
          <p:cNvPr id="19" name="">
            <a:extLst xmlns:a="http://schemas.openxmlformats.org/drawingml/2006/main">
              <a:ext uri="{FF2B5EF4-FFF2-40B4-BE49-F238E27FC236}">
                <a16:creationId xmlns:a16="http://schemas.microsoft.com/office/drawing/2014/main" id="{4BFFB166-F474-4CB5-9A96-07A46174BBB4}"/>
              </a:ext>
            </a:extLst>
          </p:cNvPr>
          <p:cNvSpPr>
            <a:spLocks xmlns:a="http://schemas.openxmlformats.org/drawingml/2006/main" noGrp="1"/>
          </p:cNvSpPr>
          <p:nvPr/>
        </p:nvSpPr>
        <p:spPr>
          <a:xfrm xmlns:a="http://schemas.openxmlformats.org/drawingml/2006/main">
            <a:off x="4457700" y="37909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comunitaria · privada · institucional*</a:t>
            </a:r>
          </a:p>
        </p:txBody>
      </p:sp>
      <p:sp>
        <p:nvSpPr>
          <p:cNvPr id="20" name="">
            <a:extLst xmlns:a="http://schemas.openxmlformats.org/drawingml/2006/main">
              <a:ext uri="{FF2B5EF4-FFF2-40B4-BE49-F238E27FC236}">
                <a16:creationId xmlns:a16="http://schemas.microsoft.com/office/drawing/2014/main" id="{288B0D8B-68C8-4462-B1D1-A6318EB7FDF4}"/>
              </a:ext>
            </a:extLst>
          </p:cNvPr>
          <p:cNvSpPr>
            <a:spLocks xmlns:a="http://schemas.openxmlformats.org/drawingml/2006/main" noGrp="1"/>
          </p:cNvSpPr>
          <p:nvPr/>
        </p:nvSpPr>
        <p:spPr>
          <a:xfrm xmlns:a="http://schemas.openxmlformats.org/drawingml/2006/main">
            <a:off x="4457700" y="4267200"/>
            <a:ext cx="762000" cy="476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CAF8C02-58ED-437D-B050-374E227D91F4}"/>
              </a:ext>
            </a:extLst>
          </p:cNvPr>
          <p:cNvSpPr>
            <a:spLocks xmlns:a="http://schemas.openxmlformats.org/drawingml/2006/main" noGrp="1"/>
          </p:cNvSpPr>
          <p:nvPr/>
        </p:nvSpPr>
        <p:spPr>
          <a:xfrm xmlns:a="http://schemas.openxmlformats.org/drawingml/2006/main">
            <a:off x="4457700" y="4514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FFFFFF"/>
                </a:solidFill>
                <a:latin typeface="Avenir Next"/>
                <a:ea typeface="Avenir Next"/>
                <a:cs typeface="Avenir Next"/>
              </a:defRPr>
            </a:pPr>
            <a:r>
              <a:rPr sz="1050" b="0" i="0">
                <a:solidFill>
                  <a:srgbClr val="FFFFFF"/>
                </a:solidFill>
                <a:latin typeface="Avenir Next"/>
                <a:ea typeface="Avenir Next"/>
                <a:cs typeface="Avenir Next"/>
              </a:rPr>
              <a:t>plan por zonas, escalamiento y comunicación factual</a:t>
            </a:r>
          </a:p>
        </p:txBody>
      </p:sp>
      <p:sp>
        <p:nvSpPr>
          <p:cNvPr id="22" name="">
            <a:extLst xmlns:a="http://schemas.openxmlformats.org/drawingml/2006/main">
              <a:ext uri="{FF2B5EF4-FFF2-40B4-BE49-F238E27FC236}">
                <a16:creationId xmlns:a16="http://schemas.microsoft.com/office/drawing/2014/main" id="{44BAC65E-A40B-4029-AB54-3D33C601B8DA}"/>
              </a:ext>
            </a:extLst>
          </p:cNvPr>
          <p:cNvSpPr>
            <a:spLocks xmlns:a="http://schemas.openxmlformats.org/drawingml/2006/main" noGrp="1"/>
          </p:cNvSpPr>
          <p:nvPr/>
        </p:nvSpPr>
        <p:spPr>
          <a:xfrm xmlns:a="http://schemas.openxmlformats.org/drawingml/2006/main">
            <a:off x="7924800" y="2971800"/>
            <a:ext cx="3333750" cy="23241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C795F0E-7707-4F85-BEB3-DE13E19A4CB1}"/>
              </a:ext>
            </a:extLst>
          </p:cNvPr>
          <p:cNvSpPr>
            <a:spLocks xmlns:a="http://schemas.openxmlformats.org/drawingml/2006/main" noGrp="1"/>
          </p:cNvSpPr>
          <p:nvPr/>
        </p:nvSpPr>
        <p:spPr>
          <a:xfrm xmlns:a="http://schemas.openxmlformats.org/drawingml/2006/main">
            <a:off x="8115300" y="318135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SERVICIO</a:t>
            </a:r>
          </a:p>
        </p:txBody>
      </p:sp>
      <p:sp>
        <p:nvSpPr>
          <p:cNvPr id="24" name="">
            <a:extLst xmlns:a="http://schemas.openxmlformats.org/drawingml/2006/main">
              <a:ext uri="{FF2B5EF4-FFF2-40B4-BE49-F238E27FC236}">
                <a16:creationId xmlns:a16="http://schemas.microsoft.com/office/drawing/2014/main" id="{DC7990C3-C1F6-4773-8B83-EFF23A3025C9}"/>
              </a:ext>
            </a:extLst>
          </p:cNvPr>
          <p:cNvSpPr>
            <a:spLocks xmlns:a="http://schemas.openxmlformats.org/drawingml/2006/main" noGrp="1"/>
          </p:cNvSpPr>
          <p:nvPr/>
        </p:nvSpPr>
        <p:spPr>
          <a:xfrm xmlns:a="http://schemas.openxmlformats.org/drawingml/2006/main">
            <a:off x="8115300" y="37909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ayuda · FAQ · accesibilidad</a:t>
            </a:r>
          </a:p>
        </p:txBody>
      </p:sp>
      <p:sp>
        <p:nvSpPr>
          <p:cNvPr id="25" name="">
            <a:extLst xmlns:a="http://schemas.openxmlformats.org/drawingml/2006/main">
              <a:ext uri="{FF2B5EF4-FFF2-40B4-BE49-F238E27FC236}">
                <a16:creationId xmlns:a16="http://schemas.microsoft.com/office/drawing/2014/main" id="{3CF96722-6CFA-40D0-9C2D-E713FBAA014C}"/>
              </a:ext>
            </a:extLst>
          </p:cNvPr>
          <p:cNvSpPr>
            <a:spLocks xmlns:a="http://schemas.openxmlformats.org/drawingml/2006/main" noGrp="1"/>
          </p:cNvSpPr>
          <p:nvPr/>
        </p:nvSpPr>
        <p:spPr>
          <a:xfrm xmlns:a="http://schemas.openxmlformats.org/drawingml/2006/main">
            <a:off x="8115300" y="4267200"/>
            <a:ext cx="762000" cy="476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B0823CC-7EF4-4686-9FB9-882602857B81}"/>
              </a:ext>
            </a:extLst>
          </p:cNvPr>
          <p:cNvSpPr>
            <a:spLocks xmlns:a="http://schemas.openxmlformats.org/drawingml/2006/main" noGrp="1"/>
          </p:cNvSpPr>
          <p:nvPr/>
        </p:nvSpPr>
        <p:spPr>
          <a:xfrm xmlns:a="http://schemas.openxmlformats.org/drawingml/2006/main">
            <a:off x="8115300" y="4514850"/>
            <a:ext cx="295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0" i="0">
                <a:solidFill>
                  <a:srgbClr val="FFFFFF"/>
                </a:solidFill>
                <a:latin typeface="Avenir Next"/>
                <a:ea typeface="Avenir Next"/>
                <a:cs typeface="Avenir Next"/>
              </a:defRPr>
            </a:pPr>
            <a:r>
              <a:rPr sz="1050" b="0" i="0">
                <a:solidFill>
                  <a:srgbClr val="FFFFFF"/>
                </a:solidFill>
                <a:latin typeface="Avenir Next"/>
                <a:ea typeface="Avenir Next"/>
                <a:cs typeface="Avenir Next"/>
              </a:rPr>
              <a:t>resolver antes de que una duda se vuelva reclamo</a:t>
            </a:r>
          </a:p>
        </p:txBody>
      </p:sp>
      <p:sp>
        <p:nvSpPr>
          <p:cNvPr id="27" name="">
            <a:extLst xmlns:a="http://schemas.openxmlformats.org/drawingml/2006/main">
              <a:ext uri="{FF2B5EF4-FFF2-40B4-BE49-F238E27FC236}">
                <a16:creationId xmlns:a16="http://schemas.microsoft.com/office/drawing/2014/main" id="{6317919E-2B70-4896-9D25-EF8B58B20609}"/>
              </a:ext>
            </a:extLst>
          </p:cNvPr>
          <p:cNvSpPr>
            <a:spLocks xmlns:a="http://schemas.openxmlformats.org/drawingml/2006/main" noGrp="1"/>
          </p:cNvSpPr>
          <p:nvPr/>
        </p:nvSpPr>
        <p:spPr>
          <a:xfrm xmlns:a="http://schemas.openxmlformats.org/drawingml/2006/main">
            <a:off x="609600" y="5772150"/>
            <a:ext cx="1074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0" i="0">
                <a:solidFill>
                  <a:srgbClr val="FFFFFF">
                    <a:alpha val="72000"/>
                  </a:srgbClr>
                </a:solidFill>
                <a:latin typeface="Avenir Next"/>
                <a:ea typeface="Avenir Next"/>
                <a:cs typeface="Avenir Next"/>
              </a:defRPr>
            </a:pPr>
            <a:r>
              <a:rPr sz="900" b="0" i="0">
                <a:solidFill>
                  <a:srgbClr val="FFFFFF">
                    <a:alpha val="72000"/>
                  </a:srgbClr>
                </a:solidFill>
                <a:latin typeface="Avenir Next"/>
                <a:ea typeface="Avenir Next"/>
                <a:cs typeface="Avenir Next"/>
              </a:rPr>
              <a:t>* El despliegue 2026 solo se nombra después de convenios y plan confirmados.</a:t>
            </a:r>
          </a:p>
        </p:txBody>
      </p:sp>
    </p:spTree>
    <p:extLst>
      <p:ext uri="{BB962C8B-B14F-4D97-AF65-F5344CB8AC3E}">
        <p14:creationId xmlns:p14="http://schemas.microsoft.com/office/powerpoint/2010/main" val="1509225928"/>
      </p:ext>
    </p:extLst>
  </p:cSld>
</p:sld>
</file>

<file path=ppt/slides/slide15.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EC51F56-D848-45BA-AB58-2FBE9C10DB02}"/>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C74D047-0C66-4400-B388-DF905F2662B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D0D2E8F-79C0-4137-888C-0D1100EB061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A3E8896-E4AC-45A3-ACE8-AB0648D00ACB}"/>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BC60ED3-4083-40E1-A0F8-97FD53532D0E}"/>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2427AFB-4A61-42E8-9438-43A3D139D25E}"/>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MOTORES PARTICIPATIVOS</a:t>
            </a:r>
          </a:p>
        </p:txBody>
      </p:sp>
      <p:sp>
        <p:nvSpPr>
          <p:cNvPr id="7" name="">
            <a:extLst xmlns:a="http://schemas.openxmlformats.org/drawingml/2006/main">
              <a:ext uri="{FF2B5EF4-FFF2-40B4-BE49-F238E27FC236}">
                <a16:creationId xmlns:a16="http://schemas.microsoft.com/office/drawing/2014/main" id="{72C6323C-C18B-46C0-89A2-CB2E9D1A3106}"/>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5008B39C-8042-4305-BE83-1672AEEC6D19}"/>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15</a:t>
            </a:r>
          </a:p>
        </p:txBody>
      </p:sp>
      <p:sp>
        <p:nvSpPr>
          <p:cNvPr id="9" name="">
            <a:extLst xmlns:a="http://schemas.openxmlformats.org/drawingml/2006/main">
              <a:ext uri="{FF2B5EF4-FFF2-40B4-BE49-F238E27FC236}">
                <a16:creationId xmlns:a16="http://schemas.microsoft.com/office/drawing/2014/main" id="{E857C715-B7DF-487F-85CE-1F20A744F9F7}"/>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LA COMUNIDAD COMPLETA LA HISTORIA</a:t>
            </a:r>
          </a:p>
        </p:txBody>
      </p:sp>
      <p:sp>
        <p:nvSpPr>
          <p:cNvPr id="10" name="">
            <a:extLst xmlns:a="http://schemas.openxmlformats.org/drawingml/2006/main">
              <a:ext uri="{FF2B5EF4-FFF2-40B4-BE49-F238E27FC236}">
                <a16:creationId xmlns:a16="http://schemas.microsoft.com/office/drawing/2014/main" id="{6EFF1C06-6BC2-4520-82E7-89C2E1E29B3A}"/>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25112C"/>
                </a:solidFill>
                <a:latin typeface="DIN Condensed"/>
                <a:ea typeface="DIN Condensed"/>
                <a:cs typeface="DIN Condensed"/>
              </a:defRPr>
            </a:pPr>
            <a:r>
              <a:rPr sz="3900" b="1" i="0">
                <a:solidFill>
                  <a:srgbClr val="25112C"/>
                </a:solidFill>
                <a:latin typeface="DIN Condensed"/>
                <a:ea typeface="DIN Condensed"/>
                <a:cs typeface="DIN Condensed"/>
              </a:rPr>
              <a:t>Cuatro motores convierten espectadores en protagonistas.</a:t>
            </a:r>
          </a:p>
        </p:txBody>
      </p:sp>
      <p:sp>
        <p:nvSpPr>
          <p:cNvPr id="11" name="">
            <a:extLst xmlns:a="http://schemas.openxmlformats.org/drawingml/2006/main">
              <a:ext uri="{FF2B5EF4-FFF2-40B4-BE49-F238E27FC236}">
                <a16:creationId xmlns:a16="http://schemas.microsoft.com/office/drawing/2014/main" id="{58FF03F5-918E-4D3F-816D-A5EB9411B1F9}"/>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Combinan un antecedente probado, dos rituales históricos y una propuesta nueva para septiembre y octubre.</a:t>
            </a:r>
          </a:p>
        </p:txBody>
      </p:sp>
      <p:sp>
        <p:nvSpPr>
          <p:cNvPr id="12" name="">
            <a:extLst xmlns:a="http://schemas.openxmlformats.org/drawingml/2006/main">
              <a:ext uri="{FF2B5EF4-FFF2-40B4-BE49-F238E27FC236}">
                <a16:creationId xmlns:a16="http://schemas.microsoft.com/office/drawing/2014/main" id="{1CFAABD8-8E12-4E82-9C14-975BC9CEB0A3}"/>
              </a:ext>
            </a:extLst>
          </p:cNvPr>
          <p:cNvSpPr>
            <a:spLocks xmlns:a="http://schemas.openxmlformats.org/drawingml/2006/main" noGrp="1"/>
          </p:cNvSpPr>
          <p:nvPr/>
        </p:nvSpPr>
        <p:spPr>
          <a:xfrm xmlns:a="http://schemas.openxmlformats.org/drawingml/2006/main">
            <a:off x="609600" y="2895600"/>
            <a:ext cx="2438400" cy="27241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37E83CF-EC85-4AF9-85AF-5007D99AF8A1}"/>
              </a:ext>
            </a:extLst>
          </p:cNvPr>
          <p:cNvSpPr>
            <a:spLocks xmlns:a="http://schemas.openxmlformats.org/drawingml/2006/main" noGrp="1"/>
          </p:cNvSpPr>
          <p:nvPr/>
        </p:nvSpPr>
        <p:spPr>
          <a:xfrm xmlns:a="http://schemas.openxmlformats.org/drawingml/2006/main">
            <a:off x="781050" y="31051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25.000</a:t>
            </a:r>
          </a:p>
        </p:txBody>
      </p:sp>
      <p:sp>
        <p:nvSpPr>
          <p:cNvPr id="14" name="">
            <a:extLst xmlns:a="http://schemas.openxmlformats.org/drawingml/2006/main">
              <a:ext uri="{FF2B5EF4-FFF2-40B4-BE49-F238E27FC236}">
                <a16:creationId xmlns:a16="http://schemas.microsoft.com/office/drawing/2014/main" id="{E3A2AFC8-C93E-4516-A3CB-1C860C4456F2}"/>
              </a:ext>
            </a:extLst>
          </p:cNvPr>
          <p:cNvSpPr>
            <a:spLocks xmlns:a="http://schemas.openxmlformats.org/drawingml/2006/main" noGrp="1"/>
          </p:cNvSpPr>
          <p:nvPr/>
        </p:nvSpPr>
        <p:spPr>
          <a:xfrm xmlns:a="http://schemas.openxmlformats.org/drawingml/2006/main">
            <a:off x="781050" y="39243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LATIDOS MORADOS</a:t>
            </a:r>
          </a:p>
        </p:txBody>
      </p:sp>
      <p:sp>
        <p:nvSpPr>
          <p:cNvPr id="15" name="">
            <a:extLst xmlns:a="http://schemas.openxmlformats.org/drawingml/2006/main">
              <a:ext uri="{FF2B5EF4-FFF2-40B4-BE49-F238E27FC236}">
                <a16:creationId xmlns:a16="http://schemas.microsoft.com/office/drawing/2014/main" id="{35A03EC3-3328-4F53-B88E-2D48E1E35D55}"/>
              </a:ext>
            </a:extLst>
          </p:cNvPr>
          <p:cNvSpPr>
            <a:spLocks xmlns:a="http://schemas.openxmlformats.org/drawingml/2006/main" noGrp="1"/>
          </p:cNvSpPr>
          <p:nvPr/>
        </p:nvSpPr>
        <p:spPr>
          <a:xfrm xmlns:a="http://schemas.openxmlformats.org/drawingml/2006/main">
            <a:off x="781050" y="48006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histórico 2025 · plan 2026 por aprobar</a:t>
            </a:r>
          </a:p>
        </p:txBody>
      </p:sp>
      <p:sp>
        <p:nvSpPr>
          <p:cNvPr id="16" name="">
            <a:extLst xmlns:a="http://schemas.openxmlformats.org/drawingml/2006/main">
              <a:ext uri="{FF2B5EF4-FFF2-40B4-BE49-F238E27FC236}">
                <a16:creationId xmlns:a16="http://schemas.microsoft.com/office/drawing/2014/main" id="{7266D59D-707D-4E61-A787-179EEF995894}"/>
              </a:ext>
            </a:extLst>
          </p:cNvPr>
          <p:cNvSpPr>
            <a:spLocks xmlns:a="http://schemas.openxmlformats.org/drawingml/2006/main" noGrp="1"/>
          </p:cNvSpPr>
          <p:nvPr/>
        </p:nvSpPr>
        <p:spPr>
          <a:xfrm xmlns:a="http://schemas.openxmlformats.org/drawingml/2006/main">
            <a:off x="3390900" y="2895600"/>
            <a:ext cx="2438400" cy="27241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3617995-769D-4C01-B0A1-004249BFCC9C}"/>
              </a:ext>
            </a:extLst>
          </p:cNvPr>
          <p:cNvSpPr>
            <a:spLocks xmlns:a="http://schemas.openxmlformats.org/drawingml/2006/main" noGrp="1"/>
          </p:cNvSpPr>
          <p:nvPr/>
        </p:nvSpPr>
        <p:spPr>
          <a:xfrm xmlns:a="http://schemas.openxmlformats.org/drawingml/2006/main">
            <a:off x="3562350" y="31051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REY</a:t>
            </a:r>
          </a:p>
        </p:txBody>
      </p:sp>
      <p:sp>
        <p:nvSpPr>
          <p:cNvPr id="18" name="">
            <a:extLst xmlns:a="http://schemas.openxmlformats.org/drawingml/2006/main">
              <a:ext uri="{FF2B5EF4-FFF2-40B4-BE49-F238E27FC236}">
                <a16:creationId xmlns:a16="http://schemas.microsoft.com/office/drawing/2014/main" id="{2923C1C7-E08C-4F70-A7EC-928132661FFB}"/>
              </a:ext>
            </a:extLst>
          </p:cNvPr>
          <p:cNvSpPr>
            <a:spLocks xmlns:a="http://schemas.openxmlformats.org/drawingml/2006/main" noGrp="1"/>
          </p:cNvSpPr>
          <p:nvPr/>
        </p:nvSpPr>
        <p:spPr>
          <a:xfrm xmlns:a="http://schemas.openxmlformats.org/drawingml/2006/main">
            <a:off x="3562350" y="39243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PAN</a:t>
            </a:r>
          </a:p>
        </p:txBody>
      </p:sp>
      <p:sp>
        <p:nvSpPr>
          <p:cNvPr id="19" name="">
            <a:extLst xmlns:a="http://schemas.openxmlformats.org/drawingml/2006/main">
              <a:ext uri="{FF2B5EF4-FFF2-40B4-BE49-F238E27FC236}">
                <a16:creationId xmlns:a16="http://schemas.microsoft.com/office/drawing/2014/main" id="{3A0DA363-D9B8-40DC-A99E-63D262A43386}"/>
              </a:ext>
            </a:extLst>
          </p:cNvPr>
          <p:cNvSpPr>
            <a:spLocks xmlns:a="http://schemas.openxmlformats.org/drawingml/2006/main" noGrp="1"/>
          </p:cNvSpPr>
          <p:nvPr/>
        </p:nvSpPr>
        <p:spPr>
          <a:xfrm xmlns:a="http://schemas.openxmlformats.org/drawingml/2006/main">
            <a:off x="3562350" y="48006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postulación, historia, jurado y final</a:t>
            </a:r>
          </a:p>
        </p:txBody>
      </p:sp>
      <p:sp>
        <p:nvSpPr>
          <p:cNvPr id="20" name="">
            <a:extLst xmlns:a="http://schemas.openxmlformats.org/drawingml/2006/main">
              <a:ext uri="{FF2B5EF4-FFF2-40B4-BE49-F238E27FC236}">
                <a16:creationId xmlns:a16="http://schemas.microsoft.com/office/drawing/2014/main" id="{71B61329-9172-4C64-80A9-4BDCC3BED971}"/>
              </a:ext>
            </a:extLst>
          </p:cNvPr>
          <p:cNvSpPr>
            <a:spLocks xmlns:a="http://schemas.openxmlformats.org/drawingml/2006/main" noGrp="1"/>
          </p:cNvSpPr>
          <p:nvPr/>
        </p:nvSpPr>
        <p:spPr>
          <a:xfrm xmlns:a="http://schemas.openxmlformats.org/drawingml/2006/main">
            <a:off x="6172200" y="2895600"/>
            <a:ext cx="2438400" cy="27241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B73361D-1875-4301-915C-B4BE73E3BEF5}"/>
              </a:ext>
            </a:extLst>
          </p:cNvPr>
          <p:cNvSpPr>
            <a:spLocks xmlns:a="http://schemas.openxmlformats.org/drawingml/2006/main" noGrp="1"/>
          </p:cNvSpPr>
          <p:nvPr/>
        </p:nvSpPr>
        <p:spPr>
          <a:xfrm xmlns:a="http://schemas.openxmlformats.org/drawingml/2006/main">
            <a:off x="6343650" y="31051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SRTA.</a:t>
            </a:r>
          </a:p>
        </p:txBody>
      </p:sp>
      <p:sp>
        <p:nvSpPr>
          <p:cNvPr id="22" name="">
            <a:extLst xmlns:a="http://schemas.openxmlformats.org/drawingml/2006/main">
              <a:ext uri="{FF2B5EF4-FFF2-40B4-BE49-F238E27FC236}">
                <a16:creationId xmlns:a16="http://schemas.microsoft.com/office/drawing/2014/main" id="{236CE0C3-7491-45E5-AD96-3FCC062FB31F}"/>
              </a:ext>
            </a:extLst>
          </p:cNvPr>
          <p:cNvSpPr>
            <a:spLocks xmlns:a="http://schemas.openxmlformats.org/drawingml/2006/main" noGrp="1"/>
          </p:cNvSpPr>
          <p:nvPr/>
        </p:nvSpPr>
        <p:spPr>
          <a:xfrm xmlns:a="http://schemas.openxmlformats.org/drawingml/2006/main">
            <a:off x="6343650" y="39243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COLADA MORADA</a:t>
            </a:r>
          </a:p>
        </p:txBody>
      </p:sp>
      <p:sp>
        <p:nvSpPr>
          <p:cNvPr id="23" name="">
            <a:extLst xmlns:a="http://schemas.openxmlformats.org/drawingml/2006/main">
              <a:ext uri="{FF2B5EF4-FFF2-40B4-BE49-F238E27FC236}">
                <a16:creationId xmlns:a16="http://schemas.microsoft.com/office/drawing/2014/main" id="{84FA4BF0-1363-4014-BA58-900DD1E967E0}"/>
              </a:ext>
            </a:extLst>
          </p:cNvPr>
          <p:cNvSpPr>
            <a:spLocks xmlns:a="http://schemas.openxmlformats.org/drawingml/2006/main" noGrp="1"/>
          </p:cNvSpPr>
          <p:nvPr/>
        </p:nvSpPr>
        <p:spPr>
          <a:xfrm xmlns:a="http://schemas.openxmlformats.org/drawingml/2006/main">
            <a:off x="6343650" y="48006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cultura, comunidad y reglas verificables</a:t>
            </a:r>
          </a:p>
        </p:txBody>
      </p:sp>
      <p:sp>
        <p:nvSpPr>
          <p:cNvPr id="24" name="">
            <a:extLst xmlns:a="http://schemas.openxmlformats.org/drawingml/2006/main">
              <a:ext uri="{FF2B5EF4-FFF2-40B4-BE49-F238E27FC236}">
                <a16:creationId xmlns:a16="http://schemas.microsoft.com/office/drawing/2014/main" id="{D4F2292E-2C01-4E14-A12C-81C1DC96E06E}"/>
              </a:ext>
            </a:extLst>
          </p:cNvPr>
          <p:cNvSpPr>
            <a:spLocks xmlns:a="http://schemas.openxmlformats.org/drawingml/2006/main" noGrp="1"/>
          </p:cNvSpPr>
          <p:nvPr/>
        </p:nvSpPr>
        <p:spPr>
          <a:xfrm xmlns:a="http://schemas.openxmlformats.org/drawingml/2006/main">
            <a:off x="8953500" y="2895600"/>
            <a:ext cx="2438400" cy="27241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AA076FB-ED3D-4B8F-960F-E064DDCA42FA}"/>
              </a:ext>
            </a:extLst>
          </p:cNvPr>
          <p:cNvSpPr>
            <a:spLocks xmlns:a="http://schemas.openxmlformats.org/drawingml/2006/main" noGrp="1"/>
          </p:cNvSpPr>
          <p:nvPr/>
        </p:nvSpPr>
        <p:spPr>
          <a:xfrm xmlns:a="http://schemas.openxmlformats.org/drawingml/2006/main">
            <a:off x="9124950" y="31051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62"/>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4–6</a:t>
            </a:r>
          </a:p>
        </p:txBody>
      </p:sp>
      <p:sp>
        <p:nvSpPr>
          <p:cNvPr id="26" name="">
            <a:extLst xmlns:a="http://schemas.openxmlformats.org/drawingml/2006/main">
              <a:ext uri="{FF2B5EF4-FFF2-40B4-BE49-F238E27FC236}">
                <a16:creationId xmlns:a16="http://schemas.microsoft.com/office/drawing/2014/main" id="{910A6C9D-728E-4000-9425-0869D3C5E596}"/>
              </a:ext>
            </a:extLst>
          </p:cNvPr>
          <p:cNvSpPr>
            <a:spLocks xmlns:a="http://schemas.openxmlformats.org/drawingml/2006/main" noGrp="1"/>
          </p:cNvSpPr>
          <p:nvPr/>
        </p:nvSpPr>
        <p:spPr>
          <a:xfrm xmlns:a="http://schemas.openxmlformats.org/drawingml/2006/main">
            <a:off x="9124950" y="392430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GUARDIANES DEL RECUERDO</a:t>
            </a:r>
          </a:p>
        </p:txBody>
      </p:sp>
      <p:sp>
        <p:nvSpPr>
          <p:cNvPr id="27" name="">
            <a:extLst xmlns:a="http://schemas.openxmlformats.org/drawingml/2006/main">
              <a:ext uri="{FF2B5EF4-FFF2-40B4-BE49-F238E27FC236}">
                <a16:creationId xmlns:a16="http://schemas.microsoft.com/office/drawing/2014/main" id="{6F504893-FE1E-41D5-85D2-5332A46B9741}"/>
              </a:ext>
            </a:extLst>
          </p:cNvPr>
          <p:cNvSpPr>
            <a:spLocks xmlns:a="http://schemas.openxmlformats.org/drawingml/2006/main" noGrp="1"/>
          </p:cNvSpPr>
          <p:nvPr/>
        </p:nvSpPr>
        <p:spPr>
          <a:xfrm xmlns:a="http://schemas.openxmlformats.org/drawingml/2006/main">
            <a:off x="9124950" y="4800600"/>
            <a:ext cx="2095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propuesta · evidencia y consentimiento</a:t>
            </a:r>
          </a:p>
        </p:txBody>
      </p:sp>
    </p:spTree>
    <p:extLst>
      <p:ext uri="{BB962C8B-B14F-4D97-AF65-F5344CB8AC3E}">
        <p14:creationId xmlns:p14="http://schemas.microsoft.com/office/powerpoint/2010/main" val="1859990791"/>
      </p:ext>
    </p:extLst>
  </p:cSld>
</p:sld>
</file>

<file path=ppt/slides/slide16.xml><?xml version="1.0" encoding="utf-8"?>
<p:sld xmlns:p="http://schemas.openxmlformats.org/presentationml/2006/main">
  <p:cSld>
    <p:bg>
      <p:bgPr>
        <a:solidFill xmlns:a="http://schemas.openxmlformats.org/drawingml/2006/main">
          <a:srgbClr val="E72D78"/>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74137DE-D9B7-4F82-A4D9-3E188F0C5F08}"/>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2F3F458-AB91-4C06-8B45-1B6A0C9B9AB8}"/>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9F1F71E-92D6-410B-9C6B-B4DCAB77B69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B6AAE46-5677-4AD4-9C9F-20D76D336FC4}"/>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FC05D5D-C91F-4D2B-9537-1A3E4179861F}"/>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859E254-93FE-4E27-976E-D22B81BD7C2A}"/>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BOCA A BOCA</a:t>
            </a:r>
          </a:p>
        </p:txBody>
      </p:sp>
      <p:sp>
        <p:nvSpPr>
          <p:cNvPr id="7" name="">
            <a:extLst xmlns:a="http://schemas.openxmlformats.org/drawingml/2006/main">
              <a:ext uri="{FF2B5EF4-FFF2-40B4-BE49-F238E27FC236}">
                <a16:creationId xmlns:a16="http://schemas.microsoft.com/office/drawing/2014/main" id="{9E580174-4D25-4ADD-A1D9-85425FBB1408}"/>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DA584E1C-EC0A-4F28-A9F6-52C16F4ECE96}"/>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16</a:t>
            </a:r>
          </a:p>
        </p:txBody>
      </p:sp>
      <p:sp>
        <p:nvSpPr>
          <p:cNvPr id="9" name="">
            <a:extLst xmlns:a="http://schemas.openxmlformats.org/drawingml/2006/main">
              <a:ext uri="{FF2B5EF4-FFF2-40B4-BE49-F238E27FC236}">
                <a16:creationId xmlns:a16="http://schemas.microsoft.com/office/drawing/2014/main" id="{33B9867E-FBD1-4815-A7C1-441862179C68}"/>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PARTICIPACIÓN</a:t>
            </a:r>
          </a:p>
        </p:txBody>
      </p:sp>
      <p:sp>
        <p:nvSpPr>
          <p:cNvPr id="10" name="">
            <a:extLst xmlns:a="http://schemas.openxmlformats.org/drawingml/2006/main">
              <a:ext uri="{FF2B5EF4-FFF2-40B4-BE49-F238E27FC236}">
                <a16:creationId xmlns:a16="http://schemas.microsoft.com/office/drawing/2014/main" id="{8E94C977-819E-4042-B922-3FD242105974}"/>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Seis motores para que la comunidad amplifique la feria.</a:t>
            </a:r>
          </a:p>
        </p:txBody>
      </p:sp>
      <p:sp>
        <p:nvSpPr>
          <p:cNvPr id="11" name="">
            <a:extLst xmlns:a="http://schemas.openxmlformats.org/drawingml/2006/main">
              <a:ext uri="{FF2B5EF4-FFF2-40B4-BE49-F238E27FC236}">
                <a16:creationId xmlns:a16="http://schemas.microsoft.com/office/drawing/2014/main" id="{A573D2E2-43EF-4941-8DB8-BDEE6E2F44AD}"/>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Cada propuesta produce una historia útil, una prueba o una visita verificable. Solo se activa después de aprobar bases, premio y control.</a:t>
            </a:r>
          </a:p>
        </p:txBody>
      </p:sp>
      <p:sp>
        <p:nvSpPr>
          <p:cNvPr id="12" name="">
            <a:extLst xmlns:a="http://schemas.openxmlformats.org/drawingml/2006/main">
              <a:ext uri="{FF2B5EF4-FFF2-40B4-BE49-F238E27FC236}">
                <a16:creationId xmlns:a16="http://schemas.microsoft.com/office/drawing/2014/main" id="{6D87DFE2-D3C4-4DEE-9791-C64A9D2C141C}"/>
              </a:ext>
            </a:extLst>
          </p:cNvPr>
          <p:cNvSpPr>
            <a:spLocks xmlns:a="http://schemas.openxmlformats.org/drawingml/2006/main" noGrp="1"/>
          </p:cNvSpPr>
          <p:nvPr/>
        </p:nvSpPr>
        <p:spPr>
          <a:xfrm xmlns:a="http://schemas.openxmlformats.org/drawingml/2006/main">
            <a:off x="609600" y="3048000"/>
            <a:ext cx="3333750" cy="10668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861884A-4900-4FBC-BD91-B3F16F0C4DC7}"/>
              </a:ext>
            </a:extLst>
          </p:cNvPr>
          <p:cNvSpPr>
            <a:spLocks xmlns:a="http://schemas.openxmlformats.org/drawingml/2006/main" noGrp="1"/>
          </p:cNvSpPr>
          <p:nvPr/>
        </p:nvSpPr>
        <p:spPr>
          <a:xfrm xmlns:a="http://schemas.openxmlformats.org/drawingml/2006/main">
            <a:off x="762000" y="32194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D195ACBF-7FB3-4EC8-916C-6A163B385895}"/>
              </a:ext>
            </a:extLst>
          </p:cNvPr>
          <p:cNvSpPr>
            <a:spLocks xmlns:a="http://schemas.openxmlformats.org/drawingml/2006/main" noGrp="1"/>
          </p:cNvSpPr>
          <p:nvPr/>
        </p:nvSpPr>
        <p:spPr>
          <a:xfrm xmlns:a="http://schemas.openxmlformats.org/drawingml/2006/main">
            <a:off x="1352550" y="3219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RECUERDOS</a:t>
            </a:r>
          </a:p>
        </p:txBody>
      </p:sp>
      <p:sp>
        <p:nvSpPr>
          <p:cNvPr id="15" name="">
            <a:extLst xmlns:a="http://schemas.openxmlformats.org/drawingml/2006/main">
              <a:ext uri="{FF2B5EF4-FFF2-40B4-BE49-F238E27FC236}">
                <a16:creationId xmlns:a16="http://schemas.microsoft.com/office/drawing/2014/main" id="{0DF3A95F-1210-4291-8C4F-4029F7FD94F5}"/>
              </a:ext>
            </a:extLst>
          </p:cNvPr>
          <p:cNvSpPr>
            <a:spLocks xmlns:a="http://schemas.openxmlformats.org/drawingml/2006/main" noGrp="1"/>
          </p:cNvSpPr>
          <p:nvPr/>
        </p:nvSpPr>
        <p:spPr>
          <a:xfrm xmlns:a="http://schemas.openxmlformats.org/drawingml/2006/main">
            <a:off x="1352550" y="3657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vuelvo porque…</a:t>
            </a:r>
          </a:p>
        </p:txBody>
      </p:sp>
      <p:sp>
        <p:nvSpPr>
          <p:cNvPr id="16" name="">
            <a:extLst xmlns:a="http://schemas.openxmlformats.org/drawingml/2006/main">
              <a:ext uri="{FF2B5EF4-FFF2-40B4-BE49-F238E27FC236}">
                <a16:creationId xmlns:a16="http://schemas.microsoft.com/office/drawing/2014/main" id="{47BF20E9-5821-419A-A5AF-23FE3BCC3952}"/>
              </a:ext>
            </a:extLst>
          </p:cNvPr>
          <p:cNvSpPr>
            <a:spLocks xmlns:a="http://schemas.openxmlformats.org/drawingml/2006/main" noGrp="1"/>
          </p:cNvSpPr>
          <p:nvPr/>
        </p:nvSpPr>
        <p:spPr>
          <a:xfrm xmlns:a="http://schemas.openxmlformats.org/drawingml/2006/main">
            <a:off x="4267200" y="3048000"/>
            <a:ext cx="3333750" cy="10668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B01B839-88C4-489D-BB1B-5FFEF6ED667D}"/>
              </a:ext>
            </a:extLst>
          </p:cNvPr>
          <p:cNvSpPr>
            <a:spLocks xmlns:a="http://schemas.openxmlformats.org/drawingml/2006/main" noGrp="1"/>
          </p:cNvSpPr>
          <p:nvPr/>
        </p:nvSpPr>
        <p:spPr>
          <a:xfrm xmlns:a="http://schemas.openxmlformats.org/drawingml/2006/main">
            <a:off x="4419600" y="32194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CDD3BFE0-B36E-476E-A7EE-FC6F0378703C}"/>
              </a:ext>
            </a:extLst>
          </p:cNvPr>
          <p:cNvSpPr>
            <a:spLocks xmlns:a="http://schemas.openxmlformats.org/drawingml/2006/main" noGrp="1"/>
          </p:cNvSpPr>
          <p:nvPr/>
        </p:nvSpPr>
        <p:spPr>
          <a:xfrm xmlns:a="http://schemas.openxmlformats.org/drawingml/2006/main">
            <a:off x="5010150" y="3219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ROSTROS</a:t>
            </a:r>
          </a:p>
        </p:txBody>
      </p:sp>
      <p:sp>
        <p:nvSpPr>
          <p:cNvPr id="19" name="">
            <a:extLst xmlns:a="http://schemas.openxmlformats.org/drawingml/2006/main">
              <a:ext uri="{FF2B5EF4-FFF2-40B4-BE49-F238E27FC236}">
                <a16:creationId xmlns:a16="http://schemas.microsoft.com/office/drawing/2014/main" id="{430ECC3C-5FBE-462D-85CA-B00210690CCD}"/>
              </a:ext>
            </a:extLst>
          </p:cNvPr>
          <p:cNvSpPr>
            <a:spLocks xmlns:a="http://schemas.openxmlformats.org/drawingml/2006/main" noGrp="1"/>
          </p:cNvSpPr>
          <p:nvPr/>
        </p:nvSpPr>
        <p:spPr>
          <a:xfrm xmlns:a="http://schemas.openxmlformats.org/drawingml/2006/main">
            <a:off x="5010150" y="3657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embajadores ES TRADICIÓN</a:t>
            </a:r>
          </a:p>
        </p:txBody>
      </p:sp>
      <p:sp>
        <p:nvSpPr>
          <p:cNvPr id="20" name="">
            <a:extLst xmlns:a="http://schemas.openxmlformats.org/drawingml/2006/main">
              <a:ext uri="{FF2B5EF4-FFF2-40B4-BE49-F238E27FC236}">
                <a16:creationId xmlns:a16="http://schemas.microsoft.com/office/drawing/2014/main" id="{AD882E00-86A4-4163-B9EF-67812CEE174A}"/>
              </a:ext>
            </a:extLst>
          </p:cNvPr>
          <p:cNvSpPr>
            <a:spLocks xmlns:a="http://schemas.openxmlformats.org/drawingml/2006/main" noGrp="1"/>
          </p:cNvSpPr>
          <p:nvPr/>
        </p:nvSpPr>
        <p:spPr>
          <a:xfrm xmlns:a="http://schemas.openxmlformats.org/drawingml/2006/main">
            <a:off x="7924800" y="3048000"/>
            <a:ext cx="3333750" cy="10668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1778D65-CC4B-4193-BFBB-5ED0EBA005EA}"/>
              </a:ext>
            </a:extLst>
          </p:cNvPr>
          <p:cNvSpPr>
            <a:spLocks xmlns:a="http://schemas.openxmlformats.org/drawingml/2006/main" noGrp="1"/>
          </p:cNvSpPr>
          <p:nvPr/>
        </p:nvSpPr>
        <p:spPr>
          <a:xfrm xmlns:a="http://schemas.openxmlformats.org/drawingml/2006/main">
            <a:off x="8077200" y="321945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1547F92E-C8BC-4CD1-9402-6EFB188C42F8}"/>
              </a:ext>
            </a:extLst>
          </p:cNvPr>
          <p:cNvSpPr>
            <a:spLocks xmlns:a="http://schemas.openxmlformats.org/drawingml/2006/main" noGrp="1"/>
          </p:cNvSpPr>
          <p:nvPr/>
        </p:nvSpPr>
        <p:spPr>
          <a:xfrm xmlns:a="http://schemas.openxmlformats.org/drawingml/2006/main">
            <a:off x="8667750" y="32194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RETO VIDEO</a:t>
            </a:r>
          </a:p>
        </p:txBody>
      </p:sp>
      <p:sp>
        <p:nvSpPr>
          <p:cNvPr id="23" name="">
            <a:extLst xmlns:a="http://schemas.openxmlformats.org/drawingml/2006/main">
              <a:ext uri="{FF2B5EF4-FFF2-40B4-BE49-F238E27FC236}">
                <a16:creationId xmlns:a16="http://schemas.microsoft.com/office/drawing/2014/main" id="{C9195908-FBB1-4C67-821F-399B1CAE34A5}"/>
              </a:ext>
            </a:extLst>
          </p:cNvPr>
          <p:cNvSpPr>
            <a:spLocks xmlns:a="http://schemas.openxmlformats.org/drawingml/2006/main" noGrp="1"/>
          </p:cNvSpPr>
          <p:nvPr/>
        </p:nvSpPr>
        <p:spPr>
          <a:xfrm xmlns:a="http://schemas.openxmlformats.org/drawingml/2006/main">
            <a:off x="8667750" y="36576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autenticidad · aporte · calidad</a:t>
            </a:r>
          </a:p>
        </p:txBody>
      </p:sp>
      <p:sp>
        <p:nvSpPr>
          <p:cNvPr id="24" name="">
            <a:extLst xmlns:a="http://schemas.openxmlformats.org/drawingml/2006/main">
              <a:ext uri="{FF2B5EF4-FFF2-40B4-BE49-F238E27FC236}">
                <a16:creationId xmlns:a16="http://schemas.microsoft.com/office/drawing/2014/main" id="{58FFB924-0042-4498-9E94-F20E57438587}"/>
              </a:ext>
            </a:extLst>
          </p:cNvPr>
          <p:cNvSpPr>
            <a:spLocks xmlns:a="http://schemas.openxmlformats.org/drawingml/2006/main" noGrp="1"/>
          </p:cNvSpPr>
          <p:nvPr/>
        </p:nvSpPr>
        <p:spPr>
          <a:xfrm xmlns:a="http://schemas.openxmlformats.org/drawingml/2006/main">
            <a:off x="609600" y="4362450"/>
            <a:ext cx="3333750" cy="10668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B791DEE-59CA-4770-9196-8A8C780CAA32}"/>
              </a:ext>
            </a:extLst>
          </p:cNvPr>
          <p:cNvSpPr>
            <a:spLocks xmlns:a="http://schemas.openxmlformats.org/drawingml/2006/main" noGrp="1"/>
          </p:cNvSpPr>
          <p:nvPr/>
        </p:nvSpPr>
        <p:spPr>
          <a:xfrm xmlns:a="http://schemas.openxmlformats.org/drawingml/2006/main">
            <a:off x="762000" y="4533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FC06D705-4358-422A-A165-0E98671CB0D3}"/>
              </a:ext>
            </a:extLst>
          </p:cNvPr>
          <p:cNvSpPr>
            <a:spLocks xmlns:a="http://schemas.openxmlformats.org/drawingml/2006/main" noGrp="1"/>
          </p:cNvSpPr>
          <p:nvPr/>
        </p:nvSpPr>
        <p:spPr>
          <a:xfrm xmlns:a="http://schemas.openxmlformats.org/drawingml/2006/main">
            <a:off x="1352550" y="45339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FAMILIAS</a:t>
            </a:r>
          </a:p>
        </p:txBody>
      </p:sp>
      <p:sp>
        <p:nvSpPr>
          <p:cNvPr id="27" name="">
            <a:extLst xmlns:a="http://schemas.openxmlformats.org/drawingml/2006/main">
              <a:ext uri="{FF2B5EF4-FFF2-40B4-BE49-F238E27FC236}">
                <a16:creationId xmlns:a16="http://schemas.microsoft.com/office/drawing/2014/main" id="{A01590A6-35CE-47C2-BF65-DDC9513B790F}"/>
              </a:ext>
            </a:extLst>
          </p:cNvPr>
          <p:cNvSpPr>
            <a:spLocks xmlns:a="http://schemas.openxmlformats.org/drawingml/2006/main" noGrp="1"/>
          </p:cNvSpPr>
          <p:nvPr/>
        </p:nvSpPr>
        <p:spPr>
          <a:xfrm xmlns:a="http://schemas.openxmlformats.org/drawingml/2006/main">
            <a:off x="1352550" y="4972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rutas y Pequeños Exploradores</a:t>
            </a:r>
          </a:p>
        </p:txBody>
      </p:sp>
      <p:sp>
        <p:nvSpPr>
          <p:cNvPr id="28" name="">
            <a:extLst xmlns:a="http://schemas.openxmlformats.org/drawingml/2006/main">
              <a:ext uri="{FF2B5EF4-FFF2-40B4-BE49-F238E27FC236}">
                <a16:creationId xmlns:a16="http://schemas.microsoft.com/office/drawing/2014/main" id="{DD568AD1-8B18-4600-BEC4-E5098E30516F}"/>
              </a:ext>
            </a:extLst>
          </p:cNvPr>
          <p:cNvSpPr>
            <a:spLocks xmlns:a="http://schemas.openxmlformats.org/drawingml/2006/main" noGrp="1"/>
          </p:cNvSpPr>
          <p:nvPr/>
        </p:nvSpPr>
        <p:spPr>
          <a:xfrm xmlns:a="http://schemas.openxmlformats.org/drawingml/2006/main">
            <a:off x="4267200" y="4362450"/>
            <a:ext cx="3333750" cy="10668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AADCA9A-B637-4EB8-ACC5-757C90E3287C}"/>
              </a:ext>
            </a:extLst>
          </p:cNvPr>
          <p:cNvSpPr>
            <a:spLocks xmlns:a="http://schemas.openxmlformats.org/drawingml/2006/main" noGrp="1"/>
          </p:cNvSpPr>
          <p:nvPr/>
        </p:nvSpPr>
        <p:spPr>
          <a:xfrm xmlns:a="http://schemas.openxmlformats.org/drawingml/2006/main">
            <a:off x="4419600" y="4533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05</a:t>
            </a:r>
          </a:p>
        </p:txBody>
      </p:sp>
      <p:sp>
        <p:nvSpPr>
          <p:cNvPr id="30" name="">
            <a:extLst xmlns:a="http://schemas.openxmlformats.org/drawingml/2006/main">
              <a:ext uri="{FF2B5EF4-FFF2-40B4-BE49-F238E27FC236}">
                <a16:creationId xmlns:a16="http://schemas.microsoft.com/office/drawing/2014/main" id="{3BDD1AD0-93BF-48C1-BB21-AE1F7B26B622}"/>
              </a:ext>
            </a:extLst>
          </p:cNvPr>
          <p:cNvSpPr>
            <a:spLocks xmlns:a="http://schemas.openxmlformats.org/drawingml/2006/main" noGrp="1"/>
          </p:cNvSpPr>
          <p:nvPr/>
        </p:nvSpPr>
        <p:spPr>
          <a:xfrm xmlns:a="http://schemas.openxmlformats.org/drawingml/2006/main">
            <a:off x="5010150" y="45339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TRADICIÓN</a:t>
            </a:r>
          </a:p>
        </p:txBody>
      </p:sp>
      <p:sp>
        <p:nvSpPr>
          <p:cNvPr id="31" name="">
            <a:extLst xmlns:a="http://schemas.openxmlformats.org/drawingml/2006/main">
              <a:ext uri="{FF2B5EF4-FFF2-40B4-BE49-F238E27FC236}">
                <a16:creationId xmlns:a16="http://schemas.microsoft.com/office/drawing/2014/main" id="{95A37E23-8C96-4433-A5F1-1E1033DB03DB}"/>
              </a:ext>
            </a:extLst>
          </p:cNvPr>
          <p:cNvSpPr>
            <a:spLocks xmlns:a="http://schemas.openxmlformats.org/drawingml/2006/main" noGrp="1"/>
          </p:cNvSpPr>
          <p:nvPr/>
        </p:nvSpPr>
        <p:spPr>
          <a:xfrm xmlns:a="http://schemas.openxmlformats.org/drawingml/2006/main">
            <a:off x="5010150" y="4972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Rey Pan + Srta. Colada Morada</a:t>
            </a:r>
          </a:p>
        </p:txBody>
      </p:sp>
      <p:sp>
        <p:nvSpPr>
          <p:cNvPr id="32" name="">
            <a:extLst xmlns:a="http://schemas.openxmlformats.org/drawingml/2006/main">
              <a:ext uri="{FF2B5EF4-FFF2-40B4-BE49-F238E27FC236}">
                <a16:creationId xmlns:a16="http://schemas.microsoft.com/office/drawing/2014/main" id="{1E8323D1-7556-4E82-937A-4C0209F4957F}"/>
              </a:ext>
            </a:extLst>
          </p:cNvPr>
          <p:cNvSpPr>
            <a:spLocks xmlns:a="http://schemas.openxmlformats.org/drawingml/2006/main" noGrp="1"/>
          </p:cNvSpPr>
          <p:nvPr/>
        </p:nvSpPr>
        <p:spPr>
          <a:xfrm xmlns:a="http://schemas.openxmlformats.org/drawingml/2006/main">
            <a:off x="7924800" y="4362450"/>
            <a:ext cx="3333750" cy="1066800"/>
          </a:xfrm>
          <a:prstGeom xmlns:a="http://schemas.openxmlformats.org/drawingml/2006/main" prst="rect">
            <a:avLst/>
          </a:prstGeom>
          <a:solidFill xmlns:a="http://schemas.openxmlformats.org/drawingml/2006/main">
            <a:srgbClr val="160A2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A3C7F42-3791-4B6B-865C-6E3C982F74C5}"/>
              </a:ext>
            </a:extLst>
          </p:cNvPr>
          <p:cNvSpPr>
            <a:spLocks xmlns:a="http://schemas.openxmlformats.org/drawingml/2006/main" noGrp="1"/>
          </p:cNvSpPr>
          <p:nvPr/>
        </p:nvSpPr>
        <p:spPr>
          <a:xfrm xmlns:a="http://schemas.openxmlformats.org/drawingml/2006/main">
            <a:off x="8077200" y="4533900"/>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i="0">
                <a:solidFill>
                  <a:srgbClr val="FFFFFF">
                    <a:alpha val="72000"/>
                  </a:srgbClr>
                </a:solidFill>
                <a:latin typeface="DIN Condensed"/>
                <a:ea typeface="DIN Condensed"/>
                <a:cs typeface="DIN Condensed"/>
              </a:defRPr>
            </a:pPr>
            <a:r>
              <a:rPr sz="2550" b="1" i="0">
                <a:solidFill>
                  <a:srgbClr val="FFFFFF">
                    <a:alpha val="72000"/>
                  </a:srgbClr>
                </a:solidFill>
                <a:latin typeface="DIN Condensed"/>
                <a:ea typeface="DIN Condensed"/>
                <a:cs typeface="DIN Condensed"/>
              </a:rPr>
              <a:t>06</a:t>
            </a:r>
          </a:p>
        </p:txBody>
      </p:sp>
      <p:sp>
        <p:nvSpPr>
          <p:cNvPr id="34" name="">
            <a:extLst xmlns:a="http://schemas.openxmlformats.org/drawingml/2006/main">
              <a:ext uri="{FF2B5EF4-FFF2-40B4-BE49-F238E27FC236}">
                <a16:creationId xmlns:a16="http://schemas.microsoft.com/office/drawing/2014/main" id="{8872BC8A-6624-4BEC-995F-C0492EFD182B}"/>
              </a:ext>
            </a:extLst>
          </p:cNvPr>
          <p:cNvSpPr>
            <a:spLocks xmlns:a="http://schemas.openxmlformats.org/drawingml/2006/main" noGrp="1"/>
          </p:cNvSpPr>
          <p:nvPr/>
        </p:nvSpPr>
        <p:spPr>
          <a:xfrm xmlns:a="http://schemas.openxmlformats.org/drawingml/2006/main">
            <a:off x="8667750" y="45339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MOVILIZACIÓN</a:t>
            </a:r>
          </a:p>
        </p:txBody>
      </p:sp>
      <p:sp>
        <p:nvSpPr>
          <p:cNvPr id="35" name="">
            <a:extLst xmlns:a="http://schemas.openxmlformats.org/drawingml/2006/main">
              <a:ext uri="{FF2B5EF4-FFF2-40B4-BE49-F238E27FC236}">
                <a16:creationId xmlns:a16="http://schemas.microsoft.com/office/drawing/2014/main" id="{41199888-6024-4ABD-8E35-7E1C695B4826}"/>
              </a:ext>
            </a:extLst>
          </p:cNvPr>
          <p:cNvSpPr>
            <a:spLocks xmlns:a="http://schemas.openxmlformats.org/drawingml/2006/main" noGrp="1"/>
          </p:cNvSpPr>
          <p:nvPr/>
        </p:nvSpPr>
        <p:spPr>
          <a:xfrm xmlns:a="http://schemas.openxmlformats.org/drawingml/2006/main">
            <a:off x="8667750" y="49720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Trae a tu gente + retorno</a:t>
            </a:r>
          </a:p>
        </p:txBody>
      </p:sp>
    </p:spTree>
    <p:extLst>
      <p:ext uri="{BB962C8B-B14F-4D97-AF65-F5344CB8AC3E}">
        <p14:creationId xmlns:p14="http://schemas.microsoft.com/office/powerpoint/2010/main" val="545773163"/>
      </p:ext>
    </p:extLst>
  </p:cSld>
</p:sld>
</file>

<file path=ppt/slides/slide17.xml><?xml version="1.0" encoding="utf-8"?>
<p:sld xmlns:p="http://schemas.openxmlformats.org/presentationml/2006/main">
  <p:cSld>
    <p:bg>
      <p:bgPr>
        <a:solidFill xmlns:a="http://schemas.openxmlformats.org/drawingml/2006/main">
          <a:srgbClr val="315BFF"/>
        </a:solidFill>
      </p:bgPr>
    </p:bg>
    <p:spTree>
      <p:nvGrpSpPr>
        <p:cNvPr id="1" name=""/>
        <p:cNvGrpSpPr/>
        <p:nvPr/>
      </p:nvGrpSpPr>
      <p:grpSpPr>
        <a:xfrm xmlns:a="http://schemas.openxmlformats.org/drawingml/2006/main"/>
      </p:grpSpPr>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7fad0bac98744a87"/>
          <a:srcRect xmlns:a="http://schemas.openxmlformats.org/drawingml/2006/main" l="25935" t="0" r="25935" b="0"/>
          <a:stretch xmlns:a="http://schemas.openxmlformats.org/drawingml/2006/main">
            <a:fillRect l="0" t="0" r="0" b="0"/>
          </a:stretch>
        </p:blipFill>
        <p:spPr>
          <a:xfrm xmlns:a="http://schemas.openxmlformats.org/drawingml/2006/main">
            <a:off x="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EE85B01-1473-4612-BBA6-A8FB28994587}"/>
              </a:ext>
            </a:extLst>
          </p:cNvPr>
          <p:cNvSpPr>
            <a:spLocks xmlns:a="http://schemas.openxmlformats.org/drawingml/2006/main" noGrp="1"/>
          </p:cNvSpPr>
          <p:nvPr/>
        </p:nvSpPr>
        <p:spPr>
          <a:xfrm xmlns:a="http://schemas.openxmlformats.org/drawingml/2006/main">
            <a:off x="0" y="0"/>
            <a:ext cx="4953000" cy="6858000"/>
          </a:xfrm>
          <a:prstGeom xmlns:a="http://schemas.openxmlformats.org/drawingml/2006/main" prst="rect">
            <a:avLst/>
          </a:prstGeom>
          <a:gradFill xmlns:a="http://schemas.openxmlformats.org/drawingml/2006/main">
            <a:gsLst>
              <a:gs pos="0">
                <a:srgbClr val="160A22">
                  <a:alpha val="64000"/>
                </a:srgbClr>
              </a:gs>
              <a:gs pos="100000">
                <a:srgbClr val="315BFF">
                  <a:alpha val="10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FEDBF1E-0F72-4123-A776-25388969A3F8}"/>
              </a:ext>
            </a:extLst>
          </p:cNvPr>
          <p:cNvSpPr>
            <a:spLocks xmlns:a="http://schemas.openxmlformats.org/drawingml/2006/main" noGrp="1"/>
          </p:cNvSpPr>
          <p:nvPr/>
        </p:nvSpPr>
        <p:spPr>
          <a:xfrm xmlns:a="http://schemas.openxmlformats.org/drawingml/2006/main">
            <a:off x="4476750" y="0"/>
            <a:ext cx="7715250" cy="68580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0613B92-A712-468F-B4D1-8E8E2C4AEE0C}"/>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C7CB23C-DE89-423D-ABE8-ABB29D98B319}"/>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9133862-AB22-4689-922D-8E5F579A7DF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3E6E90C-78FC-415E-8BE6-1C2EC93B914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617E070-39AF-48FA-B5B7-0CB60FE5EF00}"/>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DCCCF22-85D5-4136-9758-98E402709A8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MOTOR ORGÁNICO 1</a:t>
            </a:r>
          </a:p>
        </p:txBody>
      </p:sp>
      <p:sp>
        <p:nvSpPr>
          <p:cNvPr id="10" name="">
            <a:extLst xmlns:a="http://schemas.openxmlformats.org/drawingml/2006/main">
              <a:ext uri="{FF2B5EF4-FFF2-40B4-BE49-F238E27FC236}">
                <a16:creationId xmlns:a16="http://schemas.microsoft.com/office/drawing/2014/main" id="{E5158FD4-B407-4FC8-B4CA-517A0B0E8B3F}"/>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1" name="">
            <a:extLst xmlns:a="http://schemas.openxmlformats.org/drawingml/2006/main">
              <a:ext uri="{FF2B5EF4-FFF2-40B4-BE49-F238E27FC236}">
                <a16:creationId xmlns:a16="http://schemas.microsoft.com/office/drawing/2014/main" id="{F351B7E8-3F4E-482E-A0B4-A428A4B33AA8}"/>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17</a:t>
            </a:r>
          </a:p>
        </p:txBody>
      </p:sp>
      <p:sp>
        <p:nvSpPr>
          <p:cNvPr id="12" name="">
            <a:extLst xmlns:a="http://schemas.openxmlformats.org/drawingml/2006/main">
              <a:ext uri="{FF2B5EF4-FFF2-40B4-BE49-F238E27FC236}">
                <a16:creationId xmlns:a16="http://schemas.microsoft.com/office/drawing/2014/main" id="{94738021-48C9-4B9B-952E-38BA41CB9112}"/>
              </a:ext>
            </a:extLst>
          </p:cNvPr>
          <p:cNvSpPr>
            <a:spLocks xmlns:a="http://schemas.openxmlformats.org/drawingml/2006/main" noGrp="1"/>
          </p:cNvSpPr>
          <p:nvPr/>
        </p:nvSpPr>
        <p:spPr>
          <a:xfrm xmlns:a="http://schemas.openxmlformats.org/drawingml/2006/main">
            <a:off x="5429250" y="819150"/>
            <a:ext cx="609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ROSTROS DE FINADOS 2026</a:t>
            </a:r>
          </a:p>
        </p:txBody>
      </p:sp>
      <p:sp>
        <p:nvSpPr>
          <p:cNvPr id="13" name="">
            <a:extLst xmlns:a="http://schemas.openxmlformats.org/drawingml/2006/main">
              <a:ext uri="{FF2B5EF4-FFF2-40B4-BE49-F238E27FC236}">
                <a16:creationId xmlns:a16="http://schemas.microsoft.com/office/drawing/2014/main" id="{3933FBE3-B543-429E-8D6F-993F3DFECE80}"/>
              </a:ext>
            </a:extLst>
          </p:cNvPr>
          <p:cNvSpPr>
            <a:spLocks xmlns:a="http://schemas.openxmlformats.org/drawingml/2006/main" noGrp="1"/>
          </p:cNvSpPr>
          <p:nvPr/>
        </p:nvSpPr>
        <p:spPr>
          <a:xfrm xmlns:a="http://schemas.openxmlformats.org/drawingml/2006/main">
            <a:off x="5429250" y="1143000"/>
            <a:ext cx="6096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750" b="1" i="0">
                <a:solidFill>
                  <a:srgbClr val="FFFFFF"/>
                </a:solidFill>
                <a:latin typeface="DIN Condensed"/>
                <a:ea typeface="DIN Condensed"/>
                <a:cs typeface="DIN Condensed"/>
              </a:defRPr>
            </a:pPr>
            <a:r>
              <a:rPr sz="3750" b="1" i="0">
                <a:solidFill>
                  <a:srgbClr val="FFFFFF"/>
                </a:solidFill>
                <a:latin typeface="DIN Condensed"/>
                <a:ea typeface="DIN Condensed"/>
                <a:cs typeface="DIN Condensed"/>
              </a:rPr>
              <a:t>¿Quieres convertirte en embajador de ES TRADICIÓN?</a:t>
            </a:r>
          </a:p>
        </p:txBody>
      </p:sp>
      <p:sp>
        <p:nvSpPr>
          <p:cNvPr id="14" name="">
            <a:extLst xmlns:a="http://schemas.openxmlformats.org/drawingml/2006/main">
              <a:ext uri="{FF2B5EF4-FFF2-40B4-BE49-F238E27FC236}">
                <a16:creationId xmlns:a16="http://schemas.microsoft.com/office/drawing/2014/main" id="{3A4802D0-5EFF-41D4-90BA-66CD83B8FACC}"/>
              </a:ext>
            </a:extLst>
          </p:cNvPr>
          <p:cNvSpPr>
            <a:spLocks xmlns:a="http://schemas.openxmlformats.org/drawingml/2006/main" noGrp="1"/>
          </p:cNvSpPr>
          <p:nvPr/>
        </p:nvSpPr>
        <p:spPr>
          <a:xfrm xmlns:a="http://schemas.openxmlformats.org/drawingml/2006/main">
            <a:off x="5429250" y="2305050"/>
            <a:ext cx="60960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Si cumples la edad mínima aprobada, postula con un video de 30–45 segundos: qué significa esta feria para ti y qué ruta mostrarías a una familia.</a:t>
            </a:r>
          </a:p>
        </p:txBody>
      </p:sp>
      <p:sp>
        <p:nvSpPr>
          <p:cNvPr id="15" name="">
            <a:extLst xmlns:a="http://schemas.openxmlformats.org/drawingml/2006/main">
              <a:ext uri="{FF2B5EF4-FFF2-40B4-BE49-F238E27FC236}">
                <a16:creationId xmlns:a16="http://schemas.microsoft.com/office/drawing/2014/main" id="{747AE1F5-8459-4AF7-80E2-A858C35C2AA4}"/>
              </a:ext>
            </a:extLst>
          </p:cNvPr>
          <p:cNvSpPr>
            <a:spLocks xmlns:a="http://schemas.openxmlformats.org/drawingml/2006/main" noGrp="1"/>
          </p:cNvSpPr>
          <p:nvPr/>
        </p:nvSpPr>
        <p:spPr>
          <a:xfrm xmlns:a="http://schemas.openxmlformats.org/drawingml/2006/main">
            <a:off x="5429250" y="3562350"/>
            <a:ext cx="2781300" cy="8763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24F1689-DE1F-408D-B7F7-BE7FE85435D0}"/>
              </a:ext>
            </a:extLst>
          </p:cNvPr>
          <p:cNvSpPr>
            <a:spLocks xmlns:a="http://schemas.openxmlformats.org/drawingml/2006/main" noGrp="1"/>
          </p:cNvSpPr>
          <p:nvPr/>
        </p:nvSpPr>
        <p:spPr>
          <a:xfrm xmlns:a="http://schemas.openxmlformats.org/drawingml/2006/main">
            <a:off x="5562600" y="36766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3–6 SEP</a:t>
            </a:r>
          </a:p>
        </p:txBody>
      </p:sp>
      <p:sp>
        <p:nvSpPr>
          <p:cNvPr id="17" name="">
            <a:extLst xmlns:a="http://schemas.openxmlformats.org/drawingml/2006/main">
              <a:ext uri="{FF2B5EF4-FFF2-40B4-BE49-F238E27FC236}">
                <a16:creationId xmlns:a16="http://schemas.microsoft.com/office/drawing/2014/main" id="{3B153454-22B8-4D41-94A7-52D8BA559BD6}"/>
              </a:ext>
            </a:extLst>
          </p:cNvPr>
          <p:cNvSpPr>
            <a:spLocks xmlns:a="http://schemas.openxmlformats.org/drawingml/2006/main" noGrp="1"/>
          </p:cNvSpPr>
          <p:nvPr/>
        </p:nvSpPr>
        <p:spPr>
          <a:xfrm xmlns:a="http://schemas.openxmlformats.org/drawingml/2006/main">
            <a:off x="5562600" y="39052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ABRIR</a:t>
            </a:r>
          </a:p>
        </p:txBody>
      </p:sp>
      <p:sp>
        <p:nvSpPr>
          <p:cNvPr id="18" name="">
            <a:extLst xmlns:a="http://schemas.openxmlformats.org/drawingml/2006/main">
              <a:ext uri="{FF2B5EF4-FFF2-40B4-BE49-F238E27FC236}">
                <a16:creationId xmlns:a16="http://schemas.microsoft.com/office/drawing/2014/main" id="{EAE604D7-ECF9-41ED-8B31-99F025EA13C8}"/>
              </a:ext>
            </a:extLst>
          </p:cNvPr>
          <p:cNvSpPr>
            <a:spLocks xmlns:a="http://schemas.openxmlformats.org/drawingml/2006/main" noGrp="1"/>
          </p:cNvSpPr>
          <p:nvPr/>
        </p:nvSpPr>
        <p:spPr>
          <a:xfrm xmlns:a="http://schemas.openxmlformats.org/drawingml/2006/main">
            <a:off x="5562600" y="41719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bases, derechos y premio</a:t>
            </a:r>
          </a:p>
        </p:txBody>
      </p:sp>
      <p:sp>
        <p:nvSpPr>
          <p:cNvPr id="19" name="">
            <a:extLst xmlns:a="http://schemas.openxmlformats.org/drawingml/2006/main">
              <a:ext uri="{FF2B5EF4-FFF2-40B4-BE49-F238E27FC236}">
                <a16:creationId xmlns:a16="http://schemas.microsoft.com/office/drawing/2014/main" id="{4FFD3785-0846-492B-95E3-EA5340616929}"/>
              </a:ext>
            </a:extLst>
          </p:cNvPr>
          <p:cNvSpPr>
            <a:spLocks xmlns:a="http://schemas.openxmlformats.org/drawingml/2006/main" noGrp="1"/>
          </p:cNvSpPr>
          <p:nvPr/>
        </p:nvSpPr>
        <p:spPr>
          <a:xfrm xmlns:a="http://schemas.openxmlformats.org/drawingml/2006/main">
            <a:off x="8477250" y="3562350"/>
            <a:ext cx="2781300" cy="8763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F53D27-ADAD-45E8-8D38-5340829D9759}"/>
              </a:ext>
            </a:extLst>
          </p:cNvPr>
          <p:cNvSpPr>
            <a:spLocks xmlns:a="http://schemas.openxmlformats.org/drawingml/2006/main" noGrp="1"/>
          </p:cNvSpPr>
          <p:nvPr/>
        </p:nvSpPr>
        <p:spPr>
          <a:xfrm xmlns:a="http://schemas.openxmlformats.org/drawingml/2006/main">
            <a:off x="8610600" y="36766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7–13 SEP</a:t>
            </a:r>
          </a:p>
        </p:txBody>
      </p:sp>
      <p:sp>
        <p:nvSpPr>
          <p:cNvPr id="21" name="">
            <a:extLst xmlns:a="http://schemas.openxmlformats.org/drawingml/2006/main">
              <a:ext uri="{FF2B5EF4-FFF2-40B4-BE49-F238E27FC236}">
                <a16:creationId xmlns:a16="http://schemas.microsoft.com/office/drawing/2014/main" id="{54B12BBB-B7E2-4DC0-A774-7506C80536F9}"/>
              </a:ext>
            </a:extLst>
          </p:cNvPr>
          <p:cNvSpPr>
            <a:spLocks xmlns:a="http://schemas.openxmlformats.org/drawingml/2006/main" noGrp="1"/>
          </p:cNvSpPr>
          <p:nvPr/>
        </p:nvSpPr>
        <p:spPr>
          <a:xfrm xmlns:a="http://schemas.openxmlformats.org/drawingml/2006/main">
            <a:off x="8610600" y="39052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SELECCIONAR</a:t>
            </a:r>
          </a:p>
        </p:txBody>
      </p:sp>
      <p:sp>
        <p:nvSpPr>
          <p:cNvPr id="22" name="">
            <a:extLst xmlns:a="http://schemas.openxmlformats.org/drawingml/2006/main">
              <a:ext uri="{FF2B5EF4-FFF2-40B4-BE49-F238E27FC236}">
                <a16:creationId xmlns:a16="http://schemas.microsoft.com/office/drawing/2014/main" id="{2DC7C5F3-95EB-4E6D-AA8D-A9FB3946F22B}"/>
              </a:ext>
            </a:extLst>
          </p:cNvPr>
          <p:cNvSpPr>
            <a:spLocks xmlns:a="http://schemas.openxmlformats.org/drawingml/2006/main" noGrp="1"/>
          </p:cNvSpPr>
          <p:nvPr/>
        </p:nvSpPr>
        <p:spPr>
          <a:xfrm xmlns:a="http://schemas.openxmlformats.org/drawingml/2006/main">
            <a:off x="8610600" y="41719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jurado: historia, utilidad y calidad</a:t>
            </a:r>
          </a:p>
        </p:txBody>
      </p:sp>
      <p:sp>
        <p:nvSpPr>
          <p:cNvPr id="23" name="">
            <a:extLst xmlns:a="http://schemas.openxmlformats.org/drawingml/2006/main">
              <a:ext uri="{FF2B5EF4-FFF2-40B4-BE49-F238E27FC236}">
                <a16:creationId xmlns:a16="http://schemas.microsoft.com/office/drawing/2014/main" id="{E26B17B9-E936-4E63-AAFB-16169F67E470}"/>
              </a:ext>
            </a:extLst>
          </p:cNvPr>
          <p:cNvSpPr>
            <a:spLocks xmlns:a="http://schemas.openxmlformats.org/drawingml/2006/main" noGrp="1"/>
          </p:cNvSpPr>
          <p:nvPr/>
        </p:nvSpPr>
        <p:spPr>
          <a:xfrm xmlns:a="http://schemas.openxmlformats.org/drawingml/2006/main">
            <a:off x="5429250" y="4629150"/>
            <a:ext cx="2781300" cy="8763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55560C3-27EA-4CC0-BC24-636631CCFB18}"/>
              </a:ext>
            </a:extLst>
          </p:cNvPr>
          <p:cNvSpPr>
            <a:spLocks xmlns:a="http://schemas.openxmlformats.org/drawingml/2006/main" noGrp="1"/>
          </p:cNvSpPr>
          <p:nvPr/>
        </p:nvSpPr>
        <p:spPr>
          <a:xfrm xmlns:a="http://schemas.openxmlformats.org/drawingml/2006/main">
            <a:off x="5562600" y="47434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14–20 SEP</a:t>
            </a:r>
          </a:p>
        </p:txBody>
      </p:sp>
      <p:sp>
        <p:nvSpPr>
          <p:cNvPr id="25" name="">
            <a:extLst xmlns:a="http://schemas.openxmlformats.org/drawingml/2006/main">
              <a:ext uri="{FF2B5EF4-FFF2-40B4-BE49-F238E27FC236}">
                <a16:creationId xmlns:a16="http://schemas.microsoft.com/office/drawing/2014/main" id="{53F7368F-9468-4126-87B3-955AE75797DD}"/>
              </a:ext>
            </a:extLst>
          </p:cNvPr>
          <p:cNvSpPr>
            <a:spLocks xmlns:a="http://schemas.openxmlformats.org/drawingml/2006/main" noGrp="1"/>
          </p:cNvSpPr>
          <p:nvPr/>
        </p:nvSpPr>
        <p:spPr>
          <a:xfrm xmlns:a="http://schemas.openxmlformats.org/drawingml/2006/main">
            <a:off x="5562600" y="49720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PRESENTAR</a:t>
            </a:r>
          </a:p>
        </p:txBody>
      </p:sp>
      <p:sp>
        <p:nvSpPr>
          <p:cNvPr id="26" name="">
            <a:extLst xmlns:a="http://schemas.openxmlformats.org/drawingml/2006/main">
              <a:ext uri="{FF2B5EF4-FFF2-40B4-BE49-F238E27FC236}">
                <a16:creationId xmlns:a16="http://schemas.microsoft.com/office/drawing/2014/main" id="{3F2ECD61-8181-4F58-A422-F5245C11AC12}"/>
              </a:ext>
            </a:extLst>
          </p:cNvPr>
          <p:cNvSpPr>
            <a:spLocks xmlns:a="http://schemas.openxmlformats.org/drawingml/2006/main" noGrp="1"/>
          </p:cNvSpPr>
          <p:nvPr/>
        </p:nvSpPr>
        <p:spPr>
          <a:xfrm xmlns:a="http://schemas.openxmlformats.org/drawingml/2006/main">
            <a:off x="5562600" y="52387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rostros, rutas y compromisos</a:t>
            </a:r>
          </a:p>
        </p:txBody>
      </p:sp>
      <p:sp>
        <p:nvSpPr>
          <p:cNvPr id="27" name="">
            <a:extLst xmlns:a="http://schemas.openxmlformats.org/drawingml/2006/main">
              <a:ext uri="{FF2B5EF4-FFF2-40B4-BE49-F238E27FC236}">
                <a16:creationId xmlns:a16="http://schemas.microsoft.com/office/drawing/2014/main" id="{65543243-D309-41CF-8900-8AFD3C6749BE}"/>
              </a:ext>
            </a:extLst>
          </p:cNvPr>
          <p:cNvSpPr>
            <a:spLocks xmlns:a="http://schemas.openxmlformats.org/drawingml/2006/main" noGrp="1"/>
          </p:cNvSpPr>
          <p:nvPr/>
        </p:nvSpPr>
        <p:spPr>
          <a:xfrm xmlns:a="http://schemas.openxmlformats.org/drawingml/2006/main">
            <a:off x="8477250" y="4629150"/>
            <a:ext cx="2781300" cy="8763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B3FDF78-A40B-4272-BA7F-4949373768D6}"/>
              </a:ext>
            </a:extLst>
          </p:cNvPr>
          <p:cNvSpPr>
            <a:spLocks xmlns:a="http://schemas.openxmlformats.org/drawingml/2006/main" noGrp="1"/>
          </p:cNvSpPr>
          <p:nvPr/>
        </p:nvSpPr>
        <p:spPr>
          <a:xfrm xmlns:a="http://schemas.openxmlformats.org/drawingml/2006/main">
            <a:off x="8610600" y="47434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21 SEP+</a:t>
            </a:r>
          </a:p>
        </p:txBody>
      </p:sp>
      <p:sp>
        <p:nvSpPr>
          <p:cNvPr id="29" name="">
            <a:extLst xmlns:a="http://schemas.openxmlformats.org/drawingml/2006/main">
              <a:ext uri="{FF2B5EF4-FFF2-40B4-BE49-F238E27FC236}">
                <a16:creationId xmlns:a16="http://schemas.microsoft.com/office/drawing/2014/main" id="{8BFE3083-0081-4AA3-B356-906DAB21102E}"/>
              </a:ext>
            </a:extLst>
          </p:cNvPr>
          <p:cNvSpPr>
            <a:spLocks xmlns:a="http://schemas.openxmlformats.org/drawingml/2006/main" noGrp="1"/>
          </p:cNvSpPr>
          <p:nvPr/>
        </p:nvSpPr>
        <p:spPr>
          <a:xfrm xmlns:a="http://schemas.openxmlformats.org/drawingml/2006/main">
            <a:off x="8610600" y="4972050"/>
            <a:ext cx="2514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ACTIVAR</a:t>
            </a:r>
          </a:p>
        </p:txBody>
      </p:sp>
      <p:sp>
        <p:nvSpPr>
          <p:cNvPr id="30" name="">
            <a:extLst xmlns:a="http://schemas.openxmlformats.org/drawingml/2006/main">
              <a:ext uri="{FF2B5EF4-FFF2-40B4-BE49-F238E27FC236}">
                <a16:creationId xmlns:a16="http://schemas.microsoft.com/office/drawing/2014/main" id="{53721353-6939-4838-8A86-79A2A9F5AE35}"/>
              </a:ext>
            </a:extLst>
          </p:cNvPr>
          <p:cNvSpPr>
            <a:spLocks xmlns:a="http://schemas.openxmlformats.org/drawingml/2006/main" noGrp="1"/>
          </p:cNvSpPr>
          <p:nvPr/>
        </p:nvSpPr>
        <p:spPr>
          <a:xfrm xmlns:a="http://schemas.openxmlformats.org/drawingml/2006/main">
            <a:off x="8610600" y="5238750"/>
            <a:ext cx="25146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misiones, códigos y entregables</a:t>
            </a:r>
          </a:p>
        </p:txBody>
      </p:sp>
      <p:sp>
        <p:nvSpPr>
          <p:cNvPr id="31" name="">
            <a:extLst xmlns:a="http://schemas.openxmlformats.org/drawingml/2006/main">
              <a:ext uri="{FF2B5EF4-FFF2-40B4-BE49-F238E27FC236}">
                <a16:creationId xmlns:a16="http://schemas.microsoft.com/office/drawing/2014/main" id="{D9C82897-3F40-45B7-B161-67F8D2A93ACA}"/>
              </a:ext>
            </a:extLst>
          </p:cNvPr>
          <p:cNvSpPr>
            <a:spLocks xmlns:a="http://schemas.openxmlformats.org/drawingml/2006/main" noGrp="1"/>
          </p:cNvSpPr>
          <p:nvPr/>
        </p:nvSpPr>
        <p:spPr>
          <a:xfrm xmlns:a="http://schemas.openxmlformats.org/drawingml/2006/main">
            <a:off x="5429250" y="58293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795"/>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PROPUESTA: PASE GENERAL LIMITADO + KIT + EXPERIENCIA APROBADA. EDAD, VIGENCIA, CUPOS, VALOR Y EXCLUSIONES EN BASES.</a:t>
            </a:r>
          </a:p>
        </p:txBody>
      </p:sp>
      <p:sp>
        <p:nvSpPr>
          <p:cNvPr id="32" name="">
            <a:extLst xmlns:a="http://schemas.openxmlformats.org/drawingml/2006/main">
              <a:ext uri="{FF2B5EF4-FFF2-40B4-BE49-F238E27FC236}">
                <a16:creationId xmlns:a16="http://schemas.microsoft.com/office/drawing/2014/main" id="{19C1A1C8-11EC-4D2C-ADF7-9A921195B701}"/>
              </a:ext>
            </a:extLst>
          </p:cNvPr>
          <p:cNvSpPr>
            <a:spLocks xmlns:a="http://schemas.openxmlformats.org/drawingml/2006/main" noGrp="1"/>
          </p:cNvSpPr>
          <p:nvPr/>
        </p:nvSpPr>
        <p:spPr>
          <a:xfrm xmlns:a="http://schemas.openxmlformats.org/drawingml/2006/main">
            <a:off x="5429250" y="61341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423"/>
          </a:bodyPr>
          <a:lstStyle xmlns:a="http://schemas.openxmlformats.org/drawingml/2006/main"/>
          <a:p xmlns:a="http://schemas.openxmlformats.org/drawingml/2006/main">
            <a:pPr algn="ctr">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EMBAJADOR COMUNITARIO ≠ GANADOR ≠ CREADOR CONTRATADO. TRABAJO OBLIGATORIO = CONTRATO + PAGO FIJO.</a:t>
            </a:r>
          </a:p>
        </p:txBody>
      </p:sp>
    </p:spTree>
    <p:extLst>
      <p:ext uri="{BB962C8B-B14F-4D97-AF65-F5344CB8AC3E}">
        <p14:creationId xmlns:p14="http://schemas.microsoft.com/office/powerpoint/2010/main" val="545773163"/>
      </p:ext>
    </p:extLst>
  </p:cSld>
</p:sld>
</file>

<file path=ppt/slides/slide18.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181F2B3-AC7D-4AED-8BD7-26CC2820A06D}"/>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ED9C3C8-2703-41BB-A4FA-49AB82646A88}"/>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B8C5738-4F4C-4326-BDA6-EEC67CDE94E3}"/>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EFF753-4B22-49BE-B70F-3D955D40E406}"/>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684219-E35C-41FB-847B-4B4D913DBD0D}"/>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A78BAC5-265C-402C-B93D-209FCA392C6F}"/>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MOTOR ORGÁNICO 2</a:t>
            </a:r>
          </a:p>
        </p:txBody>
      </p:sp>
      <p:sp>
        <p:nvSpPr>
          <p:cNvPr id="7" name="">
            <a:extLst xmlns:a="http://schemas.openxmlformats.org/drawingml/2006/main">
              <a:ext uri="{FF2B5EF4-FFF2-40B4-BE49-F238E27FC236}">
                <a16:creationId xmlns:a16="http://schemas.microsoft.com/office/drawing/2014/main" id="{59F1C863-6558-4861-B6A5-A2287517278A}"/>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A5CEF9FA-308C-48BE-A1A2-6091FA214E23}"/>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18</a:t>
            </a:r>
          </a:p>
        </p:txBody>
      </p:sp>
      <p:sp>
        <p:nvSpPr>
          <p:cNvPr id="9" name="">
            <a:extLst xmlns:a="http://schemas.openxmlformats.org/drawingml/2006/main">
              <a:ext uri="{FF2B5EF4-FFF2-40B4-BE49-F238E27FC236}">
                <a16:creationId xmlns:a16="http://schemas.microsoft.com/office/drawing/2014/main" id="{4A7FD49D-632C-4927-8E63-CA1705CFBEE0}"/>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RETO ES TRADICIÓN</a:t>
            </a:r>
          </a:p>
        </p:txBody>
      </p:sp>
      <p:sp>
        <p:nvSpPr>
          <p:cNvPr id="10" name="">
            <a:extLst xmlns:a="http://schemas.openxmlformats.org/drawingml/2006/main">
              <a:ext uri="{FF2B5EF4-FFF2-40B4-BE49-F238E27FC236}">
                <a16:creationId xmlns:a16="http://schemas.microsoft.com/office/drawing/2014/main" id="{C1A04C26-4E6F-4C65-B5E5-B7A09B539D44}"/>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Gana con una historia real, no con bots.</a:t>
            </a:r>
          </a:p>
        </p:txBody>
      </p:sp>
      <p:sp>
        <p:nvSpPr>
          <p:cNvPr id="11" name="">
            <a:extLst xmlns:a="http://schemas.openxmlformats.org/drawingml/2006/main">
              <a:ext uri="{FF2B5EF4-FFF2-40B4-BE49-F238E27FC236}">
                <a16:creationId xmlns:a16="http://schemas.microsoft.com/office/drawing/2014/main" id="{C2AAB39F-B294-4AE1-AA3D-DB20D757E880}"/>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Video vertical de 15–45 segundos: un recuerdo, una razón para volver o un rincón que deseas mostrar.</a:t>
            </a:r>
          </a:p>
        </p:txBody>
      </p:sp>
      <p:sp>
        <p:nvSpPr>
          <p:cNvPr id="12" name="">
            <a:extLst xmlns:a="http://schemas.openxmlformats.org/drawingml/2006/main">
              <a:ext uri="{FF2B5EF4-FFF2-40B4-BE49-F238E27FC236}">
                <a16:creationId xmlns:a16="http://schemas.microsoft.com/office/drawing/2014/main" id="{94BC3D51-7966-4CE5-AC96-B76DCEC055CB}"/>
              </a:ext>
            </a:extLst>
          </p:cNvPr>
          <p:cNvSpPr>
            <a:spLocks xmlns:a="http://schemas.openxmlformats.org/drawingml/2006/main" noGrp="1"/>
          </p:cNvSpPr>
          <p:nvPr/>
        </p:nvSpPr>
        <p:spPr>
          <a:xfrm xmlns:a="http://schemas.openxmlformats.org/drawingml/2006/main">
            <a:off x="609600" y="2933700"/>
            <a:ext cx="3333750" cy="21907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B5F64D8-255B-4523-B542-A6EB0DBC0155}"/>
              </a:ext>
            </a:extLst>
          </p:cNvPr>
          <p:cNvSpPr>
            <a:spLocks xmlns:a="http://schemas.openxmlformats.org/drawingml/2006/main" noGrp="1"/>
          </p:cNvSpPr>
          <p:nvPr/>
        </p:nvSpPr>
        <p:spPr>
          <a:xfrm xmlns:a="http://schemas.openxmlformats.org/drawingml/2006/main">
            <a:off x="781050" y="31051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ABIERTO · RECOMENDADO</a:t>
            </a:r>
          </a:p>
        </p:txBody>
      </p:sp>
      <p:sp>
        <p:nvSpPr>
          <p:cNvPr id="14" name="">
            <a:extLst xmlns:a="http://schemas.openxmlformats.org/drawingml/2006/main">
              <a:ext uri="{FF2B5EF4-FFF2-40B4-BE49-F238E27FC236}">
                <a16:creationId xmlns:a16="http://schemas.microsoft.com/office/drawing/2014/main" id="{A3F0430D-D70C-4D3E-8ED3-DD447E14E8CB}"/>
              </a:ext>
            </a:extLst>
          </p:cNvPr>
          <p:cNvSpPr>
            <a:spLocks xmlns:a="http://schemas.openxmlformats.org/drawingml/2006/main" noGrp="1"/>
          </p:cNvSpPr>
          <p:nvPr/>
        </p:nvSpPr>
        <p:spPr>
          <a:xfrm xmlns:a="http://schemas.openxmlformats.org/drawingml/2006/main">
            <a:off x="781050" y="3581400"/>
            <a:ext cx="2990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JURADO + PREMIO FIJO</a:t>
            </a:r>
          </a:p>
        </p:txBody>
      </p:sp>
      <p:sp>
        <p:nvSpPr>
          <p:cNvPr id="15" name="">
            <a:extLst xmlns:a="http://schemas.openxmlformats.org/drawingml/2006/main">
              <a:ext uri="{FF2B5EF4-FFF2-40B4-BE49-F238E27FC236}">
                <a16:creationId xmlns:a16="http://schemas.microsoft.com/office/drawing/2014/main" id="{636D42C0-C7E3-4C08-94EF-84621EB2AB28}"/>
              </a:ext>
            </a:extLst>
          </p:cNvPr>
          <p:cNvSpPr>
            <a:spLocks xmlns:a="http://schemas.openxmlformats.org/drawingml/2006/main" noGrp="1"/>
          </p:cNvSpPr>
          <p:nvPr/>
        </p:nvSpPr>
        <p:spPr>
          <a:xfrm xmlns:a="http://schemas.openxmlformats.org/drawingml/2006/main">
            <a:off x="781050" y="4343400"/>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historia 40% · utilidad 30% · calidad 20% · cumplimiento 10%</a:t>
            </a:r>
          </a:p>
        </p:txBody>
      </p:sp>
      <p:sp>
        <p:nvSpPr>
          <p:cNvPr id="16" name="">
            <a:extLst xmlns:a="http://schemas.openxmlformats.org/drawingml/2006/main">
              <a:ext uri="{FF2B5EF4-FFF2-40B4-BE49-F238E27FC236}">
                <a16:creationId xmlns:a16="http://schemas.microsoft.com/office/drawing/2014/main" id="{BFABBC40-A7B2-48D3-9521-195E9958AABC}"/>
              </a:ext>
            </a:extLst>
          </p:cNvPr>
          <p:cNvSpPr>
            <a:spLocks xmlns:a="http://schemas.openxmlformats.org/drawingml/2006/main" noGrp="1"/>
          </p:cNvSpPr>
          <p:nvPr/>
        </p:nvSpPr>
        <p:spPr>
          <a:xfrm xmlns:a="http://schemas.openxmlformats.org/drawingml/2006/main">
            <a:off x="4267200" y="2933700"/>
            <a:ext cx="3333750" cy="21907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E9C3A81-01FA-4CC9-A173-BE73BEC83CA5}"/>
              </a:ext>
            </a:extLst>
          </p:cNvPr>
          <p:cNvSpPr>
            <a:spLocks xmlns:a="http://schemas.openxmlformats.org/drawingml/2006/main" noGrp="1"/>
          </p:cNvSpPr>
          <p:nvPr/>
        </p:nvSpPr>
        <p:spPr>
          <a:xfrm xmlns:a="http://schemas.openxmlformats.org/drawingml/2006/main">
            <a:off x="4438650" y="31051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SOLO PILOTO CONTRATADO</a:t>
            </a:r>
          </a:p>
        </p:txBody>
      </p:sp>
      <p:sp>
        <p:nvSpPr>
          <p:cNvPr id="18" name="">
            <a:extLst xmlns:a="http://schemas.openxmlformats.org/drawingml/2006/main">
              <a:ext uri="{FF2B5EF4-FFF2-40B4-BE49-F238E27FC236}">
                <a16:creationId xmlns:a16="http://schemas.microsoft.com/office/drawing/2014/main" id="{96974807-BE01-417C-B6A9-A0D171086809}"/>
              </a:ext>
            </a:extLst>
          </p:cNvPr>
          <p:cNvSpPr>
            <a:spLocks xmlns:a="http://schemas.openxmlformats.org/drawingml/2006/main" noGrp="1"/>
          </p:cNvSpPr>
          <p:nvPr/>
        </p:nvSpPr>
        <p:spPr>
          <a:xfrm xmlns:a="http://schemas.openxmlformats.org/drawingml/2006/main">
            <a:off x="4438650" y="3581400"/>
            <a:ext cx="2990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HITO 1M AUDITADO</a:t>
            </a:r>
          </a:p>
        </p:txBody>
      </p:sp>
      <p:sp>
        <p:nvSpPr>
          <p:cNvPr id="19" name="">
            <a:extLst xmlns:a="http://schemas.openxmlformats.org/drawingml/2006/main">
              <a:ext uri="{FF2B5EF4-FFF2-40B4-BE49-F238E27FC236}">
                <a16:creationId xmlns:a16="http://schemas.microsoft.com/office/drawing/2014/main" id="{FA355988-716C-414B-89E7-0FCC11BA40BE}"/>
              </a:ext>
            </a:extLst>
          </p:cNvPr>
          <p:cNvSpPr>
            <a:spLocks xmlns:a="http://schemas.openxmlformats.org/drawingml/2006/main" noGrp="1"/>
          </p:cNvSpPr>
          <p:nvPr/>
        </p:nvSpPr>
        <p:spPr>
          <a:xfrm xmlns:a="http://schemas.openxmlformats.org/drawingml/2006/main">
            <a:off x="4438650" y="4343400"/>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 bono fijo y máximo · cupo cerrado · tráfico inválido excluido</a:t>
            </a:r>
          </a:p>
        </p:txBody>
      </p:sp>
      <p:sp>
        <p:nvSpPr>
          <p:cNvPr id="20" name="">
            <a:extLst xmlns:a="http://schemas.openxmlformats.org/drawingml/2006/main">
              <a:ext uri="{FF2B5EF4-FFF2-40B4-BE49-F238E27FC236}">
                <a16:creationId xmlns:a16="http://schemas.microsoft.com/office/drawing/2014/main" id="{26DF2FE6-C5A9-46EF-8E66-B47A003B53B4}"/>
              </a:ext>
            </a:extLst>
          </p:cNvPr>
          <p:cNvSpPr>
            <a:spLocks xmlns:a="http://schemas.openxmlformats.org/drawingml/2006/main" noGrp="1"/>
          </p:cNvSpPr>
          <p:nvPr/>
        </p:nvSpPr>
        <p:spPr>
          <a:xfrm xmlns:a="http://schemas.openxmlformats.org/drawingml/2006/main">
            <a:off x="7924800" y="2933700"/>
            <a:ext cx="3333750" cy="21907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2FA1D22-9CD9-4575-AA5F-AA3B91D254EA}"/>
              </a:ext>
            </a:extLst>
          </p:cNvPr>
          <p:cNvSpPr>
            <a:spLocks xmlns:a="http://schemas.openxmlformats.org/drawingml/2006/main" noGrp="1"/>
          </p:cNvSpPr>
          <p:nvPr/>
        </p:nvSpPr>
        <p:spPr>
          <a:xfrm xmlns:a="http://schemas.openxmlformats.org/drawingml/2006/main">
            <a:off x="8096250" y="3105150"/>
            <a:ext cx="2990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MOVILIZACIÓN</a:t>
            </a:r>
          </a:p>
        </p:txBody>
      </p:sp>
      <p:sp>
        <p:nvSpPr>
          <p:cNvPr id="22" name="">
            <a:extLst xmlns:a="http://schemas.openxmlformats.org/drawingml/2006/main">
              <a:ext uri="{FF2B5EF4-FFF2-40B4-BE49-F238E27FC236}">
                <a16:creationId xmlns:a16="http://schemas.microsoft.com/office/drawing/2014/main" id="{E78425BD-9190-4BD1-AA89-842A5EA8EAAE}"/>
              </a:ext>
            </a:extLst>
          </p:cNvPr>
          <p:cNvSpPr>
            <a:spLocks xmlns:a="http://schemas.openxmlformats.org/drawingml/2006/main" noGrp="1"/>
          </p:cNvSpPr>
          <p:nvPr/>
        </p:nvSpPr>
        <p:spPr>
          <a:xfrm xmlns:a="http://schemas.openxmlformats.org/drawingml/2006/main">
            <a:off x="8096250" y="3581400"/>
            <a:ext cx="2990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i="0">
                <a:solidFill>
                  <a:srgbClr val="FFFFFF"/>
                </a:solidFill>
                <a:latin typeface="DIN Condensed"/>
                <a:ea typeface="DIN Condensed"/>
                <a:cs typeface="DIN Condensed"/>
              </a:defRPr>
            </a:pPr>
            <a:r>
              <a:rPr sz="1950" b="1" i="0">
                <a:solidFill>
                  <a:srgbClr val="FFFFFF"/>
                </a:solidFill>
                <a:latin typeface="DIN Condensed"/>
                <a:ea typeface="DIN Condensed"/>
                <a:cs typeface="DIN Condensed"/>
              </a:rPr>
              <a:t>TRAE A TU GENTE</a:t>
            </a:r>
          </a:p>
        </p:txBody>
      </p:sp>
      <p:sp>
        <p:nvSpPr>
          <p:cNvPr id="23" name="">
            <a:extLst xmlns:a="http://schemas.openxmlformats.org/drawingml/2006/main">
              <a:ext uri="{FF2B5EF4-FFF2-40B4-BE49-F238E27FC236}">
                <a16:creationId xmlns:a16="http://schemas.microsoft.com/office/drawing/2014/main" id="{73E6DA5E-A479-4062-B4C5-E77B93A90D5C}"/>
              </a:ext>
            </a:extLst>
          </p:cNvPr>
          <p:cNvSpPr>
            <a:spLocks xmlns:a="http://schemas.openxmlformats.org/drawingml/2006/main" noGrp="1"/>
          </p:cNvSpPr>
          <p:nvPr/>
        </p:nvSpPr>
        <p:spPr>
          <a:xfrm xmlns:a="http://schemas.openxmlformats.org/drawingml/2006/main">
            <a:off x="8096250" y="4343400"/>
            <a:ext cx="29908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ingreso único conciliado y deduplicado · beneficio limitado por grupo</a:t>
            </a:r>
          </a:p>
        </p:txBody>
      </p:sp>
      <p:sp>
        <p:nvSpPr>
          <p:cNvPr id="24" name="">
            <a:extLst xmlns:a="http://schemas.openxmlformats.org/drawingml/2006/main">
              <a:ext uri="{FF2B5EF4-FFF2-40B4-BE49-F238E27FC236}">
                <a16:creationId xmlns:a16="http://schemas.microsoft.com/office/drawing/2014/main" id="{AB5CC70F-11AB-4FB6-B374-0FEC77C01C5C}"/>
              </a:ext>
            </a:extLst>
          </p:cNvPr>
          <p:cNvSpPr>
            <a:spLocks xmlns:a="http://schemas.openxmlformats.org/drawingml/2006/main" noGrp="1"/>
          </p:cNvSpPr>
          <p:nvPr/>
        </p:nvSpPr>
        <p:spPr>
          <a:xfrm xmlns:a="http://schemas.openxmlformats.org/drawingml/2006/main">
            <a:off x="609600" y="5562600"/>
            <a:ext cx="1074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C928"/>
                </a:solidFill>
                <a:latin typeface="Avenir Next"/>
                <a:ea typeface="Avenir Next"/>
                <a:cs typeface="Avenir Next"/>
              </a:defRPr>
            </a:pPr>
            <a:r>
              <a:rPr sz="975" b="1" i="0">
                <a:solidFill>
                  <a:srgbClr val="FFC928"/>
                </a:solidFill>
                <a:latin typeface="Avenir Next"/>
                <a:ea typeface="Avenir Next"/>
                <a:cs typeface="Avenir Next"/>
              </a:rPr>
              <a:t>GANADORES · VALOR · IMPUESTOS · DATOS · VERIFICACIÓN · DERECHOS · FECHAS · RECLAMOS: TODO ANTES DE ABRIR</a:t>
            </a:r>
          </a:p>
        </p:txBody>
      </p:sp>
    </p:spTree>
    <p:extLst>
      <p:ext uri="{BB962C8B-B14F-4D97-AF65-F5344CB8AC3E}">
        <p14:creationId xmlns:p14="http://schemas.microsoft.com/office/powerpoint/2010/main" val="2039824486"/>
      </p:ext>
    </p:extLst>
  </p:cSld>
</p:sld>
</file>

<file path=ppt/slides/slide19.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601ad09c9fe4836"/>
          <a:srcRect xmlns:a="http://schemas.openxmlformats.org/drawingml/2006/main" l="19842" t="0" r="19842" b="0"/>
          <a:stretch xmlns:a="http://schemas.openxmlformats.org/drawingml/2006/main">
            <a:fillRect l="0" t="0" r="0" b="0"/>
          </a:stretch>
        </p:blipFill>
        <p:spPr>
          <a:xfrm xmlns:a="http://schemas.openxmlformats.org/drawingml/2006/main">
            <a:off x="0" y="0"/>
            <a:ext cx="6191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3B5822-7836-4E1E-8F40-3438D76C4860}"/>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gradFill xmlns:a="http://schemas.openxmlformats.org/drawingml/2006/main">
            <a:gsLst>
              <a:gs pos="0">
                <a:srgbClr val="315BFF">
                  <a:alpha val="36000"/>
                </a:srgbClr>
              </a:gs>
              <a:gs pos="55000">
                <a:srgbClr val="160A22">
                  <a:alpha val="8000"/>
                </a:srgbClr>
              </a:gs>
              <a:gs pos="100000">
                <a:srgbClr val="160A22">
                  <a:alpha val="40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CBC1234-2BDA-4E38-8AF8-7CFEA4B5F507}"/>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59628D-4FC1-40A6-B3D4-83A12B8E65E9}"/>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C29FA7-F319-4CCA-B641-4036D994E405}"/>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C628D0E-5ADD-439D-88CF-A009489C75AA}"/>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DA220B8-4C4F-4193-A4DE-A6BA984728BA}"/>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C2198A9-5DFB-4C8F-B412-BBFA4CDB141E}"/>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MOTORES ORGÁNICOS 3 Y 4</a:t>
            </a:r>
          </a:p>
        </p:txBody>
      </p:sp>
      <p:sp>
        <p:nvSpPr>
          <p:cNvPr id="9" name="">
            <a:extLst xmlns:a="http://schemas.openxmlformats.org/drawingml/2006/main">
              <a:ext uri="{FF2B5EF4-FFF2-40B4-BE49-F238E27FC236}">
                <a16:creationId xmlns:a16="http://schemas.microsoft.com/office/drawing/2014/main" id="{FFF5CA0E-E7C2-4799-BE73-7F8BCA669E2C}"/>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10" name="">
            <a:extLst xmlns:a="http://schemas.openxmlformats.org/drawingml/2006/main">
              <a:ext uri="{FF2B5EF4-FFF2-40B4-BE49-F238E27FC236}">
                <a16:creationId xmlns:a16="http://schemas.microsoft.com/office/drawing/2014/main" id="{16C5C7DC-8C72-46AA-AB64-0F63A633E72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19</a:t>
            </a:r>
          </a:p>
        </p:txBody>
      </p:sp>
      <p:sp>
        <p:nvSpPr>
          <p:cNvPr id="11" name="">
            <a:extLst xmlns:a="http://schemas.openxmlformats.org/drawingml/2006/main">
              <a:ext uri="{FF2B5EF4-FFF2-40B4-BE49-F238E27FC236}">
                <a16:creationId xmlns:a16="http://schemas.microsoft.com/office/drawing/2014/main" id="{BD937145-B95F-4D0B-B69C-4DF77AF6035C}"/>
              </a:ext>
            </a:extLst>
          </p:cNvPr>
          <p:cNvSpPr>
            <a:spLocks xmlns:a="http://schemas.openxmlformats.org/drawingml/2006/main" noGrp="1"/>
          </p:cNvSpPr>
          <p:nvPr/>
        </p:nvSpPr>
        <p:spPr>
          <a:xfrm xmlns:a="http://schemas.openxmlformats.org/drawingml/2006/main">
            <a:off x="6705600" y="7239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PARTICIPACIÓN FAMILIAR</a:t>
            </a:r>
          </a:p>
        </p:txBody>
      </p:sp>
      <p:sp>
        <p:nvSpPr>
          <p:cNvPr id="12" name="">
            <a:extLst xmlns:a="http://schemas.openxmlformats.org/drawingml/2006/main">
              <a:ext uri="{FF2B5EF4-FFF2-40B4-BE49-F238E27FC236}">
                <a16:creationId xmlns:a16="http://schemas.microsoft.com/office/drawing/2014/main" id="{461D00B8-0371-4243-9A8E-BA185FA99899}"/>
              </a:ext>
            </a:extLst>
          </p:cNvPr>
          <p:cNvSpPr>
            <a:spLocks xmlns:a="http://schemas.openxmlformats.org/drawingml/2006/main" noGrp="1"/>
          </p:cNvSpPr>
          <p:nvPr/>
        </p:nvSpPr>
        <p:spPr>
          <a:xfrm xmlns:a="http://schemas.openxmlformats.org/drawingml/2006/main">
            <a:off x="6705600" y="1047750"/>
            <a:ext cx="4953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47"/>
          </a:bodyPr>
          <a:lstStyle xmlns:a="http://schemas.openxmlformats.org/drawingml/2006/main"/>
          <a:p xmlns:a="http://schemas.openxmlformats.org/drawingml/2006/main">
            <a:pPr algn="l">
              <a:lnSpc>
                <a:spcPct val="92000"/>
              </a:lnSpc>
              <a:buNone/>
              <a:defRPr sz="3600" b="1" i="0">
                <a:solidFill>
                  <a:srgbClr val="25112C"/>
                </a:solidFill>
                <a:latin typeface="DIN Condensed"/>
                <a:ea typeface="DIN Condensed"/>
                <a:cs typeface="DIN Condensed"/>
              </a:defRPr>
            </a:pPr>
            <a:r>
              <a:rPr sz="3600" b="1" i="0">
                <a:solidFill>
                  <a:srgbClr val="25112C"/>
                </a:solidFill>
                <a:latin typeface="DIN Condensed"/>
                <a:ea typeface="DIN Condensed"/>
                <a:cs typeface="DIN Condensed"/>
              </a:rPr>
              <a:t>Recuerdos, niños y descubrimientos que dan ganas de volver.</a:t>
            </a:r>
          </a:p>
        </p:txBody>
      </p:sp>
      <p:sp>
        <p:nvSpPr>
          <p:cNvPr id="13" name="">
            <a:extLst xmlns:a="http://schemas.openxmlformats.org/drawingml/2006/main">
              <a:ext uri="{FF2B5EF4-FFF2-40B4-BE49-F238E27FC236}">
                <a16:creationId xmlns:a16="http://schemas.microsoft.com/office/drawing/2014/main" id="{FE338DE4-3F77-4D51-BC56-D7DCF40E1360}"/>
              </a:ext>
            </a:extLst>
          </p:cNvPr>
          <p:cNvSpPr>
            <a:spLocks xmlns:a="http://schemas.openxmlformats.org/drawingml/2006/main" noGrp="1"/>
          </p:cNvSpPr>
          <p:nvPr/>
        </p:nvSpPr>
        <p:spPr>
          <a:xfrm xmlns:a="http://schemas.openxmlformats.org/drawingml/2006/main">
            <a:off x="6705600" y="2400300"/>
            <a:ext cx="4953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dinámica debe producir historias útiles y seguras; no pedir datos innecesarios ni usar menores como premio publicitario.</a:t>
            </a:r>
          </a:p>
        </p:txBody>
      </p:sp>
      <p:sp>
        <p:nvSpPr>
          <p:cNvPr id="14" name="">
            <a:extLst xmlns:a="http://schemas.openxmlformats.org/drawingml/2006/main">
              <a:ext uri="{FF2B5EF4-FFF2-40B4-BE49-F238E27FC236}">
                <a16:creationId xmlns:a16="http://schemas.microsoft.com/office/drawing/2014/main" id="{831662F3-637F-47D9-9B80-AA70015C2741}"/>
              </a:ext>
            </a:extLst>
          </p:cNvPr>
          <p:cNvSpPr>
            <a:spLocks xmlns:a="http://schemas.openxmlformats.org/drawingml/2006/main" noGrp="1"/>
          </p:cNvSpPr>
          <p:nvPr/>
        </p:nvSpPr>
        <p:spPr>
          <a:xfrm xmlns:a="http://schemas.openxmlformats.org/drawingml/2006/main">
            <a:off x="6705600" y="3676650"/>
            <a:ext cx="190500" cy="1905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7D4C955-DA4F-47EA-9CFA-3F39327A648B}"/>
              </a:ext>
            </a:extLst>
          </p:cNvPr>
          <p:cNvSpPr>
            <a:spLocks xmlns:a="http://schemas.openxmlformats.org/drawingml/2006/main" noGrp="1"/>
          </p:cNvSpPr>
          <p:nvPr/>
        </p:nvSpPr>
        <p:spPr>
          <a:xfrm xmlns:a="http://schemas.openxmlformats.org/drawingml/2006/main">
            <a:off x="7029450" y="3619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DIN Condensed"/>
                <a:ea typeface="DIN Condensed"/>
                <a:cs typeface="DIN Condensed"/>
              </a:defRPr>
            </a:pPr>
            <a:r>
              <a:rPr sz="1200" b="1" i="0">
                <a:solidFill>
                  <a:srgbClr val="25112C"/>
                </a:solidFill>
                <a:latin typeface="DIN Condensed"/>
                <a:ea typeface="DIN Condensed"/>
                <a:cs typeface="DIN Condensed"/>
              </a:rPr>
              <a:t>EL RECUERDO QUE VUELVE</a:t>
            </a:r>
          </a:p>
        </p:txBody>
      </p:sp>
      <p:sp>
        <p:nvSpPr>
          <p:cNvPr id="16" name="">
            <a:extLst xmlns:a="http://schemas.openxmlformats.org/drawingml/2006/main">
              <a:ext uri="{FF2B5EF4-FFF2-40B4-BE49-F238E27FC236}">
                <a16:creationId xmlns:a16="http://schemas.microsoft.com/office/drawing/2014/main" id="{052C0F25-9E6C-4C9E-9C34-007D89264BC7}"/>
              </a:ext>
            </a:extLst>
          </p:cNvPr>
          <p:cNvSpPr>
            <a:spLocks xmlns:a="http://schemas.openxmlformats.org/drawingml/2006/main" noGrp="1"/>
          </p:cNvSpPr>
          <p:nvPr/>
        </p:nvSpPr>
        <p:spPr>
          <a:xfrm xmlns:a="http://schemas.openxmlformats.org/drawingml/2006/main">
            <a:off x="8934450" y="36385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Cuenta tu mejor experiencia o completa: vuelvo porque…</a:t>
            </a:r>
          </a:p>
        </p:txBody>
      </p:sp>
      <p:sp>
        <p:nvSpPr>
          <p:cNvPr id="17" name="">
            <a:extLst xmlns:a="http://schemas.openxmlformats.org/drawingml/2006/main">
              <a:ext uri="{FF2B5EF4-FFF2-40B4-BE49-F238E27FC236}">
                <a16:creationId xmlns:a16="http://schemas.microsoft.com/office/drawing/2014/main" id="{12AD4EAB-B232-494C-973B-174848A3616C}"/>
              </a:ext>
            </a:extLst>
          </p:cNvPr>
          <p:cNvSpPr>
            <a:spLocks xmlns:a="http://schemas.openxmlformats.org/drawingml/2006/main" noGrp="1"/>
          </p:cNvSpPr>
          <p:nvPr/>
        </p:nvSpPr>
        <p:spPr>
          <a:xfrm xmlns:a="http://schemas.openxmlformats.org/drawingml/2006/main">
            <a:off x="6705600" y="4286250"/>
            <a:ext cx="190500" cy="1905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B5D183A-E38D-4868-A11B-7F9BD36B7403}"/>
              </a:ext>
            </a:extLst>
          </p:cNvPr>
          <p:cNvSpPr>
            <a:spLocks xmlns:a="http://schemas.openxmlformats.org/drawingml/2006/main" noGrp="1"/>
          </p:cNvSpPr>
          <p:nvPr/>
        </p:nvSpPr>
        <p:spPr>
          <a:xfrm xmlns:a="http://schemas.openxmlformats.org/drawingml/2006/main">
            <a:off x="7029450" y="42291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DIN Condensed"/>
                <a:ea typeface="DIN Condensed"/>
                <a:cs typeface="DIN Condensed"/>
              </a:defRPr>
            </a:pPr>
            <a:r>
              <a:rPr sz="1200" b="1" i="0">
                <a:solidFill>
                  <a:srgbClr val="25112C"/>
                </a:solidFill>
                <a:latin typeface="DIN Condensed"/>
                <a:ea typeface="DIN Condensed"/>
                <a:cs typeface="DIN Condensed"/>
              </a:rPr>
              <a:t>FOTO FAMILIAR</a:t>
            </a:r>
          </a:p>
        </p:txBody>
      </p:sp>
      <p:sp>
        <p:nvSpPr>
          <p:cNvPr id="19" name="">
            <a:extLst xmlns:a="http://schemas.openxmlformats.org/drawingml/2006/main">
              <a:ext uri="{FF2B5EF4-FFF2-40B4-BE49-F238E27FC236}">
                <a16:creationId xmlns:a16="http://schemas.microsoft.com/office/drawing/2014/main" id="{B5D1844D-BD2E-45F5-BD2A-23554CFC263A}"/>
              </a:ext>
            </a:extLst>
          </p:cNvPr>
          <p:cNvSpPr>
            <a:spLocks xmlns:a="http://schemas.openxmlformats.org/drawingml/2006/main" noGrp="1"/>
          </p:cNvSpPr>
          <p:nvPr/>
        </p:nvSpPr>
        <p:spPr>
          <a:xfrm xmlns:a="http://schemas.openxmlformats.org/drawingml/2006/main">
            <a:off x="8934450" y="42481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adulto responsable + sorteo auditable de pases aprobados</a:t>
            </a:r>
          </a:p>
        </p:txBody>
      </p:sp>
      <p:sp>
        <p:nvSpPr>
          <p:cNvPr id="20" name="">
            <a:extLst xmlns:a="http://schemas.openxmlformats.org/drawingml/2006/main">
              <a:ext uri="{FF2B5EF4-FFF2-40B4-BE49-F238E27FC236}">
                <a16:creationId xmlns:a16="http://schemas.microsoft.com/office/drawing/2014/main" id="{C4F25DF7-6979-4AEC-8E73-14D1F22183CD}"/>
              </a:ext>
            </a:extLst>
          </p:cNvPr>
          <p:cNvSpPr>
            <a:spLocks xmlns:a="http://schemas.openxmlformats.org/drawingml/2006/main" noGrp="1"/>
          </p:cNvSpPr>
          <p:nvPr/>
        </p:nvSpPr>
        <p:spPr>
          <a:xfrm xmlns:a="http://schemas.openxmlformats.org/drawingml/2006/main">
            <a:off x="6705600" y="4895850"/>
            <a:ext cx="190500" cy="1905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1F04BA1-4A32-4557-B7AE-A6986BA9B0F5}"/>
              </a:ext>
            </a:extLst>
          </p:cNvPr>
          <p:cNvSpPr>
            <a:spLocks xmlns:a="http://schemas.openxmlformats.org/drawingml/2006/main" noGrp="1"/>
          </p:cNvSpPr>
          <p:nvPr/>
        </p:nvSpPr>
        <p:spPr>
          <a:xfrm xmlns:a="http://schemas.openxmlformats.org/drawingml/2006/main">
            <a:off x="7029450" y="48387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DIN Condensed"/>
                <a:ea typeface="DIN Condensed"/>
                <a:cs typeface="DIN Condensed"/>
              </a:defRPr>
            </a:pPr>
            <a:r>
              <a:rPr sz="1200" b="1" i="0">
                <a:solidFill>
                  <a:srgbClr val="25112C"/>
                </a:solidFill>
                <a:latin typeface="DIN Condensed"/>
                <a:ea typeface="DIN Condensed"/>
                <a:cs typeface="DIN Condensed"/>
              </a:rPr>
              <a:t>PEQUEÑOS EXPLORADORES</a:t>
            </a:r>
          </a:p>
        </p:txBody>
      </p:sp>
      <p:sp>
        <p:nvSpPr>
          <p:cNvPr id="22" name="">
            <a:extLst xmlns:a="http://schemas.openxmlformats.org/drawingml/2006/main">
              <a:ext uri="{FF2B5EF4-FFF2-40B4-BE49-F238E27FC236}">
                <a16:creationId xmlns:a16="http://schemas.microsoft.com/office/drawing/2014/main" id="{605B133D-86D3-4ECE-909A-14F1F32F1C6C}"/>
              </a:ext>
            </a:extLst>
          </p:cNvPr>
          <p:cNvSpPr>
            <a:spLocks xmlns:a="http://schemas.openxmlformats.org/drawingml/2006/main" noGrp="1"/>
          </p:cNvSpPr>
          <p:nvPr/>
        </p:nvSpPr>
        <p:spPr>
          <a:xfrm xmlns:a="http://schemas.openxmlformats.org/drawingml/2006/main">
            <a:off x="8934450" y="48577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dibuja o arma tu ruta ideal; certificado para todos</a:t>
            </a:r>
          </a:p>
        </p:txBody>
      </p:sp>
      <p:sp>
        <p:nvSpPr>
          <p:cNvPr id="23" name="">
            <a:extLst xmlns:a="http://schemas.openxmlformats.org/drawingml/2006/main">
              <a:ext uri="{FF2B5EF4-FFF2-40B4-BE49-F238E27FC236}">
                <a16:creationId xmlns:a16="http://schemas.microsoft.com/office/drawing/2014/main" id="{8EDF98F3-A6C8-4507-8595-B4EC491430FA}"/>
              </a:ext>
            </a:extLst>
          </p:cNvPr>
          <p:cNvSpPr>
            <a:spLocks xmlns:a="http://schemas.openxmlformats.org/drawingml/2006/main" noGrp="1"/>
          </p:cNvSpPr>
          <p:nvPr/>
        </p:nvSpPr>
        <p:spPr>
          <a:xfrm xmlns:a="http://schemas.openxmlformats.org/drawingml/2006/main">
            <a:off x="6705600" y="5505450"/>
            <a:ext cx="190500" cy="1905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389613-3712-4F7D-8A68-B2EF4CC6A9AA}"/>
              </a:ext>
            </a:extLst>
          </p:cNvPr>
          <p:cNvSpPr>
            <a:spLocks xmlns:a="http://schemas.openxmlformats.org/drawingml/2006/main" noGrp="1"/>
          </p:cNvSpPr>
          <p:nvPr/>
        </p:nvSpPr>
        <p:spPr>
          <a:xfrm xmlns:a="http://schemas.openxmlformats.org/drawingml/2006/main">
            <a:off x="7029450" y="54483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25112C"/>
                </a:solidFill>
                <a:latin typeface="DIN Condensed"/>
                <a:ea typeface="DIN Condensed"/>
                <a:cs typeface="DIN Condensed"/>
              </a:defRPr>
            </a:pPr>
            <a:r>
              <a:rPr sz="1200" b="1" i="0">
                <a:solidFill>
                  <a:srgbClr val="25112C"/>
                </a:solidFill>
                <a:latin typeface="DIN Condensed"/>
                <a:ea typeface="DIN Condensed"/>
                <a:cs typeface="DIN Condensed"/>
              </a:rPr>
              <a:t>DESCUBRIMIENTOS DEL TERRITORIO</a:t>
            </a:r>
          </a:p>
        </p:txBody>
      </p:sp>
      <p:sp>
        <p:nvSpPr>
          <p:cNvPr id="25" name="">
            <a:extLst xmlns:a="http://schemas.openxmlformats.org/drawingml/2006/main">
              <a:ext uri="{FF2B5EF4-FFF2-40B4-BE49-F238E27FC236}">
                <a16:creationId xmlns:a16="http://schemas.microsoft.com/office/drawing/2014/main" id="{9E510A79-69E0-4C52-98D7-C499AC6E5FC4}"/>
              </a:ext>
            </a:extLst>
          </p:cNvPr>
          <p:cNvSpPr>
            <a:spLocks xmlns:a="http://schemas.openxmlformats.org/drawingml/2006/main" noGrp="1"/>
          </p:cNvSpPr>
          <p:nvPr/>
        </p:nvSpPr>
        <p:spPr>
          <a:xfrm xmlns:a="http://schemas.openxmlformats.org/drawingml/2006/main">
            <a:off x="8934450" y="5467350"/>
            <a:ext cx="268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paisaje, animal, plaza o historia auténtica y segura</a:t>
            </a:r>
          </a:p>
        </p:txBody>
      </p:sp>
      <p:sp>
        <p:nvSpPr>
          <p:cNvPr id="26" name="">
            <a:extLst xmlns:a="http://schemas.openxmlformats.org/drawingml/2006/main">
              <a:ext uri="{FF2B5EF4-FFF2-40B4-BE49-F238E27FC236}">
                <a16:creationId xmlns:a16="http://schemas.microsoft.com/office/drawing/2014/main" id="{8887C654-D213-4BC7-AD51-A28DB074B711}"/>
              </a:ext>
            </a:extLst>
          </p:cNvPr>
          <p:cNvSpPr>
            <a:spLocks xmlns:a="http://schemas.openxmlformats.org/drawingml/2006/main" noGrp="1"/>
          </p:cNvSpPr>
          <p:nvPr/>
        </p:nvSpPr>
        <p:spPr>
          <a:xfrm xmlns:a="http://schemas.openxmlformats.org/drawingml/2006/main">
            <a:off x="6705600" y="6038850"/>
            <a:ext cx="4914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MENORES: PARTICIPAR, PUBLICAR Y PAUTAR EXIGEN PERMISOS SEPARADOS · DATOS MÍNIMOS · SIN ESCUELA, UBICACIÓN NI APELLIDO</a:t>
            </a:r>
          </a:p>
        </p:txBody>
      </p:sp>
    </p:spTree>
    <p:extLst>
      <p:ext uri="{BB962C8B-B14F-4D97-AF65-F5344CB8AC3E}">
        <p14:creationId xmlns:p14="http://schemas.microsoft.com/office/powerpoint/2010/main" val="1479807967"/>
      </p:ext>
    </p:extLst>
  </p:cSld>
</p:sld>
</file>

<file path=ppt/slides/slide20.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d30021958ce45f5"/>
          <a:srcRect xmlns:a="http://schemas.openxmlformats.org/drawingml/2006/main" l="27344" t="0" r="27344" b="0"/>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C241C70-DB18-4880-80EF-4AFD9C579CF9}"/>
              </a:ext>
            </a:extLst>
          </p:cNvPr>
          <p:cNvSpPr>
            <a:spLocks xmlns:a="http://schemas.openxmlformats.org/drawingml/2006/main" noGrp="1"/>
          </p:cNvSpPr>
          <p:nvPr/>
        </p:nvSpPr>
        <p:spPr>
          <a:xfrm xmlns:a="http://schemas.openxmlformats.org/drawingml/2006/main">
            <a:off x="5810250" y="0"/>
            <a:ext cx="2857500" cy="6858000"/>
          </a:xfrm>
          <a:prstGeom xmlns:a="http://schemas.openxmlformats.org/drawingml/2006/main" prst="rect">
            <a:avLst/>
          </a:prstGeom>
          <a:gradFill xmlns:a="http://schemas.openxmlformats.org/drawingml/2006/main">
            <a:gsLst>
              <a:gs pos="0">
                <a:srgbClr val="160A22"/>
              </a:gs>
              <a:gs pos="100000">
                <a:srgbClr val="160A22">
                  <a:alpha val="0"/>
                </a:srgbClr>
              </a:gs>
            </a:gsLst>
            <a:lin ang="540000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26E7C14-1BE5-4DEB-8F2B-22D6605AD467}"/>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3782CAA-10AB-4A6B-A3B7-0312491A437D}"/>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4C8953F-1A3E-4A11-B0B1-16B33BDDEBD1}"/>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50D738-DFD4-4DA5-90E4-AF38BDF4F1F8}"/>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31F650-DCC9-4C20-9AD3-28F29088BDA5}"/>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AFFD4C3-AB60-4690-9463-0350C02F5946}"/>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DIRECCIÓN DE ARTE</a:t>
            </a:r>
          </a:p>
        </p:txBody>
      </p:sp>
      <p:sp>
        <p:nvSpPr>
          <p:cNvPr id="9" name="">
            <a:extLst xmlns:a="http://schemas.openxmlformats.org/drawingml/2006/main">
              <a:ext uri="{FF2B5EF4-FFF2-40B4-BE49-F238E27FC236}">
                <a16:creationId xmlns:a16="http://schemas.microsoft.com/office/drawing/2014/main" id="{7B495E1A-BBA7-482A-A2FC-3DE8448B3B8A}"/>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0" name="">
            <a:extLst xmlns:a="http://schemas.openxmlformats.org/drawingml/2006/main">
              <a:ext uri="{FF2B5EF4-FFF2-40B4-BE49-F238E27FC236}">
                <a16:creationId xmlns:a16="http://schemas.microsoft.com/office/drawing/2014/main" id="{903F1396-CFC3-4EF8-9996-E140DCD19FE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20</a:t>
            </a:r>
          </a:p>
        </p:txBody>
      </p:sp>
      <p:sp>
        <p:nvSpPr>
          <p:cNvPr id="11" name="">
            <a:extLst xmlns:a="http://schemas.openxmlformats.org/drawingml/2006/main">
              <a:ext uri="{FF2B5EF4-FFF2-40B4-BE49-F238E27FC236}">
                <a16:creationId xmlns:a16="http://schemas.microsoft.com/office/drawing/2014/main" id="{7BE5C371-FC90-4BE8-9DD7-AC4CCEC8A888}"/>
              </a:ext>
            </a:extLst>
          </p:cNvPr>
          <p:cNvSpPr>
            <a:spLocks xmlns:a="http://schemas.openxmlformats.org/drawingml/2006/main" noGrp="1"/>
          </p:cNvSpPr>
          <p:nvPr/>
        </p:nvSpPr>
        <p:spPr>
          <a:xfrm xmlns:a="http://schemas.openxmlformats.org/drawingml/2006/main">
            <a:off x="609600" y="666750"/>
            <a:ext cx="561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TERRITORIO VISUAL</a:t>
            </a:r>
          </a:p>
        </p:txBody>
      </p:sp>
      <p:sp>
        <p:nvSpPr>
          <p:cNvPr id="12" name="">
            <a:extLst xmlns:a="http://schemas.openxmlformats.org/drawingml/2006/main">
              <a:ext uri="{FF2B5EF4-FFF2-40B4-BE49-F238E27FC236}">
                <a16:creationId xmlns:a16="http://schemas.microsoft.com/office/drawing/2014/main" id="{5581869F-AF46-4BB5-8B1D-F9DB95F50653}"/>
              </a:ext>
            </a:extLst>
          </p:cNvPr>
          <p:cNvSpPr>
            <a:spLocks xmlns:a="http://schemas.openxmlformats.org/drawingml/2006/main" noGrp="1"/>
          </p:cNvSpPr>
          <p:nvPr/>
        </p:nvSpPr>
        <p:spPr>
          <a:xfrm xmlns:a="http://schemas.openxmlformats.org/drawingml/2006/main">
            <a:off x="609600" y="990600"/>
            <a:ext cx="5619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500" b="1" i="0">
                <a:solidFill>
                  <a:srgbClr val="FFFFFF"/>
                </a:solidFill>
                <a:latin typeface="DIN Condensed"/>
                <a:ea typeface="DIN Condensed"/>
                <a:cs typeface="DIN Condensed"/>
              </a:defRPr>
            </a:pPr>
            <a:r>
              <a:rPr sz="4500" b="1" i="0">
                <a:solidFill>
                  <a:srgbClr val="FFFFFF"/>
                </a:solidFill>
                <a:latin typeface="DIN Condensed"/>
                <a:ea typeface="DIN Condensed"/>
                <a:cs typeface="DIN Condensed"/>
              </a:rPr>
              <a:t>Feria, teatro y humanidad real.</a:t>
            </a:r>
          </a:p>
        </p:txBody>
      </p:sp>
      <p:sp>
        <p:nvSpPr>
          <p:cNvPr id="13" name="">
            <a:extLst xmlns:a="http://schemas.openxmlformats.org/drawingml/2006/main">
              <a:ext uri="{FF2B5EF4-FFF2-40B4-BE49-F238E27FC236}">
                <a16:creationId xmlns:a16="http://schemas.microsoft.com/office/drawing/2014/main" id="{723E339B-ADC1-4BE6-95FE-F0154A06C415}"/>
              </a:ext>
            </a:extLst>
          </p:cNvPr>
          <p:cNvSpPr>
            <a:spLocks xmlns:a="http://schemas.openxmlformats.org/drawingml/2006/main" noGrp="1"/>
          </p:cNvSpPr>
          <p:nvPr/>
        </p:nvSpPr>
        <p:spPr>
          <a:xfrm xmlns:a="http://schemas.openxmlformats.org/drawingml/2006/main">
            <a:off x="609600" y="2228850"/>
            <a:ext cx="561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Melancolía luminosa + alegría + color + espectáculo. Escala que asombra sin borrar el vínculo.</a:t>
            </a:r>
          </a:p>
        </p:txBody>
      </p:sp>
      <p:sp>
        <p:nvSpPr>
          <p:cNvPr id="14" name="">
            <a:extLst xmlns:a="http://schemas.openxmlformats.org/drawingml/2006/main">
              <a:ext uri="{FF2B5EF4-FFF2-40B4-BE49-F238E27FC236}">
                <a16:creationId xmlns:a16="http://schemas.microsoft.com/office/drawing/2014/main" id="{8174C966-42E9-4CB3-810F-4E9F744D97F0}"/>
              </a:ext>
            </a:extLst>
          </p:cNvPr>
          <p:cNvSpPr>
            <a:spLocks xmlns:a="http://schemas.openxmlformats.org/drawingml/2006/main" noGrp="1"/>
          </p:cNvSpPr>
          <p:nvPr/>
        </p:nvSpPr>
        <p:spPr>
          <a:xfrm xmlns:a="http://schemas.openxmlformats.org/drawingml/2006/main">
            <a:off x="609600" y="4324350"/>
            <a:ext cx="2247900" cy="285750"/>
          </a:xfrm>
          <a:prstGeom xmlns:a="http://schemas.openxmlformats.org/drawingml/2006/main" prst="roundRect">
            <a:avLst>
              <a:gd name="adj" fmla="val 50000"/>
            </a:avLst>
          </a:prstGeom>
          <a:solidFill xmlns:a="http://schemas.openxmlformats.org/drawingml/2006/main">
            <a:srgbClr val="E72D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356E60D-4E7E-4FBE-BC89-8F9BF3C25A2A}"/>
              </a:ext>
            </a:extLst>
          </p:cNvPr>
          <p:cNvSpPr>
            <a:spLocks xmlns:a="http://schemas.openxmlformats.org/drawingml/2006/main" noGrp="1"/>
          </p:cNvSpPr>
          <p:nvPr/>
        </p:nvSpPr>
        <p:spPr>
          <a:xfrm xmlns:a="http://schemas.openxmlformats.org/drawingml/2006/main">
            <a:off x="704850" y="437197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MELANCOLÍA LUMINOSA</a:t>
            </a:r>
          </a:p>
        </p:txBody>
      </p:sp>
      <p:sp>
        <p:nvSpPr>
          <p:cNvPr id="16" name="">
            <a:extLst xmlns:a="http://schemas.openxmlformats.org/drawingml/2006/main">
              <a:ext uri="{FF2B5EF4-FFF2-40B4-BE49-F238E27FC236}">
                <a16:creationId xmlns:a16="http://schemas.microsoft.com/office/drawing/2014/main" id="{E5D369A8-CD7B-4AFD-B813-5E50ED37A751}"/>
              </a:ext>
            </a:extLst>
          </p:cNvPr>
          <p:cNvSpPr>
            <a:spLocks xmlns:a="http://schemas.openxmlformats.org/drawingml/2006/main" noGrp="1"/>
          </p:cNvSpPr>
          <p:nvPr/>
        </p:nvSpPr>
        <p:spPr>
          <a:xfrm xmlns:a="http://schemas.openxmlformats.org/drawingml/2006/main">
            <a:off x="3086100" y="4324350"/>
            <a:ext cx="2247900" cy="285750"/>
          </a:xfrm>
          <a:prstGeom xmlns:a="http://schemas.openxmlformats.org/drawingml/2006/main" prst="roundRect">
            <a:avLst>
              <a:gd name="adj" fmla="val 50000"/>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0C7E973-A7D6-4EF5-8D1A-9DD373A359F5}"/>
              </a:ext>
            </a:extLst>
          </p:cNvPr>
          <p:cNvSpPr>
            <a:spLocks xmlns:a="http://schemas.openxmlformats.org/drawingml/2006/main" noGrp="1"/>
          </p:cNvSpPr>
          <p:nvPr/>
        </p:nvSpPr>
        <p:spPr>
          <a:xfrm xmlns:a="http://schemas.openxmlformats.org/drawingml/2006/main">
            <a:off x="3181350" y="437197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FERIA EN MOVIMIENTO</a:t>
            </a:r>
          </a:p>
        </p:txBody>
      </p:sp>
      <p:sp>
        <p:nvSpPr>
          <p:cNvPr id="18" name="">
            <a:extLst xmlns:a="http://schemas.openxmlformats.org/drawingml/2006/main">
              <a:ext uri="{FF2B5EF4-FFF2-40B4-BE49-F238E27FC236}">
                <a16:creationId xmlns:a16="http://schemas.microsoft.com/office/drawing/2014/main" id="{E43D6C39-6C03-4EB6-A1FD-EDAD2E629285}"/>
              </a:ext>
            </a:extLst>
          </p:cNvPr>
          <p:cNvSpPr>
            <a:spLocks xmlns:a="http://schemas.openxmlformats.org/drawingml/2006/main" noGrp="1"/>
          </p:cNvSpPr>
          <p:nvPr/>
        </p:nvSpPr>
        <p:spPr>
          <a:xfrm xmlns:a="http://schemas.openxmlformats.org/drawingml/2006/main">
            <a:off x="609600" y="4838700"/>
            <a:ext cx="2247900" cy="285750"/>
          </a:xfrm>
          <a:prstGeom xmlns:a="http://schemas.openxmlformats.org/drawingml/2006/main" prst="roundRect">
            <a:avLst>
              <a:gd name="adj" fmla="val 50000"/>
            </a:avLst>
          </a:prstGeom>
          <a:solidFill xmlns:a="http://schemas.openxmlformats.org/drawingml/2006/main">
            <a:srgbClr val="315B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E4F9F6F9-E956-4DA9-BF34-D2C03DE4DEF1}"/>
              </a:ext>
            </a:extLst>
          </p:cNvPr>
          <p:cNvSpPr>
            <a:spLocks xmlns:a="http://schemas.openxmlformats.org/drawingml/2006/main" noGrp="1"/>
          </p:cNvSpPr>
          <p:nvPr/>
        </p:nvSpPr>
        <p:spPr>
          <a:xfrm xmlns:a="http://schemas.openxmlformats.org/drawingml/2006/main">
            <a:off x="704850" y="488632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NOCHE DE GRAN ESCALA</a:t>
            </a:r>
          </a:p>
        </p:txBody>
      </p:sp>
      <p:sp>
        <p:nvSpPr>
          <p:cNvPr id="20" name="">
            <a:extLst xmlns:a="http://schemas.openxmlformats.org/drawingml/2006/main">
              <a:ext uri="{FF2B5EF4-FFF2-40B4-BE49-F238E27FC236}">
                <a16:creationId xmlns:a16="http://schemas.microsoft.com/office/drawing/2014/main" id="{8C135D48-48B2-42DA-8163-D785852B0F0C}"/>
              </a:ext>
            </a:extLst>
          </p:cNvPr>
          <p:cNvSpPr>
            <a:spLocks xmlns:a="http://schemas.openxmlformats.org/drawingml/2006/main" noGrp="1"/>
          </p:cNvSpPr>
          <p:nvPr/>
        </p:nvSpPr>
        <p:spPr>
          <a:xfrm xmlns:a="http://schemas.openxmlformats.org/drawingml/2006/main">
            <a:off x="3086100" y="4838700"/>
            <a:ext cx="2247900" cy="285750"/>
          </a:xfrm>
          <a:prstGeom xmlns:a="http://schemas.openxmlformats.org/drawingml/2006/main" prst="roundRect">
            <a:avLst>
              <a:gd name="adj" fmla="val 50000"/>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5F50D75-7CBC-47FA-B040-7A307E9F4505}"/>
              </a:ext>
            </a:extLst>
          </p:cNvPr>
          <p:cNvSpPr>
            <a:spLocks xmlns:a="http://schemas.openxmlformats.org/drawingml/2006/main" noGrp="1"/>
          </p:cNvSpPr>
          <p:nvPr/>
        </p:nvSpPr>
        <p:spPr>
          <a:xfrm xmlns:a="http://schemas.openxmlformats.org/drawingml/2006/main">
            <a:off x="3181350" y="488632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ORIENTACIÓN CLARA</a:t>
            </a:r>
          </a:p>
        </p:txBody>
      </p:sp>
      <p:sp>
        <p:nvSpPr>
          <p:cNvPr id="22" name="">
            <a:extLst xmlns:a="http://schemas.openxmlformats.org/drawingml/2006/main">
              <a:ext uri="{FF2B5EF4-FFF2-40B4-BE49-F238E27FC236}">
                <a16:creationId xmlns:a16="http://schemas.microsoft.com/office/drawing/2014/main" id="{9A444BAD-CCAA-4964-B805-95F02E50A713}"/>
              </a:ext>
            </a:extLst>
          </p:cNvPr>
          <p:cNvSpPr>
            <a:spLocks xmlns:a="http://schemas.openxmlformats.org/drawingml/2006/main" noGrp="1"/>
          </p:cNvSpPr>
          <p:nvPr/>
        </p:nvSpPr>
        <p:spPr>
          <a:xfrm xmlns:a="http://schemas.openxmlformats.org/drawingml/2006/main">
            <a:off x="609600" y="5467350"/>
            <a:ext cx="495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0" i="0">
                <a:solidFill>
                  <a:srgbClr val="FFFFFF">
                    <a:alpha val="76000"/>
                  </a:srgbClr>
                </a:solidFill>
                <a:latin typeface="Avenir Next"/>
                <a:ea typeface="Avenir Next"/>
                <a:cs typeface="Avenir Next"/>
              </a:defRPr>
            </a:pPr>
            <a:r>
              <a:rPr sz="1200" b="0" i="0">
                <a:solidFill>
                  <a:srgbClr val="FFFFFF">
                    <a:alpha val="76000"/>
                  </a:srgbClr>
                </a:solidFill>
                <a:latin typeface="Avenir Next"/>
                <a:ea typeface="Avenir Next"/>
                <a:cs typeface="Avenir Next"/>
              </a:rPr>
              <a:t>Referencia emocional de gran espectáculo; nunca copiar vestuario, escena, repertorio o identidad protegida.</a:t>
            </a:r>
          </a:p>
        </p:txBody>
      </p:sp>
    </p:spTree>
    <p:extLst>
      <p:ext uri="{BB962C8B-B14F-4D97-AF65-F5344CB8AC3E}">
        <p14:creationId xmlns:p14="http://schemas.microsoft.com/office/powerpoint/2010/main" val="414713694"/>
      </p:ext>
    </p:extLst>
  </p:cSld>
</p:sld>
</file>

<file path=ppt/slides/slide21.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1AB6961-1F56-4AA2-B951-E39272FE1958}"/>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78BD0CD-3DFB-4AFD-A820-BA3E68308CA3}"/>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CF2D564-DB27-49E0-B7BE-82B15E0CCC1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29C5B46-591E-4FDD-9FC7-9E4B8842A6CA}"/>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0AC9DD7-E2E1-4586-AF23-7E9575EA5D81}"/>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9D53D2B-BFEC-48E0-9F79-9139E698CFCA}"/>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SISTEMA GRÁFICO Y FOTOGRAFÍA</a:t>
            </a:r>
          </a:p>
        </p:txBody>
      </p:sp>
      <p:sp>
        <p:nvSpPr>
          <p:cNvPr id="7" name="">
            <a:extLst xmlns:a="http://schemas.openxmlformats.org/drawingml/2006/main">
              <a:ext uri="{FF2B5EF4-FFF2-40B4-BE49-F238E27FC236}">
                <a16:creationId xmlns:a16="http://schemas.microsoft.com/office/drawing/2014/main" id="{0E6B5FDC-AB5B-418F-B185-9BD4F1D7B24F}"/>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13C00D73-7AFB-438C-AEE9-7F12900631B3}"/>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21</a:t>
            </a:r>
          </a:p>
        </p:txBody>
      </p:sp>
      <p:sp>
        <p:nvSpPr>
          <p:cNvPr id="9" name="">
            <a:extLst xmlns:a="http://schemas.openxmlformats.org/drawingml/2006/main">
              <a:ext uri="{FF2B5EF4-FFF2-40B4-BE49-F238E27FC236}">
                <a16:creationId xmlns:a16="http://schemas.microsoft.com/office/drawing/2014/main" id="{BC203DF0-672F-4EA0-8056-A5F97C3C0694}"/>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COMPOSICIÓN</a:t>
            </a:r>
          </a:p>
        </p:txBody>
      </p:sp>
      <p:sp>
        <p:nvSpPr>
          <p:cNvPr id="10" name="">
            <a:extLst xmlns:a="http://schemas.openxmlformats.org/drawingml/2006/main">
              <a:ext uri="{FF2B5EF4-FFF2-40B4-BE49-F238E27FC236}">
                <a16:creationId xmlns:a16="http://schemas.microsoft.com/office/drawing/2014/main" id="{7F9A2091-A8B5-45F5-A82D-9944ECE662A6}"/>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25112C"/>
                </a:solidFill>
                <a:latin typeface="DIN Condensed"/>
                <a:ea typeface="DIN Condensed"/>
                <a:cs typeface="DIN Condensed"/>
              </a:defRPr>
            </a:pPr>
            <a:r>
              <a:rPr sz="4200" b="1" i="0">
                <a:solidFill>
                  <a:srgbClr val="25112C"/>
                </a:solidFill>
                <a:latin typeface="DIN Condensed"/>
                <a:ea typeface="DIN Condensed"/>
                <a:cs typeface="DIN Condensed"/>
              </a:rPr>
              <a:t>Una idea domina. Una persona la vuelve real.</a:t>
            </a:r>
          </a:p>
        </p:txBody>
      </p:sp>
      <p:sp>
        <p:nvSpPr>
          <p:cNvPr id="11" name="">
            <a:extLst xmlns:a="http://schemas.openxmlformats.org/drawingml/2006/main">
              <a:ext uri="{FF2B5EF4-FFF2-40B4-BE49-F238E27FC236}">
                <a16:creationId xmlns:a16="http://schemas.microsoft.com/office/drawing/2014/main" id="{DA3F9AD9-C436-4516-BD4C-29391C16B146}"/>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La jerarquía debe sentirse editorial; la fotografía aporta vínculo, contexto y prueba humana.</a:t>
            </a:r>
          </a:p>
        </p:txBody>
      </p:sp>
      <p:sp>
        <p:nvSpPr>
          <p:cNvPr id="12" name="">
            <a:extLst xmlns:a="http://schemas.openxmlformats.org/drawingml/2006/main">
              <a:ext uri="{FF2B5EF4-FFF2-40B4-BE49-F238E27FC236}">
                <a16:creationId xmlns:a16="http://schemas.microsoft.com/office/drawing/2014/main" id="{73994A82-1C22-448A-8F95-9BDB5960248E}"/>
              </a:ext>
            </a:extLst>
          </p:cNvPr>
          <p:cNvSpPr>
            <a:spLocks xmlns:a="http://schemas.openxmlformats.org/drawingml/2006/main" noGrp="1"/>
          </p:cNvSpPr>
          <p:nvPr/>
        </p:nvSpPr>
        <p:spPr>
          <a:xfrm xmlns:a="http://schemas.openxmlformats.org/drawingml/2006/main">
            <a:off x="609600" y="2724150"/>
            <a:ext cx="60960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0000"/>
              </a:lnSpc>
              <a:buNone/>
              <a:defRPr sz="7950" b="1" i="0">
                <a:solidFill>
                  <a:srgbClr val="160A22"/>
                </a:solidFill>
                <a:latin typeface="DIN Condensed"/>
                <a:ea typeface="DIN Condensed"/>
                <a:cs typeface="DIN Condensed"/>
              </a:defRPr>
            </a:pPr>
            <a:r>
              <a:rPr sz="7950" b="1" i="0">
                <a:solidFill>
                  <a:srgbClr val="160A22"/>
                </a:solidFill>
                <a:latin typeface="DIN Condensed"/>
                <a:ea typeface="DIN Condensed"/>
                <a:cs typeface="DIN Condensed"/>
              </a:rPr>
              <a:t>TRADICIÓN</a:t>
            </a:r>
          </a:p>
        </p:txBody>
      </p:sp>
      <p:sp>
        <p:nvSpPr>
          <p:cNvPr id="13" name="">
            <a:extLst xmlns:a="http://schemas.openxmlformats.org/drawingml/2006/main">
              <a:ext uri="{FF2B5EF4-FFF2-40B4-BE49-F238E27FC236}">
                <a16:creationId xmlns:a16="http://schemas.microsoft.com/office/drawing/2014/main" id="{1C858831-0B50-42B4-9B57-EE868B98134A}"/>
              </a:ext>
            </a:extLst>
          </p:cNvPr>
          <p:cNvSpPr>
            <a:spLocks xmlns:a="http://schemas.openxmlformats.org/drawingml/2006/main" noGrp="1"/>
          </p:cNvSpPr>
          <p:nvPr/>
        </p:nvSpPr>
        <p:spPr>
          <a:xfrm xmlns:a="http://schemas.openxmlformats.org/drawingml/2006/main">
            <a:off x="666750" y="40195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E72D78"/>
                </a:solidFill>
                <a:latin typeface="Avenir Next"/>
                <a:ea typeface="Avenir Next"/>
                <a:cs typeface="Avenir Next"/>
              </a:defRPr>
            </a:pPr>
            <a:r>
              <a:rPr sz="1050" b="1" i="0">
                <a:solidFill>
                  <a:srgbClr val="E72D78"/>
                </a:solidFill>
                <a:latin typeface="Avenir Next"/>
                <a:ea typeface="Avenir Next"/>
                <a:cs typeface="Avenir Next"/>
              </a:rPr>
              <a:t>DIN CONDENSED · PROPUESTA DE VOZ DISPLAY*</a:t>
            </a:r>
          </a:p>
        </p:txBody>
      </p:sp>
      <p:sp>
        <p:nvSpPr>
          <p:cNvPr id="14" name="">
            <a:extLst xmlns:a="http://schemas.openxmlformats.org/drawingml/2006/main">
              <a:ext uri="{FF2B5EF4-FFF2-40B4-BE49-F238E27FC236}">
                <a16:creationId xmlns:a16="http://schemas.microsoft.com/office/drawing/2014/main" id="{3543A261-1D10-4B80-A1BE-A78168B68B4C}"/>
              </a:ext>
            </a:extLst>
          </p:cNvPr>
          <p:cNvSpPr>
            <a:spLocks xmlns:a="http://schemas.openxmlformats.org/drawingml/2006/main" noGrp="1"/>
          </p:cNvSpPr>
          <p:nvPr/>
        </p:nvSpPr>
        <p:spPr>
          <a:xfrm xmlns:a="http://schemas.openxmlformats.org/drawingml/2006/main">
            <a:off x="666750" y="4514850"/>
            <a:ext cx="571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i="0">
                <a:solidFill>
                  <a:srgbClr val="25112C"/>
                </a:solidFill>
                <a:latin typeface="Avenir Next"/>
                <a:ea typeface="Avenir Next"/>
                <a:cs typeface="Avenir Next"/>
              </a:defRPr>
            </a:pPr>
            <a:r>
              <a:rPr sz="1500" b="0" i="0">
                <a:solidFill>
                  <a:srgbClr val="25112C"/>
                </a:solidFill>
                <a:latin typeface="Avenir Next"/>
                <a:ea typeface="Avenir Next"/>
                <a:cs typeface="Avenir Next"/>
              </a:rPr>
              <a:t>Display condensada para impacto. Sans clara para lectura. Archivo real y fechado para demostrar familia, comercio, escala y descubrimiento.</a:t>
            </a:r>
          </a:p>
        </p:txBody>
      </p:sp>
      <p:sp>
        <p:nvSpPr>
          <p:cNvPr id="15" name="">
            <a:extLst xmlns:a="http://schemas.openxmlformats.org/drawingml/2006/main">
              <a:ext uri="{FF2B5EF4-FFF2-40B4-BE49-F238E27FC236}">
                <a16:creationId xmlns:a16="http://schemas.microsoft.com/office/drawing/2014/main" id="{79188566-0476-4309-AABD-C469B11D9CEC}"/>
              </a:ext>
            </a:extLst>
          </p:cNvPr>
          <p:cNvSpPr>
            <a:spLocks xmlns:a="http://schemas.openxmlformats.org/drawingml/2006/main" noGrp="1"/>
          </p:cNvSpPr>
          <p:nvPr/>
        </p:nvSpPr>
        <p:spPr>
          <a:xfrm xmlns:a="http://schemas.openxmlformats.org/drawingml/2006/main">
            <a:off x="666750" y="54673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00AFA0"/>
                </a:solidFill>
                <a:latin typeface="Avenir Next"/>
                <a:ea typeface="Avenir Next"/>
                <a:cs typeface="Avenir Next"/>
              </a:defRPr>
            </a:pPr>
            <a:r>
              <a:rPr sz="975" b="1" i="0">
                <a:solidFill>
                  <a:srgbClr val="00AFA0"/>
                </a:solidFill>
                <a:latin typeface="Avenir Next"/>
                <a:ea typeface="Avenir Next"/>
                <a:cs typeface="Avenir Next"/>
              </a:rPr>
              <a:t>AVENIR NEXT · PROPUESTA PARA LECTURA Y DATOS*</a:t>
            </a:r>
          </a:p>
        </p:txBody>
      </p:sp>
      <p:sp>
        <p:nvSpPr>
          <p:cNvPr id="16" name="">
            <a:extLst xmlns:a="http://schemas.openxmlformats.org/drawingml/2006/main">
              <a:ext uri="{FF2B5EF4-FFF2-40B4-BE49-F238E27FC236}">
                <a16:creationId xmlns:a16="http://schemas.microsoft.com/office/drawing/2014/main" id="{490D35AA-54C5-40A4-AC2A-56C5A83F6E08}"/>
              </a:ext>
            </a:extLst>
          </p:cNvPr>
          <p:cNvSpPr>
            <a:spLocks xmlns:a="http://schemas.openxmlformats.org/drawingml/2006/main" noGrp="1"/>
          </p:cNvSpPr>
          <p:nvPr/>
        </p:nvSpPr>
        <p:spPr>
          <a:xfrm xmlns:a="http://schemas.openxmlformats.org/drawingml/2006/main">
            <a:off x="666750" y="5810250"/>
            <a:ext cx="533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0" i="0">
                <a:solidFill>
                  <a:srgbClr val="6D6470"/>
                </a:solidFill>
                <a:latin typeface="Avenir Next"/>
                <a:ea typeface="Avenir Next"/>
                <a:cs typeface="Avenir Next"/>
              </a:defRPr>
            </a:pPr>
            <a:r>
              <a:rPr sz="900" b="0" i="0">
                <a:solidFill>
                  <a:srgbClr val="6D6470"/>
                </a:solidFill>
                <a:latin typeface="Avenir Next"/>
                <a:ea typeface="Avenir Next"/>
                <a:cs typeface="Avenir Next"/>
              </a:rPr>
              <a:t>* Sujeto a disponibilidad y licencias tipográficas.</a:t>
            </a:r>
          </a:p>
        </p:txBody>
      </p:sp>
      <p:sp>
        <p:nvSpPr>
          <p:cNvPr id="17" name="">
            <a:extLst xmlns:a="http://schemas.openxmlformats.org/drawingml/2006/main">
              <a:ext uri="{FF2B5EF4-FFF2-40B4-BE49-F238E27FC236}">
                <a16:creationId xmlns:a16="http://schemas.microsoft.com/office/drawing/2014/main" id="{CD6CFF56-14C5-462C-AD34-29179700541F}"/>
              </a:ext>
            </a:extLst>
          </p:cNvPr>
          <p:cNvSpPr>
            <a:spLocks xmlns:a="http://schemas.openxmlformats.org/drawingml/2006/main" noGrp="1"/>
          </p:cNvSpPr>
          <p:nvPr/>
        </p:nvSpPr>
        <p:spPr>
          <a:xfrm xmlns:a="http://schemas.openxmlformats.org/drawingml/2006/main">
            <a:off x="7162800" y="2724150"/>
            <a:ext cx="2038350" cy="2571750"/>
          </a:xfrm>
          <a:prstGeom xmlns:a="http://schemas.openxmlformats.org/drawingml/2006/main" prst="rect">
            <a:avLst/>
          </a:prstGeom>
          <a:solidFill xmlns:a="http://schemas.openxmlformats.org/drawingml/2006/main">
            <a:srgbClr val="FFE2D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7A37CE2-A6BD-4787-A880-E37C4FCD874D}"/>
              </a:ext>
            </a:extLst>
          </p:cNvPr>
          <p:cNvSpPr>
            <a:spLocks xmlns:a="http://schemas.openxmlformats.org/drawingml/2006/main" noGrp="1"/>
          </p:cNvSpPr>
          <p:nvPr/>
        </p:nvSpPr>
        <p:spPr>
          <a:xfrm xmlns:a="http://schemas.openxmlformats.org/drawingml/2006/main">
            <a:off x="7162800" y="2724150"/>
            <a:ext cx="609600" cy="571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EE4EAD-C5D3-4D35-AF0D-316391DBD6AA}"/>
              </a:ext>
            </a:extLst>
          </p:cNvPr>
          <p:cNvSpPr>
            <a:spLocks xmlns:a="http://schemas.openxmlformats.org/drawingml/2006/main" noGrp="1"/>
          </p:cNvSpPr>
          <p:nvPr/>
        </p:nvSpPr>
        <p:spPr>
          <a:xfrm xmlns:a="http://schemas.openxmlformats.org/drawingml/2006/main">
            <a:off x="7334250" y="2914650"/>
            <a:ext cx="1695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REGLA 1–2–3</a:t>
            </a:r>
          </a:p>
        </p:txBody>
      </p:sp>
      <p:sp>
        <p:nvSpPr>
          <p:cNvPr id="20" name="">
            <a:extLst xmlns:a="http://schemas.openxmlformats.org/drawingml/2006/main">
              <a:ext uri="{FF2B5EF4-FFF2-40B4-BE49-F238E27FC236}">
                <a16:creationId xmlns:a16="http://schemas.microsoft.com/office/drawing/2014/main" id="{4CB27319-120E-4B3B-9834-8D775C69AADB}"/>
              </a:ext>
            </a:extLst>
          </p:cNvPr>
          <p:cNvSpPr>
            <a:spLocks xmlns:a="http://schemas.openxmlformats.org/drawingml/2006/main" noGrp="1"/>
          </p:cNvSpPr>
          <p:nvPr/>
        </p:nvSpPr>
        <p:spPr>
          <a:xfrm xmlns:a="http://schemas.openxmlformats.org/drawingml/2006/main">
            <a:off x="7334250" y="3238500"/>
            <a:ext cx="16954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725" b="1" i="0">
                <a:solidFill>
                  <a:srgbClr val="25112C"/>
                </a:solidFill>
                <a:latin typeface="Avenir Next"/>
                <a:ea typeface="Avenir Next"/>
                <a:cs typeface="Avenir Next"/>
              </a:defRPr>
            </a:pPr>
            <a:r>
              <a:rPr sz="1725" b="1" i="0">
                <a:solidFill>
                  <a:srgbClr val="25112C"/>
                </a:solidFill>
                <a:latin typeface="Avenir Next"/>
                <a:ea typeface="Avenir Next"/>
                <a:cs typeface="Avenir Next"/>
              </a:rPr>
              <a:t>1 idea dominante</a:t>
            </a:r>
          </a:p>
          <a:p xmlns:a="http://schemas.openxmlformats.org/drawingml/2006/main">
            <a:pPr algn="l">
              <a:lnSpc>
                <a:spcPct val="114000"/>
              </a:lnSpc>
              <a:buNone/>
              <a:defRPr sz="1725" b="1" i="0">
                <a:solidFill>
                  <a:srgbClr val="25112C"/>
                </a:solidFill>
                <a:latin typeface="Avenir Next"/>
                <a:ea typeface="Avenir Next"/>
                <a:cs typeface="Avenir Next"/>
              </a:defRPr>
            </a:pPr>
            <a:r>
              <a:rPr sz="1725" b="1" i="0">
                <a:solidFill>
                  <a:srgbClr val="25112C"/>
                </a:solidFill>
                <a:latin typeface="Avenir Next"/>
                <a:ea typeface="Avenir Next"/>
                <a:cs typeface="Avenir Next"/>
              </a:rPr>
              <a:t>2 apoyos visuales</a:t>
            </a:r>
          </a:p>
          <a:p xmlns:a="http://schemas.openxmlformats.org/drawingml/2006/main">
            <a:pPr algn="l">
              <a:lnSpc>
                <a:spcPct val="114000"/>
              </a:lnSpc>
              <a:buNone/>
              <a:defRPr sz="1725" b="1" i="0">
                <a:solidFill>
                  <a:srgbClr val="25112C"/>
                </a:solidFill>
                <a:latin typeface="Avenir Next"/>
                <a:ea typeface="Avenir Next"/>
                <a:cs typeface="Avenir Next"/>
              </a:defRPr>
            </a:pPr>
            <a:r>
              <a:rPr sz="1725" b="1" i="0">
                <a:solidFill>
                  <a:srgbClr val="25112C"/>
                </a:solidFill>
                <a:latin typeface="Avenir Next"/>
                <a:ea typeface="Avenir Next"/>
                <a:cs typeface="Avenir Next"/>
              </a:rPr>
              <a:t>3 niveles de jerarquía</a:t>
            </a:r>
          </a:p>
        </p:txBody>
      </p:sp>
      <p:sp>
        <p:nvSpPr>
          <p:cNvPr id="21" name="">
            <a:extLst xmlns:a="http://schemas.openxmlformats.org/drawingml/2006/main">
              <a:ext uri="{FF2B5EF4-FFF2-40B4-BE49-F238E27FC236}">
                <a16:creationId xmlns:a16="http://schemas.microsoft.com/office/drawing/2014/main" id="{49E5D121-6C0C-4C07-AF05-D1C4CF493AEC}"/>
              </a:ext>
            </a:extLst>
          </p:cNvPr>
          <p:cNvSpPr>
            <a:spLocks xmlns:a="http://schemas.openxmlformats.org/drawingml/2006/main" noGrp="1"/>
          </p:cNvSpPr>
          <p:nvPr/>
        </p:nvSpPr>
        <p:spPr>
          <a:xfrm xmlns:a="http://schemas.openxmlformats.org/drawingml/2006/main">
            <a:off x="9372600" y="2724150"/>
            <a:ext cx="2000250" cy="2571750"/>
          </a:xfrm>
          <a:prstGeom xmlns:a="http://schemas.openxmlformats.org/drawingml/2006/main" prst="rect">
            <a:avLst/>
          </a:prstGeom>
          <a:solidFill xmlns:a="http://schemas.openxmlformats.org/drawingml/2006/main">
            <a:srgbClr val="F2E7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F56EBB9-8116-4771-A59A-C71B9C15289B}"/>
              </a:ext>
            </a:extLst>
          </p:cNvPr>
          <p:cNvSpPr>
            <a:spLocks xmlns:a="http://schemas.openxmlformats.org/drawingml/2006/main" noGrp="1"/>
          </p:cNvSpPr>
          <p:nvPr/>
        </p:nvSpPr>
        <p:spPr>
          <a:xfrm xmlns:a="http://schemas.openxmlformats.org/drawingml/2006/main">
            <a:off x="9372600" y="2724150"/>
            <a:ext cx="609600" cy="571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883EF14-6468-408F-B4BC-A2ED1C45021B}"/>
              </a:ext>
            </a:extLst>
          </p:cNvPr>
          <p:cNvSpPr>
            <a:spLocks xmlns:a="http://schemas.openxmlformats.org/drawingml/2006/main" noGrp="1"/>
          </p:cNvSpPr>
          <p:nvPr/>
        </p:nvSpPr>
        <p:spPr>
          <a:xfrm xmlns:a="http://schemas.openxmlformats.org/drawingml/2006/main">
            <a:off x="9544050" y="2914650"/>
            <a:ext cx="1657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LA CÁMARA BUSCA</a:t>
            </a:r>
          </a:p>
        </p:txBody>
      </p:sp>
      <p:sp>
        <p:nvSpPr>
          <p:cNvPr id="24" name="">
            <a:extLst xmlns:a="http://schemas.openxmlformats.org/drawingml/2006/main">
              <a:ext uri="{FF2B5EF4-FFF2-40B4-BE49-F238E27FC236}">
                <a16:creationId xmlns:a16="http://schemas.microsoft.com/office/drawing/2014/main" id="{83A39611-E0C3-4932-BAC1-43F92F99D495}"/>
              </a:ext>
            </a:extLst>
          </p:cNvPr>
          <p:cNvSpPr>
            <a:spLocks xmlns:a="http://schemas.openxmlformats.org/drawingml/2006/main" noGrp="1"/>
          </p:cNvSpPr>
          <p:nvPr/>
        </p:nvSpPr>
        <p:spPr>
          <a:xfrm xmlns:a="http://schemas.openxmlformats.org/drawingml/2006/main">
            <a:off x="9544050" y="3238500"/>
            <a:ext cx="165735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4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vínculos</a:t>
            </a:r>
          </a:p>
          <a:p xmlns:a="http://schemas.openxmlformats.org/drawingml/2006/main">
            <a:pPr algn="l">
              <a:lnSpc>
                <a:spcPct val="114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manos y gestos</a:t>
            </a:r>
          </a:p>
          <a:p xmlns:a="http://schemas.openxmlformats.org/drawingml/2006/main">
            <a:pPr algn="l">
              <a:lnSpc>
                <a:spcPct val="114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hallazgos</a:t>
            </a:r>
          </a:p>
          <a:p xmlns:a="http://schemas.openxmlformats.org/drawingml/2006/main">
            <a:pPr algn="l">
              <a:lnSpc>
                <a:spcPct val="114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alegría no forzada</a:t>
            </a:r>
          </a:p>
        </p:txBody>
      </p:sp>
    </p:spTree>
    <p:extLst>
      <p:ext uri="{BB962C8B-B14F-4D97-AF65-F5344CB8AC3E}">
        <p14:creationId xmlns:p14="http://schemas.microsoft.com/office/powerpoint/2010/main" val="793899739"/>
      </p:ext>
    </p:extLst>
  </p:cSld>
</p:sld>
</file>

<file path=ppt/slides/slide22.xml><?xml version="1.0" encoding="utf-8"?>
<p:sld xmlns:p="http://schemas.openxmlformats.org/presentationml/2006/main">
  <p:cSld>
    <p:bg>
      <p:bgPr>
        <a:solidFill xmlns:a="http://schemas.openxmlformats.org/drawingml/2006/main">
          <a:srgbClr val="FF6A1A"/>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B7EE46D0-9D3F-496F-B41E-DA081E44EFC6}"/>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3AB04D-01ED-46D4-B2B8-C9A0264A207D}"/>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E1DB90C-A011-478A-8164-F6BED40B7098}"/>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6169F3-BADD-4A8C-A7A2-3B445637A400}"/>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251E35-C582-4FDD-B6B9-F4EAC4E29796}"/>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3A4C28E-DCF5-49D9-B660-A2EA6B2DA90E}"/>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DIRECCIÓN AUDIOVISUAL</a:t>
            </a:r>
          </a:p>
        </p:txBody>
      </p:sp>
      <p:sp>
        <p:nvSpPr>
          <p:cNvPr id="7" name="">
            <a:extLst xmlns:a="http://schemas.openxmlformats.org/drawingml/2006/main">
              <a:ext uri="{FF2B5EF4-FFF2-40B4-BE49-F238E27FC236}">
                <a16:creationId xmlns:a16="http://schemas.microsoft.com/office/drawing/2014/main" id="{8F25403A-27D0-45CC-BBD0-73157A59028F}"/>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366B5E27-7E09-437C-BD2B-86A1F3AC761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22</a:t>
            </a:r>
          </a:p>
        </p:txBody>
      </p:sp>
      <p:sp>
        <p:nvSpPr>
          <p:cNvPr id="9" name="">
            <a:extLst xmlns:a="http://schemas.openxmlformats.org/drawingml/2006/main">
              <a:ext uri="{FF2B5EF4-FFF2-40B4-BE49-F238E27FC236}">
                <a16:creationId xmlns:a16="http://schemas.microsoft.com/office/drawing/2014/main" id="{565C39C9-7E57-4D90-8D22-0FFE79580A50}"/>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PARTITURA Y MONTAJE</a:t>
            </a:r>
          </a:p>
        </p:txBody>
      </p:sp>
      <p:sp>
        <p:nvSpPr>
          <p:cNvPr id="10" name="">
            <a:extLst xmlns:a="http://schemas.openxmlformats.org/drawingml/2006/main">
              <a:ext uri="{FF2B5EF4-FFF2-40B4-BE49-F238E27FC236}">
                <a16:creationId xmlns:a16="http://schemas.microsoft.com/office/drawing/2014/main" id="{F12E04F9-038D-4C3A-8A1C-CBD215998FA4}"/>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La emoción se construye segundo a segundo.</a:t>
            </a:r>
          </a:p>
        </p:txBody>
      </p:sp>
      <p:sp>
        <p:nvSpPr>
          <p:cNvPr id="11" name="">
            <a:extLst xmlns:a="http://schemas.openxmlformats.org/drawingml/2006/main">
              <a:ext uri="{FF2B5EF4-FFF2-40B4-BE49-F238E27FC236}">
                <a16:creationId xmlns:a16="http://schemas.microsoft.com/office/drawing/2014/main" id="{44FB8242-AD8A-4950-BC09-7EFA11CDABB3}"/>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Empezamos íntimos. Terminamos colectivos. El asombro nace del contraste entre sonido real, rostro, movimiento y escala.</a:t>
            </a:r>
          </a:p>
        </p:txBody>
      </p:sp>
      <p:sp>
        <p:nvSpPr>
          <p:cNvPr id="12" name="">
            <a:extLst xmlns:a="http://schemas.openxmlformats.org/drawingml/2006/main">
              <a:ext uri="{FF2B5EF4-FFF2-40B4-BE49-F238E27FC236}">
                <a16:creationId xmlns:a16="http://schemas.microsoft.com/office/drawing/2014/main" id="{F9460E83-E87F-4D66-BC9A-050E2E0119AF}"/>
              </a:ext>
            </a:extLst>
          </p:cNvPr>
          <p:cNvSpPr>
            <a:spLocks xmlns:a="http://schemas.openxmlformats.org/drawingml/2006/main" noGrp="1"/>
          </p:cNvSpPr>
          <p:nvPr/>
        </p:nvSpPr>
        <p:spPr>
          <a:xfrm xmlns:a="http://schemas.openxmlformats.org/drawingml/2006/main">
            <a:off x="609600" y="3048000"/>
            <a:ext cx="1581150" cy="1981200"/>
          </a:xfrm>
          <a:prstGeom xmlns:a="http://schemas.openxmlformats.org/drawingml/2006/main" prst="rect">
            <a:avLst/>
          </a:prstGeom>
          <a:solidFill xmlns:a="http://schemas.openxmlformats.org/drawingml/2006/main">
            <a:srgbClr val="160A22"/>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839E456-C708-4544-880C-1498FA10104A}"/>
              </a:ext>
            </a:extLst>
          </p:cNvPr>
          <p:cNvSpPr>
            <a:spLocks xmlns:a="http://schemas.openxmlformats.org/drawingml/2006/main" noGrp="1"/>
          </p:cNvSpPr>
          <p:nvPr/>
        </p:nvSpPr>
        <p:spPr>
          <a:xfrm xmlns:a="http://schemas.openxmlformats.org/drawingml/2006/main">
            <a:off x="74295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27DC133E-301D-4E2E-A68C-66F09C189F65}"/>
              </a:ext>
            </a:extLst>
          </p:cNvPr>
          <p:cNvSpPr>
            <a:spLocks xmlns:a="http://schemas.openxmlformats.org/drawingml/2006/main" noGrp="1"/>
          </p:cNvSpPr>
          <p:nvPr/>
        </p:nvSpPr>
        <p:spPr>
          <a:xfrm xmlns:a="http://schemas.openxmlformats.org/drawingml/2006/main">
            <a:off x="74295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SILENCIO</a:t>
            </a:r>
          </a:p>
        </p:txBody>
      </p:sp>
      <p:sp>
        <p:nvSpPr>
          <p:cNvPr id="15" name="">
            <a:extLst xmlns:a="http://schemas.openxmlformats.org/drawingml/2006/main">
              <a:ext uri="{FF2B5EF4-FFF2-40B4-BE49-F238E27FC236}">
                <a16:creationId xmlns:a16="http://schemas.microsoft.com/office/drawing/2014/main" id="{A1418659-7D6B-4FBB-8DB5-B54B0D735CE3}"/>
              </a:ext>
            </a:extLst>
          </p:cNvPr>
          <p:cNvSpPr>
            <a:spLocks xmlns:a="http://schemas.openxmlformats.org/drawingml/2006/main" noGrp="1"/>
          </p:cNvSpPr>
          <p:nvPr/>
        </p:nvSpPr>
        <p:spPr>
          <a:xfrm xmlns:a="http://schemas.openxmlformats.org/drawingml/2006/main">
            <a:off x="74295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una respiración</a:t>
            </a:r>
          </a:p>
        </p:txBody>
      </p:sp>
      <p:sp>
        <p:nvSpPr>
          <p:cNvPr id="16" name="">
            <a:extLst xmlns:a="http://schemas.openxmlformats.org/drawingml/2006/main">
              <a:ext uri="{FF2B5EF4-FFF2-40B4-BE49-F238E27FC236}">
                <a16:creationId xmlns:a16="http://schemas.microsoft.com/office/drawing/2014/main" id="{54452DE4-98F7-4867-90DE-C101A853CF04}"/>
              </a:ext>
            </a:extLst>
          </p:cNvPr>
          <p:cNvSpPr>
            <a:spLocks xmlns:a="http://schemas.openxmlformats.org/drawingml/2006/main" noGrp="1"/>
          </p:cNvSpPr>
          <p:nvPr/>
        </p:nvSpPr>
        <p:spPr>
          <a:xfrm xmlns:a="http://schemas.openxmlformats.org/drawingml/2006/main">
            <a:off x="2419350" y="3048000"/>
            <a:ext cx="1581150" cy="19812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999CFE8-6B1A-4DA0-89EB-1956064E3364}"/>
              </a:ext>
            </a:extLst>
          </p:cNvPr>
          <p:cNvSpPr>
            <a:spLocks xmlns:a="http://schemas.openxmlformats.org/drawingml/2006/main" noGrp="1"/>
          </p:cNvSpPr>
          <p:nvPr/>
        </p:nvSpPr>
        <p:spPr>
          <a:xfrm xmlns:a="http://schemas.openxmlformats.org/drawingml/2006/main">
            <a:off x="255270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CE50E5CA-7720-4FCB-8125-66CD28AAC9DF}"/>
              </a:ext>
            </a:extLst>
          </p:cNvPr>
          <p:cNvSpPr>
            <a:spLocks xmlns:a="http://schemas.openxmlformats.org/drawingml/2006/main" noGrp="1"/>
          </p:cNvSpPr>
          <p:nvPr/>
        </p:nvSpPr>
        <p:spPr>
          <a:xfrm xmlns:a="http://schemas.openxmlformats.org/drawingml/2006/main">
            <a:off x="255270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DETALLE</a:t>
            </a:r>
          </a:p>
        </p:txBody>
      </p:sp>
      <p:sp>
        <p:nvSpPr>
          <p:cNvPr id="19" name="">
            <a:extLst xmlns:a="http://schemas.openxmlformats.org/drawingml/2006/main">
              <a:ext uri="{FF2B5EF4-FFF2-40B4-BE49-F238E27FC236}">
                <a16:creationId xmlns:a16="http://schemas.microsoft.com/office/drawing/2014/main" id="{F3D1CAB5-BE3D-4D87-95BE-0933B9A9A0B0}"/>
              </a:ext>
            </a:extLst>
          </p:cNvPr>
          <p:cNvSpPr>
            <a:spLocks xmlns:a="http://schemas.openxmlformats.org/drawingml/2006/main" noGrp="1"/>
          </p:cNvSpPr>
          <p:nvPr/>
        </p:nvSpPr>
        <p:spPr>
          <a:xfrm xmlns:a="http://schemas.openxmlformats.org/drawingml/2006/main">
            <a:off x="255270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olla, pasos, tejido</a:t>
            </a:r>
          </a:p>
        </p:txBody>
      </p:sp>
      <p:sp>
        <p:nvSpPr>
          <p:cNvPr id="20" name="">
            <a:extLst xmlns:a="http://schemas.openxmlformats.org/drawingml/2006/main">
              <a:ext uri="{FF2B5EF4-FFF2-40B4-BE49-F238E27FC236}">
                <a16:creationId xmlns:a16="http://schemas.microsoft.com/office/drawing/2014/main" id="{E2D94BD6-5A24-45AE-BE8A-18CCB9EBC8C2}"/>
              </a:ext>
            </a:extLst>
          </p:cNvPr>
          <p:cNvSpPr>
            <a:spLocks xmlns:a="http://schemas.openxmlformats.org/drawingml/2006/main" noGrp="1"/>
          </p:cNvSpPr>
          <p:nvPr/>
        </p:nvSpPr>
        <p:spPr>
          <a:xfrm xmlns:a="http://schemas.openxmlformats.org/drawingml/2006/main">
            <a:off x="4229100" y="3048000"/>
            <a:ext cx="1581150" cy="19812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A3DC6D9-2147-430B-8694-784CB4654AB7}"/>
              </a:ext>
            </a:extLst>
          </p:cNvPr>
          <p:cNvSpPr>
            <a:spLocks xmlns:a="http://schemas.openxmlformats.org/drawingml/2006/main" noGrp="1"/>
          </p:cNvSpPr>
          <p:nvPr/>
        </p:nvSpPr>
        <p:spPr>
          <a:xfrm xmlns:a="http://schemas.openxmlformats.org/drawingml/2006/main">
            <a:off x="436245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A3237A12-FE67-4D4A-AC6F-E6B9C0AEF14E}"/>
              </a:ext>
            </a:extLst>
          </p:cNvPr>
          <p:cNvSpPr>
            <a:spLocks xmlns:a="http://schemas.openxmlformats.org/drawingml/2006/main" noGrp="1"/>
          </p:cNvSpPr>
          <p:nvPr/>
        </p:nvSpPr>
        <p:spPr>
          <a:xfrm xmlns:a="http://schemas.openxmlformats.org/drawingml/2006/main">
            <a:off x="436245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VÍNCULO</a:t>
            </a:r>
          </a:p>
        </p:txBody>
      </p:sp>
      <p:sp>
        <p:nvSpPr>
          <p:cNvPr id="23" name="">
            <a:extLst xmlns:a="http://schemas.openxmlformats.org/drawingml/2006/main">
              <a:ext uri="{FF2B5EF4-FFF2-40B4-BE49-F238E27FC236}">
                <a16:creationId xmlns:a16="http://schemas.microsoft.com/office/drawing/2014/main" id="{372B0E06-F87D-4FCC-BF5E-B724E9673B2E}"/>
              </a:ext>
            </a:extLst>
          </p:cNvPr>
          <p:cNvSpPr>
            <a:spLocks xmlns:a="http://schemas.openxmlformats.org/drawingml/2006/main" noGrp="1"/>
          </p:cNvSpPr>
          <p:nvPr/>
        </p:nvSpPr>
        <p:spPr>
          <a:xfrm xmlns:a="http://schemas.openxmlformats.org/drawingml/2006/main">
            <a:off x="436245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voz, saludo, risa</a:t>
            </a:r>
          </a:p>
        </p:txBody>
      </p:sp>
      <p:sp>
        <p:nvSpPr>
          <p:cNvPr id="24" name="">
            <a:extLst xmlns:a="http://schemas.openxmlformats.org/drawingml/2006/main">
              <a:ext uri="{FF2B5EF4-FFF2-40B4-BE49-F238E27FC236}">
                <a16:creationId xmlns:a16="http://schemas.microsoft.com/office/drawing/2014/main" id="{F15A20D4-58DF-4C45-A314-80ED4B5E8AE0}"/>
              </a:ext>
            </a:extLst>
          </p:cNvPr>
          <p:cNvSpPr>
            <a:spLocks xmlns:a="http://schemas.openxmlformats.org/drawingml/2006/main" noGrp="1"/>
          </p:cNvSpPr>
          <p:nvPr/>
        </p:nvSpPr>
        <p:spPr>
          <a:xfrm xmlns:a="http://schemas.openxmlformats.org/drawingml/2006/main">
            <a:off x="6038850" y="3048000"/>
            <a:ext cx="1581150" cy="19812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CBE227A-A661-4A05-A6EB-E0E421EFBAD6}"/>
              </a:ext>
            </a:extLst>
          </p:cNvPr>
          <p:cNvSpPr>
            <a:spLocks xmlns:a="http://schemas.openxmlformats.org/drawingml/2006/main" noGrp="1"/>
          </p:cNvSpPr>
          <p:nvPr/>
        </p:nvSpPr>
        <p:spPr>
          <a:xfrm xmlns:a="http://schemas.openxmlformats.org/drawingml/2006/main">
            <a:off x="617220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2952D0C5-F3B2-4939-9018-2B0F1A24989B}"/>
              </a:ext>
            </a:extLst>
          </p:cNvPr>
          <p:cNvSpPr>
            <a:spLocks xmlns:a="http://schemas.openxmlformats.org/drawingml/2006/main" noGrp="1"/>
          </p:cNvSpPr>
          <p:nvPr/>
        </p:nvSpPr>
        <p:spPr>
          <a:xfrm xmlns:a="http://schemas.openxmlformats.org/drawingml/2006/main">
            <a:off x="617220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MOVIMIENTO</a:t>
            </a:r>
          </a:p>
        </p:txBody>
      </p:sp>
      <p:sp>
        <p:nvSpPr>
          <p:cNvPr id="27" name="">
            <a:extLst xmlns:a="http://schemas.openxmlformats.org/drawingml/2006/main">
              <a:ext uri="{FF2B5EF4-FFF2-40B4-BE49-F238E27FC236}">
                <a16:creationId xmlns:a16="http://schemas.microsoft.com/office/drawing/2014/main" id="{660502A7-FB0B-422B-A364-2725FA9D0285}"/>
              </a:ext>
            </a:extLst>
          </p:cNvPr>
          <p:cNvSpPr>
            <a:spLocks xmlns:a="http://schemas.openxmlformats.org/drawingml/2006/main" noGrp="1"/>
          </p:cNvSpPr>
          <p:nvPr/>
        </p:nvSpPr>
        <p:spPr>
          <a:xfrm xmlns:a="http://schemas.openxmlformats.org/drawingml/2006/main">
            <a:off x="617220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percusión y feria</a:t>
            </a:r>
          </a:p>
        </p:txBody>
      </p:sp>
      <p:sp>
        <p:nvSpPr>
          <p:cNvPr id="28" name="">
            <a:extLst xmlns:a="http://schemas.openxmlformats.org/drawingml/2006/main">
              <a:ext uri="{FF2B5EF4-FFF2-40B4-BE49-F238E27FC236}">
                <a16:creationId xmlns:a16="http://schemas.microsoft.com/office/drawing/2014/main" id="{BF6CED39-4DBA-427B-AE44-65DA91E8A428}"/>
              </a:ext>
            </a:extLst>
          </p:cNvPr>
          <p:cNvSpPr>
            <a:spLocks xmlns:a="http://schemas.openxmlformats.org/drawingml/2006/main" noGrp="1"/>
          </p:cNvSpPr>
          <p:nvPr/>
        </p:nvSpPr>
        <p:spPr>
          <a:xfrm xmlns:a="http://schemas.openxmlformats.org/drawingml/2006/main">
            <a:off x="7848600" y="3048000"/>
            <a:ext cx="1581150" cy="19812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A019176-708F-4BE5-B7E5-37024CDFA288}"/>
              </a:ext>
            </a:extLst>
          </p:cNvPr>
          <p:cNvSpPr>
            <a:spLocks xmlns:a="http://schemas.openxmlformats.org/drawingml/2006/main" noGrp="1"/>
          </p:cNvSpPr>
          <p:nvPr/>
        </p:nvSpPr>
        <p:spPr>
          <a:xfrm xmlns:a="http://schemas.openxmlformats.org/drawingml/2006/main">
            <a:off x="798195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05</a:t>
            </a:r>
          </a:p>
        </p:txBody>
      </p:sp>
      <p:sp>
        <p:nvSpPr>
          <p:cNvPr id="30" name="">
            <a:extLst xmlns:a="http://schemas.openxmlformats.org/drawingml/2006/main">
              <a:ext uri="{FF2B5EF4-FFF2-40B4-BE49-F238E27FC236}">
                <a16:creationId xmlns:a16="http://schemas.microsoft.com/office/drawing/2014/main" id="{FB34BC21-C92C-4EDD-BF75-343A3453F6A7}"/>
              </a:ext>
            </a:extLst>
          </p:cNvPr>
          <p:cNvSpPr>
            <a:spLocks xmlns:a="http://schemas.openxmlformats.org/drawingml/2006/main" noGrp="1"/>
          </p:cNvSpPr>
          <p:nvPr/>
        </p:nvSpPr>
        <p:spPr>
          <a:xfrm xmlns:a="http://schemas.openxmlformats.org/drawingml/2006/main">
            <a:off x="798195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ESCALA</a:t>
            </a:r>
          </a:p>
        </p:txBody>
      </p:sp>
      <p:sp>
        <p:nvSpPr>
          <p:cNvPr id="31" name="">
            <a:extLst xmlns:a="http://schemas.openxmlformats.org/drawingml/2006/main">
              <a:ext uri="{FF2B5EF4-FFF2-40B4-BE49-F238E27FC236}">
                <a16:creationId xmlns:a16="http://schemas.microsoft.com/office/drawing/2014/main" id="{E1951605-942F-4C65-B206-496CD641E492}"/>
              </a:ext>
            </a:extLst>
          </p:cNvPr>
          <p:cNvSpPr>
            <a:spLocks xmlns:a="http://schemas.openxmlformats.org/drawingml/2006/main" noGrp="1"/>
          </p:cNvSpPr>
          <p:nvPr/>
        </p:nvSpPr>
        <p:spPr>
          <a:xfrm xmlns:a="http://schemas.openxmlformats.org/drawingml/2006/main">
            <a:off x="798195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coro, luces, público</a:t>
            </a:r>
          </a:p>
        </p:txBody>
      </p:sp>
      <p:sp>
        <p:nvSpPr>
          <p:cNvPr id="32" name="">
            <a:extLst xmlns:a="http://schemas.openxmlformats.org/drawingml/2006/main">
              <a:ext uri="{FF2B5EF4-FFF2-40B4-BE49-F238E27FC236}">
                <a16:creationId xmlns:a16="http://schemas.microsoft.com/office/drawing/2014/main" id="{9C6C86EA-1DC1-4F40-BBB1-8B48AD4E1472}"/>
              </a:ext>
            </a:extLst>
          </p:cNvPr>
          <p:cNvSpPr>
            <a:spLocks xmlns:a="http://schemas.openxmlformats.org/drawingml/2006/main" noGrp="1"/>
          </p:cNvSpPr>
          <p:nvPr/>
        </p:nvSpPr>
        <p:spPr>
          <a:xfrm xmlns:a="http://schemas.openxmlformats.org/drawingml/2006/main">
            <a:off x="9658350" y="3048000"/>
            <a:ext cx="1581150" cy="19812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055AA24-7902-4B5D-8599-9BE452338D9A}"/>
              </a:ext>
            </a:extLst>
          </p:cNvPr>
          <p:cNvSpPr>
            <a:spLocks xmlns:a="http://schemas.openxmlformats.org/drawingml/2006/main" noGrp="1"/>
          </p:cNvSpPr>
          <p:nvPr/>
        </p:nvSpPr>
        <p:spPr>
          <a:xfrm xmlns:a="http://schemas.openxmlformats.org/drawingml/2006/main">
            <a:off x="9791700" y="3219450"/>
            <a:ext cx="571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61"/>
          </a:bodyPr>
          <a:lstStyle xmlns:a="http://schemas.openxmlformats.org/drawingml/2006/main"/>
          <a:p xmlns:a="http://schemas.openxmlformats.org/drawingml/2006/main">
            <a:pPr algn="l">
              <a:lnSpc>
                <a:spcPct val="105000"/>
              </a:lnSpc>
              <a:buNone/>
              <a:defRPr sz="3150" b="1" i="0">
                <a:solidFill>
                  <a:srgbClr val="FFFFFF">
                    <a:alpha val="76000"/>
                  </a:srgbClr>
                </a:solidFill>
                <a:latin typeface="DIN Condensed"/>
                <a:ea typeface="DIN Condensed"/>
                <a:cs typeface="DIN Condensed"/>
              </a:defRPr>
            </a:pPr>
            <a:r>
              <a:rPr sz="3150" b="1" i="0">
                <a:solidFill>
                  <a:srgbClr val="FFFFFF">
                    <a:alpha val="76000"/>
                  </a:srgbClr>
                </a:solidFill>
                <a:latin typeface="DIN Condensed"/>
                <a:ea typeface="DIN Condensed"/>
                <a:cs typeface="DIN Condensed"/>
              </a:rPr>
              <a:t>06</a:t>
            </a:r>
          </a:p>
        </p:txBody>
      </p:sp>
      <p:sp>
        <p:nvSpPr>
          <p:cNvPr id="34" name="">
            <a:extLst xmlns:a="http://schemas.openxmlformats.org/drawingml/2006/main">
              <a:ext uri="{FF2B5EF4-FFF2-40B4-BE49-F238E27FC236}">
                <a16:creationId xmlns:a16="http://schemas.microsoft.com/office/drawing/2014/main" id="{B89526B0-11A1-4602-BEEB-86D1A8FF1E47}"/>
              </a:ext>
            </a:extLst>
          </p:cNvPr>
          <p:cNvSpPr>
            <a:spLocks xmlns:a="http://schemas.openxmlformats.org/drawingml/2006/main" noGrp="1"/>
          </p:cNvSpPr>
          <p:nvPr/>
        </p:nvSpPr>
        <p:spPr>
          <a:xfrm xmlns:a="http://schemas.openxmlformats.org/drawingml/2006/main">
            <a:off x="9791700" y="3943350"/>
            <a:ext cx="1314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1" i="0">
                <a:solidFill>
                  <a:srgbClr val="FFFFFF"/>
                </a:solidFill>
                <a:latin typeface="DIN Condensed"/>
                <a:ea typeface="DIN Condensed"/>
                <a:cs typeface="DIN Condensed"/>
              </a:defRPr>
            </a:pPr>
            <a:r>
              <a:rPr sz="1425" b="1" i="0">
                <a:solidFill>
                  <a:srgbClr val="FFFFFF"/>
                </a:solidFill>
                <a:latin typeface="DIN Condensed"/>
                <a:ea typeface="DIN Condensed"/>
                <a:cs typeface="DIN Condensed"/>
              </a:rPr>
              <a:t>RESOLUCIÓN</a:t>
            </a:r>
          </a:p>
        </p:txBody>
      </p:sp>
      <p:sp>
        <p:nvSpPr>
          <p:cNvPr id="35" name="">
            <a:extLst xmlns:a="http://schemas.openxmlformats.org/drawingml/2006/main">
              <a:ext uri="{FF2B5EF4-FFF2-40B4-BE49-F238E27FC236}">
                <a16:creationId xmlns:a16="http://schemas.microsoft.com/office/drawing/2014/main" id="{211B00C8-E96F-4472-9381-3DE7C8E50BE1}"/>
              </a:ext>
            </a:extLst>
          </p:cNvPr>
          <p:cNvSpPr>
            <a:spLocks xmlns:a="http://schemas.openxmlformats.org/drawingml/2006/main" noGrp="1"/>
          </p:cNvSpPr>
          <p:nvPr/>
        </p:nvSpPr>
        <p:spPr>
          <a:xfrm xmlns:a="http://schemas.openxmlformats.org/drawingml/2006/main">
            <a:off x="9791700" y="4400550"/>
            <a:ext cx="1314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ES TRADICIÓN</a:t>
            </a:r>
          </a:p>
        </p:txBody>
      </p:sp>
      <p:sp>
        <p:nvSpPr>
          <p:cNvPr id="36" name="">
            <a:extLst xmlns:a="http://schemas.openxmlformats.org/drawingml/2006/main">
              <a:ext uri="{FF2B5EF4-FFF2-40B4-BE49-F238E27FC236}">
                <a16:creationId xmlns:a16="http://schemas.microsoft.com/office/drawing/2014/main" id="{6E46179A-228B-4B1B-AABA-AE262A7B3D68}"/>
              </a:ext>
            </a:extLst>
          </p:cNvPr>
          <p:cNvSpPr>
            <a:spLocks xmlns:a="http://schemas.openxmlformats.org/drawingml/2006/main" noGrp="1"/>
          </p:cNvSpPr>
          <p:nvPr/>
        </p:nvSpPr>
        <p:spPr>
          <a:xfrm xmlns:a="http://schemas.openxmlformats.org/drawingml/2006/main">
            <a:off x="609600" y="5448300"/>
            <a:ext cx="10972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0–2 s DETENER · 3–7 s VINCULAR · 8–15 s EXPANDIR · 16–30 s PROBAR · CIERRE: UNA FRASE + UN LLAMADO</a:t>
            </a:r>
          </a:p>
        </p:txBody>
      </p:sp>
      <p:sp>
        <p:nvSpPr>
          <p:cNvPr id="37" name="">
            <a:extLst xmlns:a="http://schemas.openxmlformats.org/drawingml/2006/main">
              <a:ext uri="{FF2B5EF4-FFF2-40B4-BE49-F238E27FC236}">
                <a16:creationId xmlns:a16="http://schemas.microsoft.com/office/drawing/2014/main" id="{C6999ABD-7421-4488-A337-34E31AD86CA6}"/>
              </a:ext>
            </a:extLst>
          </p:cNvPr>
          <p:cNvSpPr>
            <a:spLocks xmlns:a="http://schemas.openxmlformats.org/drawingml/2006/main" noGrp="1"/>
          </p:cNvSpPr>
          <p:nvPr/>
        </p:nvSpPr>
        <p:spPr>
          <a:xfrm xmlns:a="http://schemas.openxmlformats.org/drawingml/2006/main">
            <a:off x="609600" y="57340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FFFFFF">
                    <a:alpha val="88000"/>
                  </a:srgbClr>
                </a:solidFill>
                <a:latin typeface="Avenir Next"/>
                <a:ea typeface="Avenir Next"/>
                <a:cs typeface="Avenir Next"/>
              </a:defRPr>
            </a:pPr>
            <a:r>
              <a:rPr sz="900" b="1" i="0">
                <a:solidFill>
                  <a:srgbClr val="FFFFFF">
                    <a:alpha val="88000"/>
                  </a:srgbClr>
                </a:solidFill>
                <a:latin typeface="Avenir Next"/>
                <a:ea typeface="Avenir Next"/>
                <a:cs typeface="Avenir Next"/>
              </a:rPr>
              <a:t>ENTREGABLES: MÚSICA ORIGINAL O LICENCIADA · SUBTÍTULOS · CONTRASTE · VERSIÓN ACCESIBLE · 30 s · 15 s · 6 s · 4:5 · 9:16</a:t>
            </a:r>
          </a:p>
        </p:txBody>
      </p:sp>
    </p:spTree>
    <p:extLst>
      <p:ext uri="{BB962C8B-B14F-4D97-AF65-F5344CB8AC3E}">
        <p14:creationId xmlns:p14="http://schemas.microsoft.com/office/powerpoint/2010/main" val="251059470"/>
      </p:ext>
    </p:extLst>
  </p:cSld>
</p:sld>
</file>

<file path=ppt/slides/slide23.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64EC892-B89A-413D-A06B-2BDCEC6EDD01}"/>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02F97FB-B95C-44F4-AF5D-64AD3224CA99}"/>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13571D9-FC04-4041-8B44-DD1351A691FF}"/>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E83EDD1-EFE5-485A-90C9-16D85C09F6E9}"/>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ED5293C-05C8-4A98-86DC-11CA2D05CCBA}"/>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C9FE939-D2DC-4C5E-853B-8AA868971074}"/>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8CC8DE89-B34A-4A43-A593-E77F9C599431}"/>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E5AC8B1A-7F31-4B0C-8852-4F3A4F2A8833}"/>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23</a:t>
            </a:r>
          </a:p>
        </p:txBody>
      </p:sp>
      <p:sp>
        <p:nvSpPr>
          <p:cNvPr id="9" name="">
            <a:extLst xmlns:a="http://schemas.openxmlformats.org/drawingml/2006/main">
              <a:ext uri="{FF2B5EF4-FFF2-40B4-BE49-F238E27FC236}">
                <a16:creationId xmlns:a16="http://schemas.microsoft.com/office/drawing/2014/main" id="{34DB617C-7DC0-4EA4-8D96-BEE97979E975}"/>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1</a:t>
            </a:r>
          </a:p>
        </p:txBody>
      </p:sp>
      <p:sp>
        <p:nvSpPr>
          <p:cNvPr id="10" name="">
            <a:extLst xmlns:a="http://schemas.openxmlformats.org/drawingml/2006/main">
              <a:ext uri="{FF2B5EF4-FFF2-40B4-BE49-F238E27FC236}">
                <a16:creationId xmlns:a16="http://schemas.microsoft.com/office/drawing/2014/main" id="{4D9D07CE-F38A-425E-AE50-AA033C68D3BA}"/>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NOS LLAMA</a:t>
            </a:r>
          </a:p>
        </p:txBody>
      </p:sp>
      <p:sp>
        <p:nvSpPr>
          <p:cNvPr id="11" name="">
            <a:extLst xmlns:a="http://schemas.openxmlformats.org/drawingml/2006/main">
              <a:ext uri="{FF2B5EF4-FFF2-40B4-BE49-F238E27FC236}">
                <a16:creationId xmlns:a16="http://schemas.microsoft.com/office/drawing/2014/main" id="{FDF96C52-BB1D-412D-B94C-9DA7FBABA3CD}"/>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Instala ES TRADICIÓN sin cartel. Memoria primero; promesa después.</a:t>
            </a:r>
          </a:p>
        </p:txBody>
      </p:sp>
      <p:sp>
        <p:nvSpPr>
          <p:cNvPr id="12" name="">
            <a:extLst xmlns:a="http://schemas.openxmlformats.org/drawingml/2006/main">
              <a:ext uri="{FF2B5EF4-FFF2-40B4-BE49-F238E27FC236}">
                <a16:creationId xmlns:a16="http://schemas.microsoft.com/office/drawing/2014/main" id="{DB5B25C4-0F1C-4E0C-A282-372B6D96C414}"/>
              </a:ext>
            </a:extLst>
          </p:cNvPr>
          <p:cNvSpPr>
            <a:spLocks xmlns:a="http://schemas.openxmlformats.org/drawingml/2006/main" noGrp="1"/>
          </p:cNvSpPr>
          <p:nvPr/>
        </p:nvSpPr>
        <p:spPr>
          <a:xfrm xmlns:a="http://schemas.openxmlformats.org/drawingml/2006/main">
            <a:off x="609600" y="2857500"/>
            <a:ext cx="2457450" cy="2247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6CF2ADD-D940-452F-9565-BB271D1AA59A}"/>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7D960BC9-C1B9-4577-A7C0-E0EAC10840CB}"/>
              </a:ext>
            </a:extLst>
          </p:cNvPr>
          <p:cNvSpPr>
            <a:spLocks xmlns:a="http://schemas.openxmlformats.org/drawingml/2006/main" noGrp="1"/>
          </p:cNvSpPr>
          <p:nvPr/>
        </p:nvSpPr>
        <p:spPr>
          <a:xfrm xmlns:a="http://schemas.openxmlformats.org/drawingml/2006/main">
            <a:off x="7620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SONIDO</a:t>
            </a:r>
          </a:p>
        </p:txBody>
      </p:sp>
      <p:sp>
        <p:nvSpPr>
          <p:cNvPr id="15" name="">
            <a:extLst xmlns:a="http://schemas.openxmlformats.org/drawingml/2006/main">
              <a:ext uri="{FF2B5EF4-FFF2-40B4-BE49-F238E27FC236}">
                <a16:creationId xmlns:a16="http://schemas.microsoft.com/office/drawing/2014/main" id="{8A847D2E-BD99-4FA6-AB9F-E922CB90D385}"/>
              </a:ext>
            </a:extLst>
          </p:cNvPr>
          <p:cNvSpPr>
            <a:spLocks xmlns:a="http://schemas.openxmlformats.org/drawingml/2006/main" noGrp="1"/>
          </p:cNvSpPr>
          <p:nvPr/>
        </p:nvSpPr>
        <p:spPr>
          <a:xfrm xmlns:a="http://schemas.openxmlformats.org/drawingml/2006/main">
            <a:off x="7620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una señal real detiene</a:t>
            </a:r>
          </a:p>
        </p:txBody>
      </p:sp>
      <p:sp>
        <p:nvSpPr>
          <p:cNvPr id="16" name="">
            <a:extLst xmlns:a="http://schemas.openxmlformats.org/drawingml/2006/main">
              <a:ext uri="{FF2B5EF4-FFF2-40B4-BE49-F238E27FC236}">
                <a16:creationId xmlns:a16="http://schemas.microsoft.com/office/drawing/2014/main" id="{2852FC35-1C03-422B-9A08-2F1DD56BDD62}"/>
              </a:ext>
            </a:extLst>
          </p:cNvPr>
          <p:cNvSpPr>
            <a:spLocks xmlns:a="http://schemas.openxmlformats.org/drawingml/2006/main" noGrp="1"/>
          </p:cNvSpPr>
          <p:nvPr/>
        </p:nvSpPr>
        <p:spPr>
          <a:xfrm xmlns:a="http://schemas.openxmlformats.org/drawingml/2006/main">
            <a:off x="3333750" y="2857500"/>
            <a:ext cx="24574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E9A9076-8C36-4071-85B6-02043F0A705C}"/>
              </a:ext>
            </a:extLst>
          </p:cNvPr>
          <p:cNvSpPr>
            <a:spLocks xmlns:a="http://schemas.openxmlformats.org/drawingml/2006/main" noGrp="1"/>
          </p:cNvSpPr>
          <p:nvPr/>
        </p:nvSpPr>
        <p:spPr>
          <a:xfrm xmlns:a="http://schemas.openxmlformats.org/drawingml/2006/main">
            <a:off x="34861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4EB4EB63-2D65-40A0-9373-45A1618633AC}"/>
              </a:ext>
            </a:extLst>
          </p:cNvPr>
          <p:cNvSpPr>
            <a:spLocks xmlns:a="http://schemas.openxmlformats.org/drawingml/2006/main" noGrp="1"/>
          </p:cNvSpPr>
          <p:nvPr/>
        </p:nvSpPr>
        <p:spPr>
          <a:xfrm xmlns:a="http://schemas.openxmlformats.org/drawingml/2006/main">
            <a:off x="34861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VÍNCULO</a:t>
            </a:r>
          </a:p>
        </p:txBody>
      </p:sp>
      <p:sp>
        <p:nvSpPr>
          <p:cNvPr id="19" name="">
            <a:extLst xmlns:a="http://schemas.openxmlformats.org/drawingml/2006/main">
              <a:ext uri="{FF2B5EF4-FFF2-40B4-BE49-F238E27FC236}">
                <a16:creationId xmlns:a16="http://schemas.microsoft.com/office/drawing/2014/main" id="{2504D24F-A05E-4BC2-8B7C-3666884B9F26}"/>
              </a:ext>
            </a:extLst>
          </p:cNvPr>
          <p:cNvSpPr>
            <a:spLocks xmlns:a="http://schemas.openxmlformats.org/drawingml/2006/main" noGrp="1"/>
          </p:cNvSpPr>
          <p:nvPr/>
        </p:nvSpPr>
        <p:spPr>
          <a:xfrm xmlns:a="http://schemas.openxmlformats.org/drawingml/2006/main">
            <a:off x="34861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familia, llegada y gesto</a:t>
            </a:r>
          </a:p>
        </p:txBody>
      </p:sp>
      <p:sp>
        <p:nvSpPr>
          <p:cNvPr id="20" name="">
            <a:extLst xmlns:a="http://schemas.openxmlformats.org/drawingml/2006/main">
              <a:ext uri="{FF2B5EF4-FFF2-40B4-BE49-F238E27FC236}">
                <a16:creationId xmlns:a16="http://schemas.microsoft.com/office/drawing/2014/main" id="{942D7705-78AE-4751-BB94-B869C42EF295}"/>
              </a:ext>
            </a:extLst>
          </p:cNvPr>
          <p:cNvSpPr>
            <a:spLocks xmlns:a="http://schemas.openxmlformats.org/drawingml/2006/main" noGrp="1"/>
          </p:cNvSpPr>
          <p:nvPr/>
        </p:nvSpPr>
        <p:spPr>
          <a:xfrm xmlns:a="http://schemas.openxmlformats.org/drawingml/2006/main">
            <a:off x="6057900" y="2857500"/>
            <a:ext cx="2457450" cy="2247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5039697-5822-4E2A-B650-9A51AB847C74}"/>
              </a:ext>
            </a:extLst>
          </p:cNvPr>
          <p:cNvSpPr>
            <a:spLocks xmlns:a="http://schemas.openxmlformats.org/drawingml/2006/main" noGrp="1"/>
          </p:cNvSpPr>
          <p:nvPr/>
        </p:nvSpPr>
        <p:spPr>
          <a:xfrm xmlns:a="http://schemas.openxmlformats.org/drawingml/2006/main">
            <a:off x="62103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62DB92A4-4F6F-4615-9FE3-515EB942808C}"/>
              </a:ext>
            </a:extLst>
          </p:cNvPr>
          <p:cNvSpPr>
            <a:spLocks xmlns:a="http://schemas.openxmlformats.org/drawingml/2006/main" noGrp="1"/>
          </p:cNvSpPr>
          <p:nvPr/>
        </p:nvSpPr>
        <p:spPr>
          <a:xfrm xmlns:a="http://schemas.openxmlformats.org/drawingml/2006/main">
            <a:off x="62103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ESCALA</a:t>
            </a:r>
          </a:p>
        </p:txBody>
      </p:sp>
      <p:sp>
        <p:nvSpPr>
          <p:cNvPr id="23" name="">
            <a:extLst xmlns:a="http://schemas.openxmlformats.org/drawingml/2006/main">
              <a:ext uri="{FF2B5EF4-FFF2-40B4-BE49-F238E27FC236}">
                <a16:creationId xmlns:a16="http://schemas.microsoft.com/office/drawing/2014/main" id="{B7F89E3E-8E2C-4637-AE13-CC5448C3B5E4}"/>
              </a:ext>
            </a:extLst>
          </p:cNvPr>
          <p:cNvSpPr>
            <a:spLocks xmlns:a="http://schemas.openxmlformats.org/drawingml/2006/main" noGrp="1"/>
          </p:cNvSpPr>
          <p:nvPr/>
        </p:nvSpPr>
        <p:spPr>
          <a:xfrm xmlns:a="http://schemas.openxmlformats.org/drawingml/2006/main">
            <a:off x="62103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la feria aparece completa</a:t>
            </a:r>
          </a:p>
        </p:txBody>
      </p:sp>
      <p:sp>
        <p:nvSpPr>
          <p:cNvPr id="24" name="">
            <a:extLst xmlns:a="http://schemas.openxmlformats.org/drawingml/2006/main">
              <a:ext uri="{FF2B5EF4-FFF2-40B4-BE49-F238E27FC236}">
                <a16:creationId xmlns:a16="http://schemas.microsoft.com/office/drawing/2014/main" id="{CF07B2BB-E009-40DB-BC8D-ED609657BC46}"/>
              </a:ext>
            </a:extLst>
          </p:cNvPr>
          <p:cNvSpPr>
            <a:spLocks xmlns:a="http://schemas.openxmlformats.org/drawingml/2006/main" noGrp="1"/>
          </p:cNvSpPr>
          <p:nvPr/>
        </p:nvSpPr>
        <p:spPr>
          <a:xfrm xmlns:a="http://schemas.openxmlformats.org/drawingml/2006/main">
            <a:off x="8782050" y="2857500"/>
            <a:ext cx="2457450" cy="2247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B111EB6-C382-4988-891C-F369BF8F50F6}"/>
              </a:ext>
            </a:extLst>
          </p:cNvPr>
          <p:cNvSpPr>
            <a:spLocks xmlns:a="http://schemas.openxmlformats.org/drawingml/2006/main" noGrp="1"/>
          </p:cNvSpPr>
          <p:nvPr/>
        </p:nvSpPr>
        <p:spPr>
          <a:xfrm xmlns:a="http://schemas.openxmlformats.org/drawingml/2006/main">
            <a:off x="89344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79587CBB-8464-465A-AA56-1787DF2A3E5F}"/>
              </a:ext>
            </a:extLst>
          </p:cNvPr>
          <p:cNvSpPr>
            <a:spLocks xmlns:a="http://schemas.openxmlformats.org/drawingml/2006/main" noGrp="1"/>
          </p:cNvSpPr>
          <p:nvPr/>
        </p:nvSpPr>
        <p:spPr>
          <a:xfrm xmlns:a="http://schemas.openxmlformats.org/drawingml/2006/main">
            <a:off x="89344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CIERRE</a:t>
            </a:r>
          </a:p>
        </p:txBody>
      </p:sp>
      <p:sp>
        <p:nvSpPr>
          <p:cNvPr id="27" name="">
            <a:extLst xmlns:a="http://schemas.openxmlformats.org/drawingml/2006/main">
              <a:ext uri="{FF2B5EF4-FFF2-40B4-BE49-F238E27FC236}">
                <a16:creationId xmlns:a16="http://schemas.microsoft.com/office/drawing/2014/main" id="{00B7B375-9B2B-40C6-B5E9-1950D0E91C4F}"/>
              </a:ext>
            </a:extLst>
          </p:cNvPr>
          <p:cNvSpPr>
            <a:spLocks xmlns:a="http://schemas.openxmlformats.org/drawingml/2006/main" noGrp="1"/>
          </p:cNvSpPr>
          <p:nvPr/>
        </p:nvSpPr>
        <p:spPr>
          <a:xfrm xmlns:a="http://schemas.openxmlformats.org/drawingml/2006/main">
            <a:off x="89344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CTA: cuéntanos tu recuerdo</a:t>
            </a:r>
          </a:p>
        </p:txBody>
      </p:sp>
      <p:sp>
        <p:nvSpPr>
          <p:cNvPr id="28" name="">
            <a:extLst xmlns:a="http://schemas.openxmlformats.org/drawingml/2006/main">
              <a:ext uri="{FF2B5EF4-FFF2-40B4-BE49-F238E27FC236}">
                <a16:creationId xmlns:a16="http://schemas.microsoft.com/office/drawing/2014/main" id="{EA44BA6E-604D-418C-BFD9-92C342A15A50}"/>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2039824486"/>
      </p:ext>
    </p:extLst>
  </p:cSld>
</p:sld>
</file>

<file path=ppt/slides/slide24.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64E0620-E220-4A5D-8688-822DFB51E374}"/>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EE2C2E9-E4DD-47D3-8DA8-7E896AF861AF}"/>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2D33B7A-8323-4C4E-9035-92C73AD40F2D}"/>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97E0648-3157-439F-A3D0-C80CA9B7B2F4}"/>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1E7028-DF54-4B53-99BA-1A25B3C379E1}"/>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C684DD6-ADAC-4885-8D1A-B28ADD1C402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C8D3A526-C03D-4CEA-AA5D-4F3EEB4F564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B7C58907-989E-4DFB-A246-33097F8FDF7F}"/>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24</a:t>
            </a:r>
          </a:p>
        </p:txBody>
      </p:sp>
      <p:sp>
        <p:nvSpPr>
          <p:cNvPr id="9" name="">
            <a:extLst xmlns:a="http://schemas.openxmlformats.org/drawingml/2006/main">
              <a:ext uri="{FF2B5EF4-FFF2-40B4-BE49-F238E27FC236}">
                <a16:creationId xmlns:a16="http://schemas.microsoft.com/office/drawing/2014/main" id="{A7AEE52C-4023-4846-ADD8-ACD023BEA3E0}"/>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2</a:t>
            </a:r>
          </a:p>
        </p:txBody>
      </p:sp>
      <p:sp>
        <p:nvSpPr>
          <p:cNvPr id="10" name="">
            <a:extLst xmlns:a="http://schemas.openxmlformats.org/drawingml/2006/main">
              <a:ext uri="{FF2B5EF4-FFF2-40B4-BE49-F238E27FC236}">
                <a16:creationId xmlns:a16="http://schemas.microsoft.com/office/drawing/2014/main" id="{E0BDB64D-488A-43E7-956B-F8E828BC2B81}"/>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HACER FERIA</a:t>
            </a:r>
          </a:p>
        </p:txBody>
      </p:sp>
      <p:sp>
        <p:nvSpPr>
          <p:cNvPr id="11" name="">
            <a:extLst xmlns:a="http://schemas.openxmlformats.org/drawingml/2006/main">
              <a:ext uri="{FF2B5EF4-FFF2-40B4-BE49-F238E27FC236}">
                <a16:creationId xmlns:a16="http://schemas.microsoft.com/office/drawing/2014/main" id="{46605710-B557-46F6-81BF-A459DD73286B}"/>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Devuelve protagonismo al comercio real y convierte el recorrido en deseo.</a:t>
            </a:r>
          </a:p>
        </p:txBody>
      </p:sp>
      <p:sp>
        <p:nvSpPr>
          <p:cNvPr id="12" name="">
            <a:extLst xmlns:a="http://schemas.openxmlformats.org/drawingml/2006/main">
              <a:ext uri="{FF2B5EF4-FFF2-40B4-BE49-F238E27FC236}">
                <a16:creationId xmlns:a16="http://schemas.microsoft.com/office/drawing/2014/main" id="{2B3FD875-D7BC-4DBE-9F52-BE467E27BF0C}"/>
              </a:ext>
            </a:extLst>
          </p:cNvPr>
          <p:cNvSpPr>
            <a:spLocks xmlns:a="http://schemas.openxmlformats.org/drawingml/2006/main" noGrp="1"/>
          </p:cNvSpPr>
          <p:nvPr/>
        </p:nvSpPr>
        <p:spPr>
          <a:xfrm xmlns:a="http://schemas.openxmlformats.org/drawingml/2006/main">
            <a:off x="609600" y="2857500"/>
            <a:ext cx="24574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6AF35CE-3D42-4427-860B-F93954C3AFED}"/>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D459B379-9926-4B68-9BE3-528A807F6915}"/>
              </a:ext>
            </a:extLst>
          </p:cNvPr>
          <p:cNvSpPr>
            <a:spLocks xmlns:a="http://schemas.openxmlformats.org/drawingml/2006/main" noGrp="1"/>
          </p:cNvSpPr>
          <p:nvPr/>
        </p:nvSpPr>
        <p:spPr>
          <a:xfrm xmlns:a="http://schemas.openxmlformats.org/drawingml/2006/main">
            <a:off x="7620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PERSONA</a:t>
            </a:r>
          </a:p>
        </p:txBody>
      </p:sp>
      <p:sp>
        <p:nvSpPr>
          <p:cNvPr id="15" name="">
            <a:extLst xmlns:a="http://schemas.openxmlformats.org/drawingml/2006/main">
              <a:ext uri="{FF2B5EF4-FFF2-40B4-BE49-F238E27FC236}">
                <a16:creationId xmlns:a16="http://schemas.microsoft.com/office/drawing/2014/main" id="{EE46E368-11F5-4403-AD56-98F2A0B27518}"/>
              </a:ext>
            </a:extLst>
          </p:cNvPr>
          <p:cNvSpPr>
            <a:spLocks xmlns:a="http://schemas.openxmlformats.org/drawingml/2006/main" noGrp="1"/>
          </p:cNvSpPr>
          <p:nvPr/>
        </p:nvSpPr>
        <p:spPr>
          <a:xfrm xmlns:a="http://schemas.openxmlformats.org/drawingml/2006/main">
            <a:off x="7620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quién está detrás</a:t>
            </a:r>
          </a:p>
        </p:txBody>
      </p:sp>
      <p:sp>
        <p:nvSpPr>
          <p:cNvPr id="16" name="">
            <a:extLst xmlns:a="http://schemas.openxmlformats.org/drawingml/2006/main">
              <a:ext uri="{FF2B5EF4-FFF2-40B4-BE49-F238E27FC236}">
                <a16:creationId xmlns:a16="http://schemas.microsoft.com/office/drawing/2014/main" id="{EEAE3657-53D9-40E8-ACAE-379F23B31694}"/>
              </a:ext>
            </a:extLst>
          </p:cNvPr>
          <p:cNvSpPr>
            <a:spLocks xmlns:a="http://schemas.openxmlformats.org/drawingml/2006/main" noGrp="1"/>
          </p:cNvSpPr>
          <p:nvPr/>
        </p:nvSpPr>
        <p:spPr>
          <a:xfrm xmlns:a="http://schemas.openxmlformats.org/drawingml/2006/main">
            <a:off x="3333750" y="2857500"/>
            <a:ext cx="2457450" cy="2247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A481B2B-5621-45DB-B72C-D8BC70E4A11E}"/>
              </a:ext>
            </a:extLst>
          </p:cNvPr>
          <p:cNvSpPr>
            <a:spLocks xmlns:a="http://schemas.openxmlformats.org/drawingml/2006/main" noGrp="1"/>
          </p:cNvSpPr>
          <p:nvPr/>
        </p:nvSpPr>
        <p:spPr>
          <a:xfrm xmlns:a="http://schemas.openxmlformats.org/drawingml/2006/main">
            <a:off x="34861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07381A1A-E442-4897-8392-93A8FAE9CC94}"/>
              </a:ext>
            </a:extLst>
          </p:cNvPr>
          <p:cNvSpPr>
            <a:spLocks xmlns:a="http://schemas.openxmlformats.org/drawingml/2006/main" noGrp="1"/>
          </p:cNvSpPr>
          <p:nvPr/>
        </p:nvSpPr>
        <p:spPr>
          <a:xfrm xmlns:a="http://schemas.openxmlformats.org/drawingml/2006/main">
            <a:off x="34861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PROCESO</a:t>
            </a:r>
          </a:p>
        </p:txBody>
      </p:sp>
      <p:sp>
        <p:nvSpPr>
          <p:cNvPr id="19" name="">
            <a:extLst xmlns:a="http://schemas.openxmlformats.org/drawingml/2006/main">
              <a:ext uri="{FF2B5EF4-FFF2-40B4-BE49-F238E27FC236}">
                <a16:creationId xmlns:a16="http://schemas.microsoft.com/office/drawing/2014/main" id="{F88D4E9C-B943-490A-9D3C-1CB500C7F149}"/>
              </a:ext>
            </a:extLst>
          </p:cNvPr>
          <p:cNvSpPr>
            <a:spLocks xmlns:a="http://schemas.openxmlformats.org/drawingml/2006/main" noGrp="1"/>
          </p:cNvSpPr>
          <p:nvPr/>
        </p:nvSpPr>
        <p:spPr>
          <a:xfrm xmlns:a="http://schemas.openxmlformats.org/drawingml/2006/main">
            <a:off x="34861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cómo se hace</a:t>
            </a:r>
          </a:p>
        </p:txBody>
      </p:sp>
      <p:sp>
        <p:nvSpPr>
          <p:cNvPr id="20" name="">
            <a:extLst xmlns:a="http://schemas.openxmlformats.org/drawingml/2006/main">
              <a:ext uri="{FF2B5EF4-FFF2-40B4-BE49-F238E27FC236}">
                <a16:creationId xmlns:a16="http://schemas.microsoft.com/office/drawing/2014/main" id="{8E524CB6-BBDB-4A03-914D-5574E3B18CD4}"/>
              </a:ext>
            </a:extLst>
          </p:cNvPr>
          <p:cNvSpPr>
            <a:spLocks xmlns:a="http://schemas.openxmlformats.org/drawingml/2006/main" noGrp="1"/>
          </p:cNvSpPr>
          <p:nvPr/>
        </p:nvSpPr>
        <p:spPr>
          <a:xfrm xmlns:a="http://schemas.openxmlformats.org/drawingml/2006/main">
            <a:off x="6057900" y="2857500"/>
            <a:ext cx="2457450" cy="22479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7586AF1-F914-48F7-A65A-90C7F70B07C6}"/>
              </a:ext>
            </a:extLst>
          </p:cNvPr>
          <p:cNvSpPr>
            <a:spLocks xmlns:a="http://schemas.openxmlformats.org/drawingml/2006/main" noGrp="1"/>
          </p:cNvSpPr>
          <p:nvPr/>
        </p:nvSpPr>
        <p:spPr>
          <a:xfrm xmlns:a="http://schemas.openxmlformats.org/drawingml/2006/main">
            <a:off x="62103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6B35F80B-1D91-468A-9390-8E67B5B1E8EB}"/>
              </a:ext>
            </a:extLst>
          </p:cNvPr>
          <p:cNvSpPr>
            <a:spLocks xmlns:a="http://schemas.openxmlformats.org/drawingml/2006/main" noGrp="1"/>
          </p:cNvSpPr>
          <p:nvPr/>
        </p:nvSpPr>
        <p:spPr>
          <a:xfrm xmlns:a="http://schemas.openxmlformats.org/drawingml/2006/main">
            <a:off x="62103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HALLAZGO</a:t>
            </a:r>
          </a:p>
        </p:txBody>
      </p:sp>
      <p:sp>
        <p:nvSpPr>
          <p:cNvPr id="23" name="">
            <a:extLst xmlns:a="http://schemas.openxmlformats.org/drawingml/2006/main">
              <a:ext uri="{FF2B5EF4-FFF2-40B4-BE49-F238E27FC236}">
                <a16:creationId xmlns:a16="http://schemas.microsoft.com/office/drawing/2014/main" id="{D1DA94B8-DE3D-4F79-83F4-4F7550B8239E}"/>
              </a:ext>
            </a:extLst>
          </p:cNvPr>
          <p:cNvSpPr>
            <a:spLocks xmlns:a="http://schemas.openxmlformats.org/drawingml/2006/main" noGrp="1"/>
          </p:cNvSpPr>
          <p:nvPr/>
        </p:nvSpPr>
        <p:spPr>
          <a:xfrm xmlns:a="http://schemas.openxmlformats.org/drawingml/2006/main">
            <a:off x="62103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qué descubre el visitante</a:t>
            </a:r>
          </a:p>
        </p:txBody>
      </p:sp>
      <p:sp>
        <p:nvSpPr>
          <p:cNvPr id="24" name="">
            <a:extLst xmlns:a="http://schemas.openxmlformats.org/drawingml/2006/main">
              <a:ext uri="{FF2B5EF4-FFF2-40B4-BE49-F238E27FC236}">
                <a16:creationId xmlns:a16="http://schemas.microsoft.com/office/drawing/2014/main" id="{0AAFFC79-B225-4DFE-9E4C-712A88030A51}"/>
              </a:ext>
            </a:extLst>
          </p:cNvPr>
          <p:cNvSpPr>
            <a:spLocks xmlns:a="http://schemas.openxmlformats.org/drawingml/2006/main" noGrp="1"/>
          </p:cNvSpPr>
          <p:nvPr/>
        </p:nvSpPr>
        <p:spPr>
          <a:xfrm xmlns:a="http://schemas.openxmlformats.org/drawingml/2006/main">
            <a:off x="8782050" y="2857500"/>
            <a:ext cx="2457450" cy="2247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7A6AFBC-1B90-41DB-B41D-83917B83E19D}"/>
              </a:ext>
            </a:extLst>
          </p:cNvPr>
          <p:cNvSpPr>
            <a:spLocks xmlns:a="http://schemas.openxmlformats.org/drawingml/2006/main" noGrp="1"/>
          </p:cNvSpPr>
          <p:nvPr/>
        </p:nvSpPr>
        <p:spPr>
          <a:xfrm xmlns:a="http://schemas.openxmlformats.org/drawingml/2006/main">
            <a:off x="89344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2F49E646-E139-4222-8A4E-1B0A7DF3B1E0}"/>
              </a:ext>
            </a:extLst>
          </p:cNvPr>
          <p:cNvSpPr>
            <a:spLocks xmlns:a="http://schemas.openxmlformats.org/drawingml/2006/main" noGrp="1"/>
          </p:cNvSpPr>
          <p:nvPr/>
        </p:nvSpPr>
        <p:spPr>
          <a:xfrm xmlns:a="http://schemas.openxmlformats.org/drawingml/2006/main">
            <a:off x="89344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RUTA</a:t>
            </a:r>
          </a:p>
        </p:txBody>
      </p:sp>
      <p:sp>
        <p:nvSpPr>
          <p:cNvPr id="27" name="">
            <a:extLst xmlns:a="http://schemas.openxmlformats.org/drawingml/2006/main">
              <a:ext uri="{FF2B5EF4-FFF2-40B4-BE49-F238E27FC236}">
                <a16:creationId xmlns:a16="http://schemas.microsoft.com/office/drawing/2014/main" id="{D57056A7-EB5D-4AF0-B5B5-0CB1A8A899AF}"/>
              </a:ext>
            </a:extLst>
          </p:cNvPr>
          <p:cNvSpPr>
            <a:spLocks xmlns:a="http://schemas.openxmlformats.org/drawingml/2006/main" noGrp="1"/>
          </p:cNvSpPr>
          <p:nvPr/>
        </p:nvSpPr>
        <p:spPr>
          <a:xfrm xmlns:a="http://schemas.openxmlformats.org/drawingml/2006/main">
            <a:off x="89344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CTA: abre la ruta o guía</a:t>
            </a:r>
          </a:p>
        </p:txBody>
      </p:sp>
      <p:sp>
        <p:nvSpPr>
          <p:cNvPr id="28" name="">
            <a:extLst xmlns:a="http://schemas.openxmlformats.org/drawingml/2006/main">
              <a:ext uri="{FF2B5EF4-FFF2-40B4-BE49-F238E27FC236}">
                <a16:creationId xmlns:a16="http://schemas.microsoft.com/office/drawing/2014/main" id="{D91A9388-DC1D-41B4-8265-5A818292C56B}"/>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938479903"/>
      </p:ext>
    </p:extLst>
  </p:cSld>
</p:sld>
</file>

<file path=ppt/slides/slide25.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3C72570-F636-4ADD-B09B-538437921316}"/>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5BDBD8-6DF1-4348-B0F2-23066C47040D}"/>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698C44E-CF44-4066-A7D0-7D37AB5EA50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DD17FF3-34E5-46BA-AC61-01FAFEF6FC62}"/>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EE1CBC7-CD0E-4CC6-8238-0D62F920764E}"/>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D786A07-B9E1-449B-9F97-C7F26BBB3C1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754E3905-CB5E-4D68-A624-858717C86522}"/>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E4E0CEBA-B115-4821-A10F-60ADCE7BFF3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25</a:t>
            </a:r>
          </a:p>
        </p:txBody>
      </p:sp>
      <p:sp>
        <p:nvSpPr>
          <p:cNvPr id="9" name="">
            <a:extLst xmlns:a="http://schemas.openxmlformats.org/drawingml/2006/main">
              <a:ext uri="{FF2B5EF4-FFF2-40B4-BE49-F238E27FC236}">
                <a16:creationId xmlns:a16="http://schemas.microsoft.com/office/drawing/2014/main" id="{73E0682C-178F-40D1-B2D3-7A0A5EE4BEBF}"/>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3</a:t>
            </a:r>
          </a:p>
        </p:txBody>
      </p:sp>
      <p:sp>
        <p:nvSpPr>
          <p:cNvPr id="10" name="">
            <a:extLst xmlns:a="http://schemas.openxmlformats.org/drawingml/2006/main">
              <a:ext uri="{FF2B5EF4-FFF2-40B4-BE49-F238E27FC236}">
                <a16:creationId xmlns:a16="http://schemas.microsoft.com/office/drawing/2014/main" id="{1BB9F46A-6990-4669-A424-C324BAC1095F}"/>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DESCUBRIMIENTOS DEL TERRITORIO</a:t>
            </a:r>
          </a:p>
        </p:txBody>
      </p:sp>
      <p:sp>
        <p:nvSpPr>
          <p:cNvPr id="11" name="">
            <a:extLst xmlns:a="http://schemas.openxmlformats.org/drawingml/2006/main">
              <a:ext uri="{FF2B5EF4-FFF2-40B4-BE49-F238E27FC236}">
                <a16:creationId xmlns:a16="http://schemas.microsoft.com/office/drawing/2014/main" id="{773D7764-5824-41A9-978E-E0EB2A3C7879}"/>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Convierte la amplitud en curiosidad: cada pista revela un lugar, un atractivo o una historia real y segura.</a:t>
            </a:r>
          </a:p>
        </p:txBody>
      </p:sp>
      <p:sp>
        <p:nvSpPr>
          <p:cNvPr id="12" name="">
            <a:extLst xmlns:a="http://schemas.openxmlformats.org/drawingml/2006/main">
              <a:ext uri="{FF2B5EF4-FFF2-40B4-BE49-F238E27FC236}">
                <a16:creationId xmlns:a16="http://schemas.microsoft.com/office/drawing/2014/main" id="{DE89AB2C-8F8A-493E-803D-1104274E0864}"/>
              </a:ext>
            </a:extLst>
          </p:cNvPr>
          <p:cNvSpPr>
            <a:spLocks xmlns:a="http://schemas.openxmlformats.org/drawingml/2006/main" noGrp="1"/>
          </p:cNvSpPr>
          <p:nvPr/>
        </p:nvSpPr>
        <p:spPr>
          <a:xfrm xmlns:a="http://schemas.openxmlformats.org/drawingml/2006/main">
            <a:off x="609600" y="2857500"/>
            <a:ext cx="2457450" cy="22479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12C468C-F062-4B7A-B62A-566E7D185C73}"/>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4DAB0849-3CCF-44BE-9854-88E05603D01D}"/>
              </a:ext>
            </a:extLst>
          </p:cNvPr>
          <p:cNvSpPr>
            <a:spLocks xmlns:a="http://schemas.openxmlformats.org/drawingml/2006/main" noGrp="1"/>
          </p:cNvSpPr>
          <p:nvPr/>
        </p:nvSpPr>
        <p:spPr>
          <a:xfrm xmlns:a="http://schemas.openxmlformats.org/drawingml/2006/main">
            <a:off x="7620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PISTA</a:t>
            </a:r>
          </a:p>
        </p:txBody>
      </p:sp>
      <p:sp>
        <p:nvSpPr>
          <p:cNvPr id="15" name="">
            <a:extLst xmlns:a="http://schemas.openxmlformats.org/drawingml/2006/main">
              <a:ext uri="{FF2B5EF4-FFF2-40B4-BE49-F238E27FC236}">
                <a16:creationId xmlns:a16="http://schemas.microsoft.com/office/drawing/2014/main" id="{3CA7515E-A45D-4BAB-B157-7041E6D7D0BB}"/>
              </a:ext>
            </a:extLst>
          </p:cNvPr>
          <p:cNvSpPr>
            <a:spLocks xmlns:a="http://schemas.openxmlformats.org/drawingml/2006/main" noGrp="1"/>
          </p:cNvSpPr>
          <p:nvPr/>
        </p:nvSpPr>
        <p:spPr>
          <a:xfrm xmlns:a="http://schemas.openxmlformats.org/drawingml/2006/main">
            <a:off x="7620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sonido o detalle</a:t>
            </a:r>
          </a:p>
        </p:txBody>
      </p:sp>
      <p:sp>
        <p:nvSpPr>
          <p:cNvPr id="16" name="">
            <a:extLst xmlns:a="http://schemas.openxmlformats.org/drawingml/2006/main">
              <a:ext uri="{FF2B5EF4-FFF2-40B4-BE49-F238E27FC236}">
                <a16:creationId xmlns:a16="http://schemas.microsoft.com/office/drawing/2014/main" id="{32BBB34D-93D3-4B36-9B8B-E972082AE435}"/>
              </a:ext>
            </a:extLst>
          </p:cNvPr>
          <p:cNvSpPr>
            <a:spLocks xmlns:a="http://schemas.openxmlformats.org/drawingml/2006/main" noGrp="1"/>
          </p:cNvSpPr>
          <p:nvPr/>
        </p:nvSpPr>
        <p:spPr>
          <a:xfrm xmlns:a="http://schemas.openxmlformats.org/drawingml/2006/main">
            <a:off x="3333750" y="2857500"/>
            <a:ext cx="24574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CBA3336-2F98-4113-8C18-10AEFD2C900A}"/>
              </a:ext>
            </a:extLst>
          </p:cNvPr>
          <p:cNvSpPr>
            <a:spLocks xmlns:a="http://schemas.openxmlformats.org/drawingml/2006/main" noGrp="1"/>
          </p:cNvSpPr>
          <p:nvPr/>
        </p:nvSpPr>
        <p:spPr>
          <a:xfrm xmlns:a="http://schemas.openxmlformats.org/drawingml/2006/main">
            <a:off x="34861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B6EE6067-5F35-421E-9FDC-3D42DF0F9601}"/>
              </a:ext>
            </a:extLst>
          </p:cNvPr>
          <p:cNvSpPr>
            <a:spLocks xmlns:a="http://schemas.openxmlformats.org/drawingml/2006/main" noGrp="1"/>
          </p:cNvSpPr>
          <p:nvPr/>
        </p:nvSpPr>
        <p:spPr>
          <a:xfrm xmlns:a="http://schemas.openxmlformats.org/drawingml/2006/main">
            <a:off x="34861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HALLAZGO</a:t>
            </a:r>
          </a:p>
        </p:txBody>
      </p:sp>
      <p:sp>
        <p:nvSpPr>
          <p:cNvPr id="19" name="">
            <a:extLst xmlns:a="http://schemas.openxmlformats.org/drawingml/2006/main">
              <a:ext uri="{FF2B5EF4-FFF2-40B4-BE49-F238E27FC236}">
                <a16:creationId xmlns:a16="http://schemas.microsoft.com/office/drawing/2014/main" id="{256FA2AC-C3CD-4AB8-B652-11B7974A59D8}"/>
              </a:ext>
            </a:extLst>
          </p:cNvPr>
          <p:cNvSpPr>
            <a:spLocks xmlns:a="http://schemas.openxmlformats.org/drawingml/2006/main" noGrp="1"/>
          </p:cNvSpPr>
          <p:nvPr/>
        </p:nvSpPr>
        <p:spPr>
          <a:xfrm xmlns:a="http://schemas.openxmlformats.org/drawingml/2006/main">
            <a:off x="34861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plaza, granja o paisaje</a:t>
            </a:r>
          </a:p>
        </p:txBody>
      </p:sp>
      <p:sp>
        <p:nvSpPr>
          <p:cNvPr id="20" name="">
            <a:extLst xmlns:a="http://schemas.openxmlformats.org/drawingml/2006/main">
              <a:ext uri="{FF2B5EF4-FFF2-40B4-BE49-F238E27FC236}">
                <a16:creationId xmlns:a16="http://schemas.microsoft.com/office/drawing/2014/main" id="{241DB772-1FB0-4454-A15E-EC202F2DED3A}"/>
              </a:ext>
            </a:extLst>
          </p:cNvPr>
          <p:cNvSpPr>
            <a:spLocks xmlns:a="http://schemas.openxmlformats.org/drawingml/2006/main" noGrp="1"/>
          </p:cNvSpPr>
          <p:nvPr/>
        </p:nvSpPr>
        <p:spPr>
          <a:xfrm xmlns:a="http://schemas.openxmlformats.org/drawingml/2006/main">
            <a:off x="6057900" y="2857500"/>
            <a:ext cx="2457450" cy="2247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20E178C-051D-413D-8952-6B59959C7A34}"/>
              </a:ext>
            </a:extLst>
          </p:cNvPr>
          <p:cNvSpPr>
            <a:spLocks xmlns:a="http://schemas.openxmlformats.org/drawingml/2006/main" noGrp="1"/>
          </p:cNvSpPr>
          <p:nvPr/>
        </p:nvSpPr>
        <p:spPr>
          <a:xfrm xmlns:a="http://schemas.openxmlformats.org/drawingml/2006/main">
            <a:off x="62103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EA4CD5FC-453B-4E06-B600-54DEB121C29C}"/>
              </a:ext>
            </a:extLst>
          </p:cNvPr>
          <p:cNvSpPr>
            <a:spLocks xmlns:a="http://schemas.openxmlformats.org/drawingml/2006/main" noGrp="1"/>
          </p:cNvSpPr>
          <p:nvPr/>
        </p:nvSpPr>
        <p:spPr>
          <a:xfrm xmlns:a="http://schemas.openxmlformats.org/drawingml/2006/main">
            <a:off x="62103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PERSONA</a:t>
            </a:r>
          </a:p>
        </p:txBody>
      </p:sp>
      <p:sp>
        <p:nvSpPr>
          <p:cNvPr id="23" name="">
            <a:extLst xmlns:a="http://schemas.openxmlformats.org/drawingml/2006/main">
              <a:ext uri="{FF2B5EF4-FFF2-40B4-BE49-F238E27FC236}">
                <a16:creationId xmlns:a16="http://schemas.microsoft.com/office/drawing/2014/main" id="{BA4ECA4E-1689-4A24-994A-B58E951F6557}"/>
              </a:ext>
            </a:extLst>
          </p:cNvPr>
          <p:cNvSpPr>
            <a:spLocks xmlns:a="http://schemas.openxmlformats.org/drawingml/2006/main" noGrp="1"/>
          </p:cNvSpPr>
          <p:nvPr/>
        </p:nvSpPr>
        <p:spPr>
          <a:xfrm xmlns:a="http://schemas.openxmlformats.org/drawingml/2006/main">
            <a:off x="62103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guía, familia o expositor</a:t>
            </a:r>
          </a:p>
        </p:txBody>
      </p:sp>
      <p:sp>
        <p:nvSpPr>
          <p:cNvPr id="24" name="">
            <a:extLst xmlns:a="http://schemas.openxmlformats.org/drawingml/2006/main">
              <a:ext uri="{FF2B5EF4-FFF2-40B4-BE49-F238E27FC236}">
                <a16:creationId xmlns:a16="http://schemas.microsoft.com/office/drawing/2014/main" id="{62877C3E-EC86-4BCF-BCF1-190F1EDA1D9C}"/>
              </a:ext>
            </a:extLst>
          </p:cNvPr>
          <p:cNvSpPr>
            <a:spLocks xmlns:a="http://schemas.openxmlformats.org/drawingml/2006/main" noGrp="1"/>
          </p:cNvSpPr>
          <p:nvPr/>
        </p:nvSpPr>
        <p:spPr>
          <a:xfrm xmlns:a="http://schemas.openxmlformats.org/drawingml/2006/main">
            <a:off x="8782050" y="2857500"/>
            <a:ext cx="2457450" cy="2247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9D0B47E-3754-4EAB-A798-37C81EFF3120}"/>
              </a:ext>
            </a:extLst>
          </p:cNvPr>
          <p:cNvSpPr>
            <a:spLocks xmlns:a="http://schemas.openxmlformats.org/drawingml/2006/main" noGrp="1"/>
          </p:cNvSpPr>
          <p:nvPr/>
        </p:nvSpPr>
        <p:spPr>
          <a:xfrm xmlns:a="http://schemas.openxmlformats.org/drawingml/2006/main">
            <a:off x="89344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87A86301-059D-4F9B-9BEB-13A7EFC75DC7}"/>
              </a:ext>
            </a:extLst>
          </p:cNvPr>
          <p:cNvSpPr>
            <a:spLocks xmlns:a="http://schemas.openxmlformats.org/drawingml/2006/main" noGrp="1"/>
          </p:cNvSpPr>
          <p:nvPr/>
        </p:nvSpPr>
        <p:spPr>
          <a:xfrm xmlns:a="http://schemas.openxmlformats.org/drawingml/2006/main">
            <a:off x="89344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MAPA</a:t>
            </a:r>
          </a:p>
        </p:txBody>
      </p:sp>
      <p:sp>
        <p:nvSpPr>
          <p:cNvPr id="27" name="">
            <a:extLst xmlns:a="http://schemas.openxmlformats.org/drawingml/2006/main">
              <a:ext uri="{FF2B5EF4-FFF2-40B4-BE49-F238E27FC236}">
                <a16:creationId xmlns:a16="http://schemas.microsoft.com/office/drawing/2014/main" id="{69A29B75-6E75-442E-BD93-A80B4CB5A9E4}"/>
              </a:ext>
            </a:extLst>
          </p:cNvPr>
          <p:cNvSpPr>
            <a:spLocks xmlns:a="http://schemas.openxmlformats.org/drawingml/2006/main" noGrp="1"/>
          </p:cNvSpPr>
          <p:nvPr/>
        </p:nvSpPr>
        <p:spPr>
          <a:xfrm xmlns:a="http://schemas.openxmlformats.org/drawingml/2006/main">
            <a:off x="89344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CTA condicionado a la PWA</a:t>
            </a:r>
          </a:p>
        </p:txBody>
      </p:sp>
      <p:sp>
        <p:nvSpPr>
          <p:cNvPr id="28" name="">
            <a:extLst xmlns:a="http://schemas.openxmlformats.org/drawingml/2006/main">
              <a:ext uri="{FF2B5EF4-FFF2-40B4-BE49-F238E27FC236}">
                <a16:creationId xmlns:a16="http://schemas.microsoft.com/office/drawing/2014/main" id="{642B36DD-6E2B-4166-9564-92DB9C47DEF8}"/>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2039824486"/>
      </p:ext>
    </p:extLst>
  </p:cSld>
</p:sld>
</file>

<file path=ppt/slides/slide26.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09A0A28-876A-4E96-B398-A1E142C1CB09}"/>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B14AB1-97D3-47C9-B356-6280B1126F2C}"/>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25C8CD1-5197-402A-9541-F18DA21BF1A0}"/>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090F4BC-4EA6-4E2F-814F-B810518C3F99}"/>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87D48B-CB17-43D7-90E6-3C0EE4935B3B}"/>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95BD92B-2325-4E82-B5AE-09F9420EF32D}"/>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7574B203-6F8A-4695-8070-B7B987370AB5}"/>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5EAA3300-647C-4600-BE56-CB04156CE90F}"/>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26</a:t>
            </a:r>
          </a:p>
        </p:txBody>
      </p:sp>
      <p:sp>
        <p:nvSpPr>
          <p:cNvPr id="9" name="">
            <a:extLst xmlns:a="http://schemas.openxmlformats.org/drawingml/2006/main">
              <a:ext uri="{FF2B5EF4-FFF2-40B4-BE49-F238E27FC236}">
                <a16:creationId xmlns:a16="http://schemas.microsoft.com/office/drawing/2014/main" id="{0C324DC2-6106-47E9-A4E7-5F4F1D9219D2}"/>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4</a:t>
            </a:r>
          </a:p>
        </p:txBody>
      </p:sp>
      <p:sp>
        <p:nvSpPr>
          <p:cNvPr id="10" name="">
            <a:extLst xmlns:a="http://schemas.openxmlformats.org/drawingml/2006/main">
              <a:ext uri="{FF2B5EF4-FFF2-40B4-BE49-F238E27FC236}">
                <a16:creationId xmlns:a16="http://schemas.microsoft.com/office/drawing/2014/main" id="{03AADEFE-5FCC-46FA-94FD-7EE3282CAEC7}"/>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LA CANCIÓN QUE VUELVE</a:t>
            </a:r>
          </a:p>
        </p:txBody>
      </p:sp>
      <p:sp>
        <p:nvSpPr>
          <p:cNvPr id="11" name="">
            <a:extLst xmlns:a="http://schemas.openxmlformats.org/drawingml/2006/main">
              <a:ext uri="{FF2B5EF4-FFF2-40B4-BE49-F238E27FC236}">
                <a16:creationId xmlns:a16="http://schemas.microsoft.com/office/drawing/2014/main" id="{53754A8A-1D11-4254-B131-8350BC8A1958}"/>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Solo después del control del cartel: memoria musical, revelación y un día completo.</a:t>
            </a:r>
          </a:p>
        </p:txBody>
      </p:sp>
      <p:sp>
        <p:nvSpPr>
          <p:cNvPr id="12" name="">
            <a:extLst xmlns:a="http://schemas.openxmlformats.org/drawingml/2006/main">
              <a:ext uri="{FF2B5EF4-FFF2-40B4-BE49-F238E27FC236}">
                <a16:creationId xmlns:a16="http://schemas.microsoft.com/office/drawing/2014/main" id="{E8B94722-DCD5-48F5-AEA3-A192B139050E}"/>
              </a:ext>
            </a:extLst>
          </p:cNvPr>
          <p:cNvSpPr>
            <a:spLocks xmlns:a="http://schemas.openxmlformats.org/drawingml/2006/main" noGrp="1"/>
          </p:cNvSpPr>
          <p:nvPr/>
        </p:nvSpPr>
        <p:spPr>
          <a:xfrm xmlns:a="http://schemas.openxmlformats.org/drawingml/2006/main">
            <a:off x="609600" y="2857500"/>
            <a:ext cx="2457450" cy="22479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46E2F98-2934-42C4-8280-C88E9AB8A3FE}"/>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21F2AF37-F919-42DC-99E2-893078DA5DFC}"/>
              </a:ext>
            </a:extLst>
          </p:cNvPr>
          <p:cNvSpPr>
            <a:spLocks xmlns:a="http://schemas.openxmlformats.org/drawingml/2006/main" noGrp="1"/>
          </p:cNvSpPr>
          <p:nvPr/>
        </p:nvSpPr>
        <p:spPr>
          <a:xfrm xmlns:a="http://schemas.openxmlformats.org/drawingml/2006/main">
            <a:off x="7620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MEMORIA</a:t>
            </a:r>
          </a:p>
        </p:txBody>
      </p:sp>
      <p:sp>
        <p:nvSpPr>
          <p:cNvPr id="15" name="">
            <a:extLst xmlns:a="http://schemas.openxmlformats.org/drawingml/2006/main">
              <a:ext uri="{FF2B5EF4-FFF2-40B4-BE49-F238E27FC236}">
                <a16:creationId xmlns:a16="http://schemas.microsoft.com/office/drawing/2014/main" id="{55AA5064-4E9B-454D-800E-E31EADFB8FBB}"/>
              </a:ext>
            </a:extLst>
          </p:cNvPr>
          <p:cNvSpPr>
            <a:spLocks xmlns:a="http://schemas.openxmlformats.org/drawingml/2006/main" noGrp="1"/>
          </p:cNvSpPr>
          <p:nvPr/>
        </p:nvSpPr>
        <p:spPr>
          <a:xfrm xmlns:a="http://schemas.openxmlformats.org/drawingml/2006/main">
            <a:off x="7620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una frase, no una adivinanza</a:t>
            </a:r>
          </a:p>
        </p:txBody>
      </p:sp>
      <p:sp>
        <p:nvSpPr>
          <p:cNvPr id="16" name="">
            <a:extLst xmlns:a="http://schemas.openxmlformats.org/drawingml/2006/main">
              <a:ext uri="{FF2B5EF4-FFF2-40B4-BE49-F238E27FC236}">
                <a16:creationId xmlns:a16="http://schemas.microsoft.com/office/drawing/2014/main" id="{B4405804-DF5C-4F1A-B3CC-831260D1F2B0}"/>
              </a:ext>
            </a:extLst>
          </p:cNvPr>
          <p:cNvSpPr>
            <a:spLocks xmlns:a="http://schemas.openxmlformats.org/drawingml/2006/main" noGrp="1"/>
          </p:cNvSpPr>
          <p:nvPr/>
        </p:nvSpPr>
        <p:spPr>
          <a:xfrm xmlns:a="http://schemas.openxmlformats.org/drawingml/2006/main">
            <a:off x="3333750" y="2857500"/>
            <a:ext cx="2457450" cy="2247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404B9FE-3ED3-44EB-892F-7FF2142DF303}"/>
              </a:ext>
            </a:extLst>
          </p:cNvPr>
          <p:cNvSpPr>
            <a:spLocks xmlns:a="http://schemas.openxmlformats.org/drawingml/2006/main" noGrp="1"/>
          </p:cNvSpPr>
          <p:nvPr/>
        </p:nvSpPr>
        <p:spPr>
          <a:xfrm xmlns:a="http://schemas.openxmlformats.org/drawingml/2006/main">
            <a:off x="34861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C5329FD4-BA00-47EB-AC26-80BB842B7F4E}"/>
              </a:ext>
            </a:extLst>
          </p:cNvPr>
          <p:cNvSpPr>
            <a:spLocks xmlns:a="http://schemas.openxmlformats.org/drawingml/2006/main" noGrp="1"/>
          </p:cNvSpPr>
          <p:nvPr/>
        </p:nvSpPr>
        <p:spPr>
          <a:xfrm xmlns:a="http://schemas.openxmlformats.org/drawingml/2006/main">
            <a:off x="34861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REVELACIÓN</a:t>
            </a:r>
          </a:p>
        </p:txBody>
      </p:sp>
      <p:sp>
        <p:nvSpPr>
          <p:cNvPr id="19" name="">
            <a:extLst xmlns:a="http://schemas.openxmlformats.org/drawingml/2006/main">
              <a:ext uri="{FF2B5EF4-FFF2-40B4-BE49-F238E27FC236}">
                <a16:creationId xmlns:a16="http://schemas.microsoft.com/office/drawing/2014/main" id="{4758F241-948A-4A65-A458-AB185AA85F37}"/>
              </a:ext>
            </a:extLst>
          </p:cNvPr>
          <p:cNvSpPr>
            <a:spLocks xmlns:a="http://schemas.openxmlformats.org/drawingml/2006/main" noGrp="1"/>
          </p:cNvSpPr>
          <p:nvPr/>
        </p:nvSpPr>
        <p:spPr>
          <a:xfrm xmlns:a="http://schemas.openxmlformats.org/drawingml/2006/main">
            <a:off x="34861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nombre + día + escenario</a:t>
            </a:r>
          </a:p>
        </p:txBody>
      </p:sp>
      <p:sp>
        <p:nvSpPr>
          <p:cNvPr id="20" name="">
            <a:extLst xmlns:a="http://schemas.openxmlformats.org/drawingml/2006/main">
              <a:ext uri="{FF2B5EF4-FFF2-40B4-BE49-F238E27FC236}">
                <a16:creationId xmlns:a16="http://schemas.microsoft.com/office/drawing/2014/main" id="{5C20B484-1001-4C12-A43C-92F5E8F14D84}"/>
              </a:ext>
            </a:extLst>
          </p:cNvPr>
          <p:cNvSpPr>
            <a:spLocks xmlns:a="http://schemas.openxmlformats.org/drawingml/2006/main" noGrp="1"/>
          </p:cNvSpPr>
          <p:nvPr/>
        </p:nvSpPr>
        <p:spPr>
          <a:xfrm xmlns:a="http://schemas.openxmlformats.org/drawingml/2006/main">
            <a:off x="6057900" y="2857500"/>
            <a:ext cx="2457450" cy="2247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EA6EA71-7627-4070-94BC-D3B36CD6EB0E}"/>
              </a:ext>
            </a:extLst>
          </p:cNvPr>
          <p:cNvSpPr>
            <a:spLocks xmlns:a="http://schemas.openxmlformats.org/drawingml/2006/main" noGrp="1"/>
          </p:cNvSpPr>
          <p:nvPr/>
        </p:nvSpPr>
        <p:spPr>
          <a:xfrm xmlns:a="http://schemas.openxmlformats.org/drawingml/2006/main">
            <a:off x="62103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BDE28D9C-ACA2-421D-9C58-9EEA8D7CB99D}"/>
              </a:ext>
            </a:extLst>
          </p:cNvPr>
          <p:cNvSpPr>
            <a:spLocks xmlns:a="http://schemas.openxmlformats.org/drawingml/2006/main" noGrp="1"/>
          </p:cNvSpPr>
          <p:nvPr/>
        </p:nvSpPr>
        <p:spPr>
          <a:xfrm xmlns:a="http://schemas.openxmlformats.org/drawingml/2006/main">
            <a:off x="621030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INVITACIÓN</a:t>
            </a:r>
          </a:p>
        </p:txBody>
      </p:sp>
      <p:sp>
        <p:nvSpPr>
          <p:cNvPr id="23" name="">
            <a:extLst xmlns:a="http://schemas.openxmlformats.org/drawingml/2006/main">
              <a:ext uri="{FF2B5EF4-FFF2-40B4-BE49-F238E27FC236}">
                <a16:creationId xmlns:a16="http://schemas.microsoft.com/office/drawing/2014/main" id="{61A3D8F6-180C-4DDB-A797-B9E64A662271}"/>
              </a:ext>
            </a:extLst>
          </p:cNvPr>
          <p:cNvSpPr>
            <a:spLocks xmlns:a="http://schemas.openxmlformats.org/drawingml/2006/main" noGrp="1"/>
          </p:cNvSpPr>
          <p:nvPr/>
        </p:nvSpPr>
        <p:spPr>
          <a:xfrm xmlns:a="http://schemas.openxmlformats.org/drawingml/2006/main">
            <a:off x="621030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voz auténtica y derechos</a:t>
            </a:r>
          </a:p>
        </p:txBody>
      </p:sp>
      <p:sp>
        <p:nvSpPr>
          <p:cNvPr id="24" name="">
            <a:extLst xmlns:a="http://schemas.openxmlformats.org/drawingml/2006/main">
              <a:ext uri="{FF2B5EF4-FFF2-40B4-BE49-F238E27FC236}">
                <a16:creationId xmlns:a16="http://schemas.microsoft.com/office/drawing/2014/main" id="{C067202B-E729-4092-A397-9776CDBAAA8C}"/>
              </a:ext>
            </a:extLst>
          </p:cNvPr>
          <p:cNvSpPr>
            <a:spLocks xmlns:a="http://schemas.openxmlformats.org/drawingml/2006/main" noGrp="1"/>
          </p:cNvSpPr>
          <p:nvPr/>
        </p:nvSpPr>
        <p:spPr>
          <a:xfrm xmlns:a="http://schemas.openxmlformats.org/drawingml/2006/main">
            <a:off x="8782050" y="2857500"/>
            <a:ext cx="24574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150B8261-00D2-4CFF-A244-3B3F93C96E21}"/>
              </a:ext>
            </a:extLst>
          </p:cNvPr>
          <p:cNvSpPr>
            <a:spLocks xmlns:a="http://schemas.openxmlformats.org/drawingml/2006/main" noGrp="1"/>
          </p:cNvSpPr>
          <p:nvPr/>
        </p:nvSpPr>
        <p:spPr>
          <a:xfrm xmlns:a="http://schemas.openxmlformats.org/drawingml/2006/main">
            <a:off x="89344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68009DF7-D57C-4927-BBDF-631563C4F4C3}"/>
              </a:ext>
            </a:extLst>
          </p:cNvPr>
          <p:cNvSpPr>
            <a:spLocks xmlns:a="http://schemas.openxmlformats.org/drawingml/2006/main" noGrp="1"/>
          </p:cNvSpPr>
          <p:nvPr/>
        </p:nvSpPr>
        <p:spPr>
          <a:xfrm xmlns:a="http://schemas.openxmlformats.org/drawingml/2006/main">
            <a:off x="8934450" y="3638550"/>
            <a:ext cx="2152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i="0">
                <a:solidFill>
                  <a:srgbClr val="FFFFFF"/>
                </a:solidFill>
                <a:latin typeface="DIN Condensed"/>
                <a:ea typeface="DIN Condensed"/>
                <a:cs typeface="DIN Condensed"/>
              </a:defRPr>
            </a:pPr>
            <a:r>
              <a:rPr sz="1800" b="1" i="0">
                <a:solidFill>
                  <a:srgbClr val="FFFFFF"/>
                </a:solidFill>
                <a:latin typeface="DIN Condensed"/>
                <a:ea typeface="DIN Condensed"/>
                <a:cs typeface="DIN Condensed"/>
              </a:rPr>
              <a:t>ITINERARIO</a:t>
            </a:r>
          </a:p>
        </p:txBody>
      </p:sp>
      <p:sp>
        <p:nvSpPr>
          <p:cNvPr id="27" name="">
            <a:extLst xmlns:a="http://schemas.openxmlformats.org/drawingml/2006/main">
              <a:ext uri="{FF2B5EF4-FFF2-40B4-BE49-F238E27FC236}">
                <a16:creationId xmlns:a16="http://schemas.microsoft.com/office/drawing/2014/main" id="{6556EFB2-E1DD-4920-BC0A-C024C70272E2}"/>
              </a:ext>
            </a:extLst>
          </p:cNvPr>
          <p:cNvSpPr>
            <a:spLocks xmlns:a="http://schemas.openxmlformats.org/drawingml/2006/main" noGrp="1"/>
          </p:cNvSpPr>
          <p:nvPr/>
        </p:nvSpPr>
        <p:spPr>
          <a:xfrm xmlns:a="http://schemas.openxmlformats.org/drawingml/2006/main">
            <a:off x="8934450" y="41719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total + inclusión + enlace seguro</a:t>
            </a:r>
          </a:p>
        </p:txBody>
      </p:sp>
      <p:sp>
        <p:nvSpPr>
          <p:cNvPr id="28" name="">
            <a:extLst xmlns:a="http://schemas.openxmlformats.org/drawingml/2006/main">
              <a:ext uri="{FF2B5EF4-FFF2-40B4-BE49-F238E27FC236}">
                <a16:creationId xmlns:a16="http://schemas.microsoft.com/office/drawing/2014/main" id="{D6C98C9B-86AC-49C8-B329-280F9F3925A3}"/>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16419997"/>
      </p:ext>
    </p:extLst>
  </p:cSld>
</p:sld>
</file>

<file path=ppt/slides/slide27.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6610619-53AE-4779-BFB6-FB565CC3824D}"/>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312F2B-CDC8-4DD4-9504-9325EA7A7E43}"/>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CBBA14-9856-4E14-AAA3-255EFE6A201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CEF118-524A-4595-BCE1-A3DFE6D684DE}"/>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94071B6-F455-49B2-A698-2313EEE94CCC}"/>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C1295D-4041-4A8A-B240-2DA6D2D7CC7F}"/>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PIEZAS HERO</a:t>
            </a:r>
          </a:p>
        </p:txBody>
      </p:sp>
      <p:sp>
        <p:nvSpPr>
          <p:cNvPr id="7" name="">
            <a:extLst xmlns:a="http://schemas.openxmlformats.org/drawingml/2006/main">
              <a:ext uri="{FF2B5EF4-FFF2-40B4-BE49-F238E27FC236}">
                <a16:creationId xmlns:a16="http://schemas.microsoft.com/office/drawing/2014/main" id="{D202F3D0-B51E-45AB-A271-7905F3EB677B}"/>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F2862DA5-4EC0-4BD8-B4EA-9F47FE515716}"/>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27</a:t>
            </a:r>
          </a:p>
        </p:txBody>
      </p:sp>
      <p:sp>
        <p:nvSpPr>
          <p:cNvPr id="9" name="">
            <a:extLst xmlns:a="http://schemas.openxmlformats.org/drawingml/2006/main">
              <a:ext uri="{FF2B5EF4-FFF2-40B4-BE49-F238E27FC236}">
                <a16:creationId xmlns:a16="http://schemas.microsoft.com/office/drawing/2014/main" id="{B83B8C66-8EC3-4C72-8EA8-3661B460EF5E}"/>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PELÍCULA HERO 5</a:t>
            </a:r>
          </a:p>
        </p:txBody>
      </p:sp>
      <p:sp>
        <p:nvSpPr>
          <p:cNvPr id="10" name="">
            <a:extLst xmlns:a="http://schemas.openxmlformats.org/drawingml/2006/main">
              <a:ext uri="{FF2B5EF4-FFF2-40B4-BE49-F238E27FC236}">
                <a16:creationId xmlns:a16="http://schemas.microsoft.com/office/drawing/2014/main" id="{47234239-19D9-4B33-94EC-E712BFE723E9}"/>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CINCO CAPÍTULOS</a:t>
            </a:r>
          </a:p>
        </p:txBody>
      </p:sp>
      <p:sp>
        <p:nvSpPr>
          <p:cNvPr id="11" name="">
            <a:extLst xmlns:a="http://schemas.openxmlformats.org/drawingml/2006/main">
              <a:ext uri="{FF2B5EF4-FFF2-40B4-BE49-F238E27FC236}">
                <a16:creationId xmlns:a16="http://schemas.microsoft.com/office/drawing/2014/main" id="{51413266-064A-4D05-8A38-9310D8758258}"/>
              </a:ext>
            </a:extLst>
          </p:cNvPr>
          <p:cNvSpPr>
            <a:spLocks xmlns:a="http://schemas.openxmlformats.org/drawingml/2006/main" noGrp="1"/>
          </p:cNvSpPr>
          <p:nvPr/>
        </p:nvSpPr>
        <p:spPr>
          <a:xfrm xmlns:a="http://schemas.openxmlformats.org/drawingml/2006/main">
            <a:off x="609600" y="18288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Convierte una visita nocturna en deseo de vivir cinco jornadas diferentes.</a:t>
            </a:r>
          </a:p>
        </p:txBody>
      </p:sp>
      <p:sp>
        <p:nvSpPr>
          <p:cNvPr id="12" name="">
            <a:extLst xmlns:a="http://schemas.openxmlformats.org/drawingml/2006/main">
              <a:ext uri="{FF2B5EF4-FFF2-40B4-BE49-F238E27FC236}">
                <a16:creationId xmlns:a16="http://schemas.microsoft.com/office/drawing/2014/main" id="{14FF6785-57F0-4E7B-B7F6-B06AF2E62DA1}"/>
              </a:ext>
            </a:extLst>
          </p:cNvPr>
          <p:cNvSpPr>
            <a:spLocks xmlns:a="http://schemas.openxmlformats.org/drawingml/2006/main" noGrp="1"/>
          </p:cNvSpPr>
          <p:nvPr/>
        </p:nvSpPr>
        <p:spPr>
          <a:xfrm xmlns:a="http://schemas.openxmlformats.org/drawingml/2006/main">
            <a:off x="609600" y="2857500"/>
            <a:ext cx="1962150" cy="2247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629CF5F-F6A8-41BA-8332-6993D4BCA581}"/>
              </a:ext>
            </a:extLst>
          </p:cNvPr>
          <p:cNvSpPr>
            <a:spLocks xmlns:a="http://schemas.openxmlformats.org/drawingml/2006/main" noGrp="1"/>
          </p:cNvSpPr>
          <p:nvPr/>
        </p:nvSpPr>
        <p:spPr>
          <a:xfrm xmlns:a="http://schemas.openxmlformats.org/drawingml/2006/main">
            <a:off x="762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01</a:t>
            </a:r>
          </a:p>
        </p:txBody>
      </p:sp>
      <p:sp>
        <p:nvSpPr>
          <p:cNvPr id="14" name="">
            <a:extLst xmlns:a="http://schemas.openxmlformats.org/drawingml/2006/main">
              <a:ext uri="{FF2B5EF4-FFF2-40B4-BE49-F238E27FC236}">
                <a16:creationId xmlns:a16="http://schemas.microsoft.com/office/drawing/2014/main" id="{851EA335-4F03-4EA6-BC34-B48D11A6400D}"/>
              </a:ext>
            </a:extLst>
          </p:cNvPr>
          <p:cNvSpPr>
            <a:spLocks xmlns:a="http://schemas.openxmlformats.org/drawingml/2006/main" noGrp="1"/>
          </p:cNvSpPr>
          <p:nvPr/>
        </p:nvSpPr>
        <p:spPr>
          <a:xfrm xmlns:a="http://schemas.openxmlformats.org/drawingml/2006/main">
            <a:off x="76200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VOLVER</a:t>
            </a:r>
          </a:p>
        </p:txBody>
      </p:sp>
      <p:sp>
        <p:nvSpPr>
          <p:cNvPr id="15" name="">
            <a:extLst xmlns:a="http://schemas.openxmlformats.org/drawingml/2006/main">
              <a:ext uri="{FF2B5EF4-FFF2-40B4-BE49-F238E27FC236}">
                <a16:creationId xmlns:a16="http://schemas.microsoft.com/office/drawing/2014/main" id="{5D782441-36A2-44C5-9C95-EC34A9D7172D}"/>
              </a:ext>
            </a:extLst>
          </p:cNvPr>
          <p:cNvSpPr>
            <a:spLocks xmlns:a="http://schemas.openxmlformats.org/drawingml/2006/main" noGrp="1"/>
          </p:cNvSpPr>
          <p:nvPr/>
        </p:nvSpPr>
        <p:spPr>
          <a:xfrm xmlns:a="http://schemas.openxmlformats.org/drawingml/2006/main">
            <a:off x="76200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apertura y retorno</a:t>
            </a:r>
          </a:p>
        </p:txBody>
      </p:sp>
      <p:sp>
        <p:nvSpPr>
          <p:cNvPr id="16" name="">
            <a:extLst xmlns:a="http://schemas.openxmlformats.org/drawingml/2006/main">
              <a:ext uri="{FF2B5EF4-FFF2-40B4-BE49-F238E27FC236}">
                <a16:creationId xmlns:a16="http://schemas.microsoft.com/office/drawing/2014/main" id="{A20897C8-2FC2-48C3-9AAB-DFB92F1A81BA}"/>
              </a:ext>
            </a:extLst>
          </p:cNvPr>
          <p:cNvSpPr>
            <a:spLocks xmlns:a="http://schemas.openxmlformats.org/drawingml/2006/main" noGrp="1"/>
          </p:cNvSpPr>
          <p:nvPr/>
        </p:nvSpPr>
        <p:spPr>
          <a:xfrm xmlns:a="http://schemas.openxmlformats.org/drawingml/2006/main">
            <a:off x="2800350" y="2857500"/>
            <a:ext cx="1962150" cy="2247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498AD39-0844-4C7D-9AF0-BAE9BE3E1513}"/>
              </a:ext>
            </a:extLst>
          </p:cNvPr>
          <p:cNvSpPr>
            <a:spLocks xmlns:a="http://schemas.openxmlformats.org/drawingml/2006/main" noGrp="1"/>
          </p:cNvSpPr>
          <p:nvPr/>
        </p:nvSpPr>
        <p:spPr>
          <a:xfrm xmlns:a="http://schemas.openxmlformats.org/drawingml/2006/main">
            <a:off x="29527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02</a:t>
            </a:r>
          </a:p>
        </p:txBody>
      </p:sp>
      <p:sp>
        <p:nvSpPr>
          <p:cNvPr id="18" name="">
            <a:extLst xmlns:a="http://schemas.openxmlformats.org/drawingml/2006/main">
              <a:ext uri="{FF2B5EF4-FFF2-40B4-BE49-F238E27FC236}">
                <a16:creationId xmlns:a16="http://schemas.microsoft.com/office/drawing/2014/main" id="{2B6CE59A-E69D-4408-8D3B-76D88F693E35}"/>
              </a:ext>
            </a:extLst>
          </p:cNvPr>
          <p:cNvSpPr>
            <a:spLocks xmlns:a="http://schemas.openxmlformats.org/drawingml/2006/main" noGrp="1"/>
          </p:cNvSpPr>
          <p:nvPr/>
        </p:nvSpPr>
        <p:spPr>
          <a:xfrm xmlns:a="http://schemas.openxmlformats.org/drawingml/2006/main">
            <a:off x="295275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DESCUBRIR</a:t>
            </a:r>
          </a:p>
        </p:txBody>
      </p:sp>
      <p:sp>
        <p:nvSpPr>
          <p:cNvPr id="19" name="">
            <a:extLst xmlns:a="http://schemas.openxmlformats.org/drawingml/2006/main">
              <a:ext uri="{FF2B5EF4-FFF2-40B4-BE49-F238E27FC236}">
                <a16:creationId xmlns:a16="http://schemas.microsoft.com/office/drawing/2014/main" id="{0B0A2B4D-98E6-4B54-8AFC-C562D93A1895}"/>
              </a:ext>
            </a:extLst>
          </p:cNvPr>
          <p:cNvSpPr>
            <a:spLocks xmlns:a="http://schemas.openxmlformats.org/drawingml/2006/main" noGrp="1"/>
          </p:cNvSpPr>
          <p:nvPr/>
        </p:nvSpPr>
        <p:spPr>
          <a:xfrm xmlns:a="http://schemas.openxmlformats.org/drawingml/2006/main">
            <a:off x="295275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feria y rutas</a:t>
            </a:r>
          </a:p>
        </p:txBody>
      </p:sp>
      <p:sp>
        <p:nvSpPr>
          <p:cNvPr id="20" name="">
            <a:extLst xmlns:a="http://schemas.openxmlformats.org/drawingml/2006/main">
              <a:ext uri="{FF2B5EF4-FFF2-40B4-BE49-F238E27FC236}">
                <a16:creationId xmlns:a16="http://schemas.microsoft.com/office/drawing/2014/main" id="{4A013F45-E1ED-48B1-B682-47E01690D576}"/>
              </a:ext>
            </a:extLst>
          </p:cNvPr>
          <p:cNvSpPr>
            <a:spLocks xmlns:a="http://schemas.openxmlformats.org/drawingml/2006/main" noGrp="1"/>
          </p:cNvSpPr>
          <p:nvPr/>
        </p:nvSpPr>
        <p:spPr>
          <a:xfrm xmlns:a="http://schemas.openxmlformats.org/drawingml/2006/main">
            <a:off x="4991100" y="2857500"/>
            <a:ext cx="1962150" cy="2247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E343375-A7B0-4357-92E9-DFC88CCB814C}"/>
              </a:ext>
            </a:extLst>
          </p:cNvPr>
          <p:cNvSpPr>
            <a:spLocks xmlns:a="http://schemas.openxmlformats.org/drawingml/2006/main" noGrp="1"/>
          </p:cNvSpPr>
          <p:nvPr/>
        </p:nvSpPr>
        <p:spPr>
          <a:xfrm xmlns:a="http://schemas.openxmlformats.org/drawingml/2006/main">
            <a:off x="51435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03</a:t>
            </a:r>
          </a:p>
        </p:txBody>
      </p:sp>
      <p:sp>
        <p:nvSpPr>
          <p:cNvPr id="22" name="">
            <a:extLst xmlns:a="http://schemas.openxmlformats.org/drawingml/2006/main">
              <a:ext uri="{FF2B5EF4-FFF2-40B4-BE49-F238E27FC236}">
                <a16:creationId xmlns:a16="http://schemas.microsoft.com/office/drawing/2014/main" id="{D5B57A4B-77B4-441A-881A-6302490618BD}"/>
              </a:ext>
            </a:extLst>
          </p:cNvPr>
          <p:cNvSpPr>
            <a:spLocks xmlns:a="http://schemas.openxmlformats.org/drawingml/2006/main" noGrp="1"/>
          </p:cNvSpPr>
          <p:nvPr/>
        </p:nvSpPr>
        <p:spPr>
          <a:xfrm xmlns:a="http://schemas.openxmlformats.org/drawingml/2006/main">
            <a:off x="514350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CANTAR</a:t>
            </a:r>
          </a:p>
        </p:txBody>
      </p:sp>
      <p:sp>
        <p:nvSpPr>
          <p:cNvPr id="23" name="">
            <a:extLst xmlns:a="http://schemas.openxmlformats.org/drawingml/2006/main">
              <a:ext uri="{FF2B5EF4-FFF2-40B4-BE49-F238E27FC236}">
                <a16:creationId xmlns:a16="http://schemas.microsoft.com/office/drawing/2014/main" id="{E520FD00-67B6-4212-8AC1-9AE173F0E5BE}"/>
              </a:ext>
            </a:extLst>
          </p:cNvPr>
          <p:cNvSpPr>
            <a:spLocks xmlns:a="http://schemas.openxmlformats.org/drawingml/2006/main" noGrp="1"/>
          </p:cNvSpPr>
          <p:nvPr/>
        </p:nvSpPr>
        <p:spPr>
          <a:xfrm xmlns:a="http://schemas.openxmlformats.org/drawingml/2006/main">
            <a:off x="514350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momento musical</a:t>
            </a:r>
          </a:p>
        </p:txBody>
      </p:sp>
      <p:sp>
        <p:nvSpPr>
          <p:cNvPr id="24" name="">
            <a:extLst xmlns:a="http://schemas.openxmlformats.org/drawingml/2006/main">
              <a:ext uri="{FF2B5EF4-FFF2-40B4-BE49-F238E27FC236}">
                <a16:creationId xmlns:a16="http://schemas.microsoft.com/office/drawing/2014/main" id="{1157C4CA-2F5F-4FF7-AA0C-DFC054E003C7}"/>
              </a:ext>
            </a:extLst>
          </p:cNvPr>
          <p:cNvSpPr>
            <a:spLocks xmlns:a="http://schemas.openxmlformats.org/drawingml/2006/main" noGrp="1"/>
          </p:cNvSpPr>
          <p:nvPr/>
        </p:nvSpPr>
        <p:spPr>
          <a:xfrm xmlns:a="http://schemas.openxmlformats.org/drawingml/2006/main">
            <a:off x="7181850" y="2857500"/>
            <a:ext cx="1962150" cy="2247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8698910-C87F-4F37-B33B-A91B89F2F814}"/>
              </a:ext>
            </a:extLst>
          </p:cNvPr>
          <p:cNvSpPr>
            <a:spLocks xmlns:a="http://schemas.openxmlformats.org/drawingml/2006/main" noGrp="1"/>
          </p:cNvSpPr>
          <p:nvPr/>
        </p:nvSpPr>
        <p:spPr>
          <a:xfrm xmlns:a="http://schemas.openxmlformats.org/drawingml/2006/main">
            <a:off x="733425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04</a:t>
            </a:r>
          </a:p>
        </p:txBody>
      </p:sp>
      <p:sp>
        <p:nvSpPr>
          <p:cNvPr id="26" name="">
            <a:extLst xmlns:a="http://schemas.openxmlformats.org/drawingml/2006/main">
              <a:ext uri="{FF2B5EF4-FFF2-40B4-BE49-F238E27FC236}">
                <a16:creationId xmlns:a16="http://schemas.microsoft.com/office/drawing/2014/main" id="{C29E6D78-F56B-49B6-91E2-0F65C02912BD}"/>
              </a:ext>
            </a:extLst>
          </p:cNvPr>
          <p:cNvSpPr>
            <a:spLocks xmlns:a="http://schemas.openxmlformats.org/drawingml/2006/main" noGrp="1"/>
          </p:cNvSpPr>
          <p:nvPr/>
        </p:nvSpPr>
        <p:spPr>
          <a:xfrm xmlns:a="http://schemas.openxmlformats.org/drawingml/2006/main">
            <a:off x="733425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COMPARTIR</a:t>
            </a:r>
          </a:p>
        </p:txBody>
      </p:sp>
      <p:sp>
        <p:nvSpPr>
          <p:cNvPr id="27" name="">
            <a:extLst xmlns:a="http://schemas.openxmlformats.org/drawingml/2006/main">
              <a:ext uri="{FF2B5EF4-FFF2-40B4-BE49-F238E27FC236}">
                <a16:creationId xmlns:a16="http://schemas.microsoft.com/office/drawing/2014/main" id="{26BEF5D0-EDF4-4220-9CA3-1968C4F57A32}"/>
              </a:ext>
            </a:extLst>
          </p:cNvPr>
          <p:cNvSpPr>
            <a:spLocks xmlns:a="http://schemas.openxmlformats.org/drawingml/2006/main" noGrp="1"/>
          </p:cNvSpPr>
          <p:nvPr/>
        </p:nvSpPr>
        <p:spPr>
          <a:xfrm xmlns:a="http://schemas.openxmlformats.org/drawingml/2006/main">
            <a:off x="733425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familia y comunidad</a:t>
            </a:r>
          </a:p>
        </p:txBody>
      </p:sp>
      <p:sp>
        <p:nvSpPr>
          <p:cNvPr id="28" name="">
            <a:extLst xmlns:a="http://schemas.openxmlformats.org/drawingml/2006/main">
              <a:ext uri="{FF2B5EF4-FFF2-40B4-BE49-F238E27FC236}">
                <a16:creationId xmlns:a16="http://schemas.microsoft.com/office/drawing/2014/main" id="{9A5E11CB-0C53-4C47-8C9D-D9FD7D280061}"/>
              </a:ext>
            </a:extLst>
          </p:cNvPr>
          <p:cNvSpPr>
            <a:spLocks xmlns:a="http://schemas.openxmlformats.org/drawingml/2006/main" noGrp="1"/>
          </p:cNvSpPr>
          <p:nvPr/>
        </p:nvSpPr>
        <p:spPr>
          <a:xfrm xmlns:a="http://schemas.openxmlformats.org/drawingml/2006/main">
            <a:off x="9372600" y="2857500"/>
            <a:ext cx="1962150" cy="22479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0E744DA-E445-4FDB-944C-1E2D5582064E}"/>
              </a:ext>
            </a:extLst>
          </p:cNvPr>
          <p:cNvSpPr>
            <a:spLocks xmlns:a="http://schemas.openxmlformats.org/drawingml/2006/main" noGrp="1"/>
          </p:cNvSpPr>
          <p:nvPr/>
        </p:nvSpPr>
        <p:spPr>
          <a:xfrm xmlns:a="http://schemas.openxmlformats.org/drawingml/2006/main">
            <a:off x="9525000" y="3009900"/>
            <a:ext cx="552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773"/>
          </a:bodyPr>
          <a:lstStyle xmlns:a="http://schemas.openxmlformats.org/drawingml/2006/main"/>
          <a:p xmlns:a="http://schemas.openxmlformats.org/drawingml/2006/main">
            <a:pPr algn="l">
              <a:lnSpc>
                <a:spcPct val="105000"/>
              </a:lnSpc>
              <a:buNone/>
              <a:defRPr sz="2625" b="1" i="0">
                <a:solidFill>
                  <a:srgbClr val="FFFFFF">
                    <a:alpha val="72000"/>
                  </a:srgbClr>
                </a:solidFill>
                <a:latin typeface="DIN Condensed"/>
                <a:ea typeface="DIN Condensed"/>
                <a:cs typeface="DIN Condensed"/>
              </a:defRPr>
            </a:pPr>
            <a:r>
              <a:rPr sz="2625" b="1" i="0">
                <a:solidFill>
                  <a:srgbClr val="FFFFFF">
                    <a:alpha val="72000"/>
                  </a:srgbClr>
                </a:solidFill>
                <a:latin typeface="DIN Condensed"/>
                <a:ea typeface="DIN Condensed"/>
                <a:cs typeface="DIN Condensed"/>
              </a:rPr>
              <a:t>05</a:t>
            </a:r>
          </a:p>
        </p:txBody>
      </p:sp>
      <p:sp>
        <p:nvSpPr>
          <p:cNvPr id="30" name="">
            <a:extLst xmlns:a="http://schemas.openxmlformats.org/drawingml/2006/main">
              <a:ext uri="{FF2B5EF4-FFF2-40B4-BE49-F238E27FC236}">
                <a16:creationId xmlns:a16="http://schemas.microsoft.com/office/drawing/2014/main" id="{8D56550A-7460-4DBB-ADBE-215DBA6901DF}"/>
              </a:ext>
            </a:extLst>
          </p:cNvPr>
          <p:cNvSpPr>
            <a:spLocks xmlns:a="http://schemas.openxmlformats.org/drawingml/2006/main" noGrp="1"/>
          </p:cNvSpPr>
          <p:nvPr/>
        </p:nvSpPr>
        <p:spPr>
          <a:xfrm xmlns:a="http://schemas.openxmlformats.org/drawingml/2006/main">
            <a:off x="9525000" y="3638550"/>
            <a:ext cx="1657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FFFFFF"/>
                </a:solidFill>
                <a:latin typeface="DIN Condensed"/>
                <a:ea typeface="DIN Condensed"/>
                <a:cs typeface="DIN Condensed"/>
              </a:defRPr>
            </a:pPr>
            <a:r>
              <a:rPr sz="1575" b="1" i="0">
                <a:solidFill>
                  <a:srgbClr val="FFFFFF"/>
                </a:solidFill>
                <a:latin typeface="DIN Condensed"/>
                <a:ea typeface="DIN Condensed"/>
                <a:cs typeface="DIN Condensed"/>
              </a:rPr>
              <a:t>RECORDAR</a:t>
            </a:r>
          </a:p>
        </p:txBody>
      </p:sp>
      <p:sp>
        <p:nvSpPr>
          <p:cNvPr id="31" name="">
            <a:extLst xmlns:a="http://schemas.openxmlformats.org/drawingml/2006/main">
              <a:ext uri="{FF2B5EF4-FFF2-40B4-BE49-F238E27FC236}">
                <a16:creationId xmlns:a16="http://schemas.microsoft.com/office/drawing/2014/main" id="{DC5245C2-9E60-46AB-8C29-916E22A3EC24}"/>
              </a:ext>
            </a:extLst>
          </p:cNvPr>
          <p:cNvSpPr>
            <a:spLocks xmlns:a="http://schemas.openxmlformats.org/drawingml/2006/main" noGrp="1"/>
          </p:cNvSpPr>
          <p:nvPr/>
        </p:nvSpPr>
        <p:spPr>
          <a:xfrm xmlns:a="http://schemas.openxmlformats.org/drawingml/2006/main">
            <a:off x="9525000" y="4171950"/>
            <a:ext cx="1657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colada y cierre</a:t>
            </a:r>
          </a:p>
        </p:txBody>
      </p:sp>
      <p:sp>
        <p:nvSpPr>
          <p:cNvPr id="32" name="">
            <a:extLst xmlns:a="http://schemas.openxmlformats.org/drawingml/2006/main">
              <a:ext uri="{FF2B5EF4-FFF2-40B4-BE49-F238E27FC236}">
                <a16:creationId xmlns:a16="http://schemas.microsoft.com/office/drawing/2014/main" id="{E8522E5F-E048-486D-A717-A387DE6272E1}"/>
              </a:ext>
            </a:extLst>
          </p:cNvPr>
          <p:cNvSpPr>
            <a:spLocks xmlns:a="http://schemas.openxmlformats.org/drawingml/2006/main" noGrp="1"/>
          </p:cNvSpPr>
          <p:nvPr/>
        </p:nvSpPr>
        <p:spPr>
          <a:xfrm xmlns:a="http://schemas.openxmlformats.org/drawingml/2006/main">
            <a:off x="609600" y="5524500"/>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7EA"/>
                </a:solidFill>
                <a:latin typeface="Avenir Next"/>
                <a:ea typeface="Avenir Next"/>
                <a:cs typeface="Avenir Next"/>
              </a:defRPr>
            </a:pPr>
            <a:r>
              <a:rPr sz="1050" b="1" i="0">
                <a:solidFill>
                  <a:srgbClr val="FFF7EA"/>
                </a:solidFill>
                <a:latin typeface="Avenir Next"/>
                <a:ea typeface="Avenir Next"/>
                <a:cs typeface="Avenir Next"/>
              </a:rPr>
              <a:t>SALIDA: MASTER + 30 s + 15 s + 6 s + 4:5 + 9:16 + SUBTÍTULOS</a:t>
            </a:r>
          </a:p>
        </p:txBody>
      </p:sp>
    </p:spTree>
    <p:extLst>
      <p:ext uri="{BB962C8B-B14F-4D97-AF65-F5344CB8AC3E}">
        <p14:creationId xmlns:p14="http://schemas.microsoft.com/office/powerpoint/2010/main" val="365555013"/>
      </p:ext>
    </p:extLst>
  </p:cSld>
</p:sld>
</file>

<file path=ppt/slides/slide28.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6D51098B-CCFD-46C1-B469-7000020990DA}"/>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AF60B3F-5A34-4F47-BD2E-A1D9AEA19E14}"/>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C0B022-C363-4B9E-9617-AB89710A32A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FBB1E7-B386-4F2E-BE15-98DC5D7F2E5E}"/>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5DCDD4-88F5-435E-B961-2775F1480379}"/>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58EF7DD-4668-4123-B82B-AFAD777A46D8}"/>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SISTEMA EDITORIAL</a:t>
            </a:r>
          </a:p>
        </p:txBody>
      </p:sp>
      <p:sp>
        <p:nvSpPr>
          <p:cNvPr id="7" name="">
            <a:extLst xmlns:a="http://schemas.openxmlformats.org/drawingml/2006/main">
              <a:ext uri="{FF2B5EF4-FFF2-40B4-BE49-F238E27FC236}">
                <a16:creationId xmlns:a16="http://schemas.microsoft.com/office/drawing/2014/main" id="{5A4012A7-2875-4B38-81C9-8919A306DD97}"/>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E163636E-C704-452C-ADA0-C2544F24307E}"/>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28</a:t>
            </a:r>
          </a:p>
        </p:txBody>
      </p:sp>
      <p:sp>
        <p:nvSpPr>
          <p:cNvPr id="9" name="">
            <a:extLst xmlns:a="http://schemas.openxmlformats.org/drawingml/2006/main">
              <a:ext uri="{FF2B5EF4-FFF2-40B4-BE49-F238E27FC236}">
                <a16:creationId xmlns:a16="http://schemas.microsoft.com/office/drawing/2014/main" id="{4D5C416F-5E24-41EF-8D51-D618F2CFB3A6}"/>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CONTENIDO CONECTADO</a:t>
            </a:r>
          </a:p>
        </p:txBody>
      </p:sp>
      <p:sp>
        <p:nvSpPr>
          <p:cNvPr id="10" name="">
            <a:extLst xmlns:a="http://schemas.openxmlformats.org/drawingml/2006/main">
              <a:ext uri="{FF2B5EF4-FFF2-40B4-BE49-F238E27FC236}">
                <a16:creationId xmlns:a16="http://schemas.microsoft.com/office/drawing/2014/main" id="{10BD9E96-384A-46A6-AF57-EEF3E9F8BF33}"/>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25112C"/>
                </a:solidFill>
                <a:latin typeface="DIN Condensed"/>
                <a:ea typeface="DIN Condensed"/>
                <a:cs typeface="DIN Condensed"/>
              </a:defRPr>
            </a:pPr>
            <a:r>
              <a:rPr sz="4050" b="1" i="0">
                <a:solidFill>
                  <a:srgbClr val="25112C"/>
                </a:solidFill>
                <a:latin typeface="DIN Condensed"/>
                <a:ea typeface="DIN Condensed"/>
                <a:cs typeface="DIN Condensed"/>
              </a:rPr>
              <a:t>Seis pilares públicos. Diecisiete paquetes detrás.</a:t>
            </a:r>
          </a:p>
        </p:txBody>
      </p:sp>
      <p:sp>
        <p:nvSpPr>
          <p:cNvPr id="11" name="">
            <a:extLst xmlns:a="http://schemas.openxmlformats.org/drawingml/2006/main">
              <a:ext uri="{FF2B5EF4-FFF2-40B4-BE49-F238E27FC236}">
                <a16:creationId xmlns:a16="http://schemas.microsoft.com/office/drawing/2014/main" id="{7D2AB338-E095-4B33-AC79-9144DC1D677B}"/>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Los paquetes agrupan tareas históricas en entregables con dueño, fuente, aprobación y cierre medible.</a:t>
            </a:r>
          </a:p>
        </p:txBody>
      </p:sp>
      <p:sp>
        <p:nvSpPr>
          <p:cNvPr id="12" name="">
            <a:extLst xmlns:a="http://schemas.openxmlformats.org/drawingml/2006/main">
              <a:ext uri="{FF2B5EF4-FFF2-40B4-BE49-F238E27FC236}">
                <a16:creationId xmlns:a16="http://schemas.microsoft.com/office/drawing/2014/main" id="{16868D90-46ED-4AAB-A1E2-03BBC3CCB246}"/>
              </a:ext>
            </a:extLst>
          </p:cNvPr>
          <p:cNvSpPr>
            <a:spLocks xmlns:a="http://schemas.openxmlformats.org/drawingml/2006/main" noGrp="1"/>
          </p:cNvSpPr>
          <p:nvPr/>
        </p:nvSpPr>
        <p:spPr>
          <a:xfrm xmlns:a="http://schemas.openxmlformats.org/drawingml/2006/main">
            <a:off x="609600" y="2781300"/>
            <a:ext cx="1600200" cy="28384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D1F3477-3F22-4FB6-BE77-FBA9303B2B9D}"/>
              </a:ext>
            </a:extLst>
          </p:cNvPr>
          <p:cNvSpPr>
            <a:spLocks xmlns:a="http://schemas.openxmlformats.org/drawingml/2006/main" noGrp="1"/>
          </p:cNvSpPr>
          <p:nvPr/>
        </p:nvSpPr>
        <p:spPr>
          <a:xfrm xmlns:a="http://schemas.openxmlformats.org/drawingml/2006/main">
            <a:off x="7429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MEMORIA</a:t>
            </a:r>
          </a:p>
        </p:txBody>
      </p:sp>
      <p:sp>
        <p:nvSpPr>
          <p:cNvPr id="14" name="">
            <a:extLst xmlns:a="http://schemas.openxmlformats.org/drawingml/2006/main">
              <a:ext uri="{FF2B5EF4-FFF2-40B4-BE49-F238E27FC236}">
                <a16:creationId xmlns:a16="http://schemas.microsoft.com/office/drawing/2014/main" id="{E5385E81-C2B6-422A-B641-E30A2D1C838E}"/>
              </a:ext>
            </a:extLst>
          </p:cNvPr>
          <p:cNvSpPr>
            <a:spLocks xmlns:a="http://schemas.openxmlformats.org/drawingml/2006/main" noGrp="1"/>
          </p:cNvSpPr>
          <p:nvPr/>
        </p:nvSpPr>
        <p:spPr>
          <a:xfrm xmlns:a="http://schemas.openxmlformats.org/drawingml/2006/main">
            <a:off x="7429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15" name="">
            <a:extLst xmlns:a="http://schemas.openxmlformats.org/drawingml/2006/main">
              <a:ext uri="{FF2B5EF4-FFF2-40B4-BE49-F238E27FC236}">
                <a16:creationId xmlns:a16="http://schemas.microsoft.com/office/drawing/2014/main" id="{A5E11925-0B3F-47A9-AD6F-BA84A33D11A8}"/>
              </a:ext>
            </a:extLst>
          </p:cNvPr>
          <p:cNvSpPr>
            <a:spLocks xmlns:a="http://schemas.openxmlformats.org/drawingml/2006/main" noGrp="1"/>
          </p:cNvSpPr>
          <p:nvPr/>
        </p:nvSpPr>
        <p:spPr>
          <a:xfrm xmlns:a="http://schemas.openxmlformats.org/drawingml/2006/main">
            <a:off x="7429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regreso · identidad</a:t>
            </a:r>
          </a:p>
        </p:txBody>
      </p:sp>
      <p:sp>
        <p:nvSpPr>
          <p:cNvPr id="16" name="">
            <a:extLst xmlns:a="http://schemas.openxmlformats.org/drawingml/2006/main">
              <a:ext uri="{FF2B5EF4-FFF2-40B4-BE49-F238E27FC236}">
                <a16:creationId xmlns:a16="http://schemas.microsoft.com/office/drawing/2014/main" id="{89DC0A64-A02C-44A4-8CF8-D9BD07458B7D}"/>
              </a:ext>
            </a:extLst>
          </p:cNvPr>
          <p:cNvSpPr>
            <a:spLocks xmlns:a="http://schemas.openxmlformats.org/drawingml/2006/main" noGrp="1"/>
          </p:cNvSpPr>
          <p:nvPr/>
        </p:nvSpPr>
        <p:spPr>
          <a:xfrm xmlns:a="http://schemas.openxmlformats.org/drawingml/2006/main">
            <a:off x="7429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17" name="">
            <a:extLst xmlns:a="http://schemas.openxmlformats.org/drawingml/2006/main">
              <a:ext uri="{FF2B5EF4-FFF2-40B4-BE49-F238E27FC236}">
                <a16:creationId xmlns:a16="http://schemas.microsoft.com/office/drawing/2014/main" id="{DFB55896-CDFE-4FEB-B4D6-E675B5BFF292}"/>
              </a:ext>
            </a:extLst>
          </p:cNvPr>
          <p:cNvSpPr>
            <a:spLocks xmlns:a="http://schemas.openxmlformats.org/drawingml/2006/main" noGrp="1"/>
          </p:cNvSpPr>
          <p:nvPr/>
        </p:nvSpPr>
        <p:spPr>
          <a:xfrm xmlns:a="http://schemas.openxmlformats.org/drawingml/2006/main">
            <a:off x="7429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marca + archivo + cultura</a:t>
            </a:r>
          </a:p>
        </p:txBody>
      </p:sp>
      <p:sp>
        <p:nvSpPr>
          <p:cNvPr id="18" name="">
            <a:extLst xmlns:a="http://schemas.openxmlformats.org/drawingml/2006/main">
              <a:ext uri="{FF2B5EF4-FFF2-40B4-BE49-F238E27FC236}">
                <a16:creationId xmlns:a16="http://schemas.microsoft.com/office/drawing/2014/main" id="{E8E3E6AA-9366-43A0-BB8B-0CE233A4AA1E}"/>
              </a:ext>
            </a:extLst>
          </p:cNvPr>
          <p:cNvSpPr>
            <a:spLocks xmlns:a="http://schemas.openxmlformats.org/drawingml/2006/main" noGrp="1"/>
          </p:cNvSpPr>
          <p:nvPr/>
        </p:nvSpPr>
        <p:spPr>
          <a:xfrm xmlns:a="http://schemas.openxmlformats.org/drawingml/2006/main">
            <a:off x="2438400" y="2781300"/>
            <a:ext cx="1600200" cy="28384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32B8013-264D-4A9A-AA08-D756BF9603F8}"/>
              </a:ext>
            </a:extLst>
          </p:cNvPr>
          <p:cNvSpPr>
            <a:spLocks xmlns:a="http://schemas.openxmlformats.org/drawingml/2006/main" noGrp="1"/>
          </p:cNvSpPr>
          <p:nvPr/>
        </p:nvSpPr>
        <p:spPr>
          <a:xfrm xmlns:a="http://schemas.openxmlformats.org/drawingml/2006/main">
            <a:off x="25717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FERIA</a:t>
            </a:r>
          </a:p>
        </p:txBody>
      </p:sp>
      <p:sp>
        <p:nvSpPr>
          <p:cNvPr id="20" name="">
            <a:extLst xmlns:a="http://schemas.openxmlformats.org/drawingml/2006/main">
              <a:ext uri="{FF2B5EF4-FFF2-40B4-BE49-F238E27FC236}">
                <a16:creationId xmlns:a16="http://schemas.microsoft.com/office/drawing/2014/main" id="{74B95F1B-DA98-4A4C-8A5D-79656643416C}"/>
              </a:ext>
            </a:extLst>
          </p:cNvPr>
          <p:cNvSpPr>
            <a:spLocks xmlns:a="http://schemas.openxmlformats.org/drawingml/2006/main" noGrp="1"/>
          </p:cNvSpPr>
          <p:nvPr/>
        </p:nvSpPr>
        <p:spPr>
          <a:xfrm xmlns:a="http://schemas.openxmlformats.org/drawingml/2006/main">
            <a:off x="25717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21" name="">
            <a:extLst xmlns:a="http://schemas.openxmlformats.org/drawingml/2006/main">
              <a:ext uri="{FF2B5EF4-FFF2-40B4-BE49-F238E27FC236}">
                <a16:creationId xmlns:a16="http://schemas.microsoft.com/office/drawing/2014/main" id="{F00BFFCD-E758-45CD-A128-504D6493E417}"/>
              </a:ext>
            </a:extLst>
          </p:cNvPr>
          <p:cNvSpPr>
            <a:spLocks xmlns:a="http://schemas.openxmlformats.org/drawingml/2006/main" noGrp="1"/>
          </p:cNvSpPr>
          <p:nvPr/>
        </p:nvSpPr>
        <p:spPr>
          <a:xfrm xmlns:a="http://schemas.openxmlformats.org/drawingml/2006/main">
            <a:off x="25717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expositores · rutas</a:t>
            </a:r>
          </a:p>
        </p:txBody>
      </p:sp>
      <p:sp>
        <p:nvSpPr>
          <p:cNvPr id="22" name="">
            <a:extLst xmlns:a="http://schemas.openxmlformats.org/drawingml/2006/main">
              <a:ext uri="{FF2B5EF4-FFF2-40B4-BE49-F238E27FC236}">
                <a16:creationId xmlns:a16="http://schemas.microsoft.com/office/drawing/2014/main" id="{4DEF6C78-87D2-47DE-ACA1-2394631576B5}"/>
              </a:ext>
            </a:extLst>
          </p:cNvPr>
          <p:cNvSpPr>
            <a:spLocks xmlns:a="http://schemas.openxmlformats.org/drawingml/2006/main" noGrp="1"/>
          </p:cNvSpPr>
          <p:nvPr/>
        </p:nvSpPr>
        <p:spPr>
          <a:xfrm xmlns:a="http://schemas.openxmlformats.org/drawingml/2006/main">
            <a:off x="25717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23" name="">
            <a:extLst xmlns:a="http://schemas.openxmlformats.org/drawingml/2006/main">
              <a:ext uri="{FF2B5EF4-FFF2-40B4-BE49-F238E27FC236}">
                <a16:creationId xmlns:a16="http://schemas.microsoft.com/office/drawing/2014/main" id="{266CA98B-2F47-4281-9976-7D9AB767B29C}"/>
              </a:ext>
            </a:extLst>
          </p:cNvPr>
          <p:cNvSpPr>
            <a:spLocks xmlns:a="http://schemas.openxmlformats.org/drawingml/2006/main" noGrp="1"/>
          </p:cNvSpPr>
          <p:nvPr/>
        </p:nvSpPr>
        <p:spPr>
          <a:xfrm xmlns:a="http://schemas.openxmlformats.org/drawingml/2006/main">
            <a:off x="25717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comercial + operación</a:t>
            </a:r>
          </a:p>
        </p:txBody>
      </p:sp>
      <p:sp>
        <p:nvSpPr>
          <p:cNvPr id="24" name="">
            <a:extLst xmlns:a="http://schemas.openxmlformats.org/drawingml/2006/main">
              <a:ext uri="{FF2B5EF4-FFF2-40B4-BE49-F238E27FC236}">
                <a16:creationId xmlns:a16="http://schemas.microsoft.com/office/drawing/2014/main" id="{FCDBF959-B8F1-4522-85CC-892DFB5225A1}"/>
              </a:ext>
            </a:extLst>
          </p:cNvPr>
          <p:cNvSpPr>
            <a:spLocks xmlns:a="http://schemas.openxmlformats.org/drawingml/2006/main" noGrp="1"/>
          </p:cNvSpPr>
          <p:nvPr/>
        </p:nvSpPr>
        <p:spPr>
          <a:xfrm xmlns:a="http://schemas.openxmlformats.org/drawingml/2006/main">
            <a:off x="4267200" y="2781300"/>
            <a:ext cx="1600200" cy="28384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914F8857-086C-4C22-9AEA-54418CF50345}"/>
              </a:ext>
            </a:extLst>
          </p:cNvPr>
          <p:cNvSpPr>
            <a:spLocks xmlns:a="http://schemas.openxmlformats.org/drawingml/2006/main" noGrp="1"/>
          </p:cNvSpPr>
          <p:nvPr/>
        </p:nvSpPr>
        <p:spPr>
          <a:xfrm xmlns:a="http://schemas.openxmlformats.org/drawingml/2006/main">
            <a:off x="44005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FAMILIA</a:t>
            </a:r>
          </a:p>
        </p:txBody>
      </p:sp>
      <p:sp>
        <p:nvSpPr>
          <p:cNvPr id="26" name="">
            <a:extLst xmlns:a="http://schemas.openxmlformats.org/drawingml/2006/main">
              <a:ext uri="{FF2B5EF4-FFF2-40B4-BE49-F238E27FC236}">
                <a16:creationId xmlns:a16="http://schemas.microsoft.com/office/drawing/2014/main" id="{06E241B8-08C0-4D3E-BE27-BA2F4D5AFAEF}"/>
              </a:ext>
            </a:extLst>
          </p:cNvPr>
          <p:cNvSpPr>
            <a:spLocks xmlns:a="http://schemas.openxmlformats.org/drawingml/2006/main" noGrp="1"/>
          </p:cNvSpPr>
          <p:nvPr/>
        </p:nvSpPr>
        <p:spPr>
          <a:xfrm xmlns:a="http://schemas.openxmlformats.org/drawingml/2006/main">
            <a:off x="44005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27" name="">
            <a:extLst xmlns:a="http://schemas.openxmlformats.org/drawingml/2006/main">
              <a:ext uri="{FF2B5EF4-FFF2-40B4-BE49-F238E27FC236}">
                <a16:creationId xmlns:a16="http://schemas.microsoft.com/office/drawing/2014/main" id="{0B22030D-D0C0-473F-BE7D-D6880343D810}"/>
              </a:ext>
            </a:extLst>
          </p:cNvPr>
          <p:cNvSpPr>
            <a:spLocks xmlns:a="http://schemas.openxmlformats.org/drawingml/2006/main" noGrp="1"/>
          </p:cNvSpPr>
          <p:nvPr/>
        </p:nvSpPr>
        <p:spPr>
          <a:xfrm xmlns:a="http://schemas.openxmlformats.org/drawingml/2006/main">
            <a:off x="44005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atractivos · permanencia</a:t>
            </a:r>
          </a:p>
        </p:txBody>
      </p:sp>
      <p:sp>
        <p:nvSpPr>
          <p:cNvPr id="28" name="">
            <a:extLst xmlns:a="http://schemas.openxmlformats.org/drawingml/2006/main">
              <a:ext uri="{FF2B5EF4-FFF2-40B4-BE49-F238E27FC236}">
                <a16:creationId xmlns:a16="http://schemas.microsoft.com/office/drawing/2014/main" id="{C8C50978-3605-4450-AB02-6DE3FDDC841E}"/>
              </a:ext>
            </a:extLst>
          </p:cNvPr>
          <p:cNvSpPr>
            <a:spLocks xmlns:a="http://schemas.openxmlformats.org/drawingml/2006/main" noGrp="1"/>
          </p:cNvSpPr>
          <p:nvPr/>
        </p:nvSpPr>
        <p:spPr>
          <a:xfrm xmlns:a="http://schemas.openxmlformats.org/drawingml/2006/main">
            <a:off x="44005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29" name="">
            <a:extLst xmlns:a="http://schemas.openxmlformats.org/drawingml/2006/main">
              <a:ext uri="{FF2B5EF4-FFF2-40B4-BE49-F238E27FC236}">
                <a16:creationId xmlns:a16="http://schemas.microsoft.com/office/drawing/2014/main" id="{22BA9264-5A6B-4235-9160-4DF5724C7E6F}"/>
              </a:ext>
            </a:extLst>
          </p:cNvPr>
          <p:cNvSpPr>
            <a:spLocks xmlns:a="http://schemas.openxmlformats.org/drawingml/2006/main" noGrp="1"/>
          </p:cNvSpPr>
          <p:nvPr/>
        </p:nvSpPr>
        <p:spPr>
          <a:xfrm xmlns:a="http://schemas.openxmlformats.org/drawingml/2006/main">
            <a:off x="44005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experiencia + seguridad</a:t>
            </a:r>
          </a:p>
        </p:txBody>
      </p:sp>
      <p:sp>
        <p:nvSpPr>
          <p:cNvPr id="30" name="">
            <a:extLst xmlns:a="http://schemas.openxmlformats.org/drawingml/2006/main">
              <a:ext uri="{FF2B5EF4-FFF2-40B4-BE49-F238E27FC236}">
                <a16:creationId xmlns:a16="http://schemas.microsoft.com/office/drawing/2014/main" id="{B7E39D1F-60B0-4CA0-8EE5-49AF0DB6C3A4}"/>
              </a:ext>
            </a:extLst>
          </p:cNvPr>
          <p:cNvSpPr>
            <a:spLocks xmlns:a="http://schemas.openxmlformats.org/drawingml/2006/main" noGrp="1"/>
          </p:cNvSpPr>
          <p:nvPr/>
        </p:nvSpPr>
        <p:spPr>
          <a:xfrm xmlns:a="http://schemas.openxmlformats.org/drawingml/2006/main">
            <a:off x="6096000" y="2781300"/>
            <a:ext cx="1600200" cy="28384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C0729548-76EB-4F11-A4A2-B54BBD15F145}"/>
              </a:ext>
            </a:extLst>
          </p:cNvPr>
          <p:cNvSpPr>
            <a:spLocks xmlns:a="http://schemas.openxmlformats.org/drawingml/2006/main" noGrp="1"/>
          </p:cNvSpPr>
          <p:nvPr/>
        </p:nvSpPr>
        <p:spPr>
          <a:xfrm xmlns:a="http://schemas.openxmlformats.org/drawingml/2006/main">
            <a:off x="62293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MÚSICA</a:t>
            </a:r>
          </a:p>
        </p:txBody>
      </p:sp>
      <p:sp>
        <p:nvSpPr>
          <p:cNvPr id="32" name="">
            <a:extLst xmlns:a="http://schemas.openxmlformats.org/drawingml/2006/main">
              <a:ext uri="{FF2B5EF4-FFF2-40B4-BE49-F238E27FC236}">
                <a16:creationId xmlns:a16="http://schemas.microsoft.com/office/drawing/2014/main" id="{F8486E74-61B5-4042-8A6C-6D58201A5DBD}"/>
              </a:ext>
            </a:extLst>
          </p:cNvPr>
          <p:cNvSpPr>
            <a:spLocks xmlns:a="http://schemas.openxmlformats.org/drawingml/2006/main" noGrp="1"/>
          </p:cNvSpPr>
          <p:nvPr/>
        </p:nvSpPr>
        <p:spPr>
          <a:xfrm xmlns:a="http://schemas.openxmlformats.org/drawingml/2006/main">
            <a:off x="62293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33" name="">
            <a:extLst xmlns:a="http://schemas.openxmlformats.org/drawingml/2006/main">
              <a:ext uri="{FF2B5EF4-FFF2-40B4-BE49-F238E27FC236}">
                <a16:creationId xmlns:a16="http://schemas.microsoft.com/office/drawing/2014/main" id="{76FE4FA6-2054-4FE8-9412-8B034603EE2F}"/>
              </a:ext>
            </a:extLst>
          </p:cNvPr>
          <p:cNvSpPr>
            <a:spLocks xmlns:a="http://schemas.openxmlformats.org/drawingml/2006/main" noGrp="1"/>
          </p:cNvSpPr>
          <p:nvPr/>
        </p:nvSpPr>
        <p:spPr>
          <a:xfrm xmlns:a="http://schemas.openxmlformats.org/drawingml/2006/main">
            <a:off x="62293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revelación · noche</a:t>
            </a:r>
          </a:p>
        </p:txBody>
      </p:sp>
      <p:sp>
        <p:nvSpPr>
          <p:cNvPr id="34" name="">
            <a:extLst xmlns:a="http://schemas.openxmlformats.org/drawingml/2006/main">
              <a:ext uri="{FF2B5EF4-FFF2-40B4-BE49-F238E27FC236}">
                <a16:creationId xmlns:a16="http://schemas.microsoft.com/office/drawing/2014/main" id="{9A241DFB-42DD-4881-9517-F6F68B82633E}"/>
              </a:ext>
            </a:extLst>
          </p:cNvPr>
          <p:cNvSpPr>
            <a:spLocks xmlns:a="http://schemas.openxmlformats.org/drawingml/2006/main" noGrp="1"/>
          </p:cNvSpPr>
          <p:nvPr/>
        </p:nvSpPr>
        <p:spPr>
          <a:xfrm xmlns:a="http://schemas.openxmlformats.org/drawingml/2006/main">
            <a:off x="62293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35" name="">
            <a:extLst xmlns:a="http://schemas.openxmlformats.org/drawingml/2006/main">
              <a:ext uri="{FF2B5EF4-FFF2-40B4-BE49-F238E27FC236}">
                <a16:creationId xmlns:a16="http://schemas.microsoft.com/office/drawing/2014/main" id="{C7A257B8-DEF8-4978-99B4-5EA2BF24625D}"/>
              </a:ext>
            </a:extLst>
          </p:cNvPr>
          <p:cNvSpPr>
            <a:spLocks xmlns:a="http://schemas.openxmlformats.org/drawingml/2006/main" noGrp="1"/>
          </p:cNvSpPr>
          <p:nvPr/>
        </p:nvSpPr>
        <p:spPr>
          <a:xfrm xmlns:a="http://schemas.openxmlformats.org/drawingml/2006/main">
            <a:off x="62293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programación + derechos</a:t>
            </a:r>
          </a:p>
        </p:txBody>
      </p:sp>
      <p:sp>
        <p:nvSpPr>
          <p:cNvPr id="36" name="">
            <a:extLst xmlns:a="http://schemas.openxmlformats.org/drawingml/2006/main">
              <a:ext uri="{FF2B5EF4-FFF2-40B4-BE49-F238E27FC236}">
                <a16:creationId xmlns:a16="http://schemas.microsoft.com/office/drawing/2014/main" id="{48381441-C2DE-46A9-A4DB-5E2398AB3C7D}"/>
              </a:ext>
            </a:extLst>
          </p:cNvPr>
          <p:cNvSpPr>
            <a:spLocks xmlns:a="http://schemas.openxmlformats.org/drawingml/2006/main" noGrp="1"/>
          </p:cNvSpPr>
          <p:nvPr/>
        </p:nvSpPr>
        <p:spPr>
          <a:xfrm xmlns:a="http://schemas.openxmlformats.org/drawingml/2006/main">
            <a:off x="7924800" y="2781300"/>
            <a:ext cx="1600200" cy="28384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3BA9404-FDA8-45FE-A094-1A406F495593}"/>
              </a:ext>
            </a:extLst>
          </p:cNvPr>
          <p:cNvSpPr>
            <a:spLocks xmlns:a="http://schemas.openxmlformats.org/drawingml/2006/main" noGrp="1"/>
          </p:cNvSpPr>
          <p:nvPr/>
        </p:nvSpPr>
        <p:spPr>
          <a:xfrm xmlns:a="http://schemas.openxmlformats.org/drawingml/2006/main">
            <a:off x="80581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UTILIDAD</a:t>
            </a:r>
          </a:p>
        </p:txBody>
      </p:sp>
      <p:sp>
        <p:nvSpPr>
          <p:cNvPr id="38" name="">
            <a:extLst xmlns:a="http://schemas.openxmlformats.org/drawingml/2006/main">
              <a:ext uri="{FF2B5EF4-FFF2-40B4-BE49-F238E27FC236}">
                <a16:creationId xmlns:a16="http://schemas.microsoft.com/office/drawing/2014/main" id="{2C233034-2972-4413-8B89-7BE47EE674F9}"/>
              </a:ext>
            </a:extLst>
          </p:cNvPr>
          <p:cNvSpPr>
            <a:spLocks xmlns:a="http://schemas.openxmlformats.org/drawingml/2006/main" noGrp="1"/>
          </p:cNvSpPr>
          <p:nvPr/>
        </p:nvSpPr>
        <p:spPr>
          <a:xfrm xmlns:a="http://schemas.openxmlformats.org/drawingml/2006/main">
            <a:off x="80581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39" name="">
            <a:extLst xmlns:a="http://schemas.openxmlformats.org/drawingml/2006/main">
              <a:ext uri="{FF2B5EF4-FFF2-40B4-BE49-F238E27FC236}">
                <a16:creationId xmlns:a16="http://schemas.microsoft.com/office/drawing/2014/main" id="{9CE38312-40E3-4DBF-9896-051A96C2B91E}"/>
              </a:ext>
            </a:extLst>
          </p:cNvPr>
          <p:cNvSpPr>
            <a:spLocks xmlns:a="http://schemas.openxmlformats.org/drawingml/2006/main" noGrp="1"/>
          </p:cNvSpPr>
          <p:nvPr/>
        </p:nvSpPr>
        <p:spPr>
          <a:xfrm xmlns:a="http://schemas.openxmlformats.org/drawingml/2006/main">
            <a:off x="80581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mapa · accesos · movilidad y parqueaderos</a:t>
            </a:r>
          </a:p>
        </p:txBody>
      </p:sp>
      <p:sp>
        <p:nvSpPr>
          <p:cNvPr id="40" name="">
            <a:extLst xmlns:a="http://schemas.openxmlformats.org/drawingml/2006/main">
              <a:ext uri="{FF2B5EF4-FFF2-40B4-BE49-F238E27FC236}">
                <a16:creationId xmlns:a16="http://schemas.microsoft.com/office/drawing/2014/main" id="{F0C0E5C6-3FA0-436D-93C4-E5C5C6DF58E8}"/>
              </a:ext>
            </a:extLst>
          </p:cNvPr>
          <p:cNvSpPr>
            <a:spLocks xmlns:a="http://schemas.openxmlformats.org/drawingml/2006/main" noGrp="1"/>
          </p:cNvSpPr>
          <p:nvPr/>
        </p:nvSpPr>
        <p:spPr>
          <a:xfrm xmlns:a="http://schemas.openxmlformats.org/drawingml/2006/main">
            <a:off x="80581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41" name="">
            <a:extLst xmlns:a="http://schemas.openxmlformats.org/drawingml/2006/main">
              <a:ext uri="{FF2B5EF4-FFF2-40B4-BE49-F238E27FC236}">
                <a16:creationId xmlns:a16="http://schemas.microsoft.com/office/drawing/2014/main" id="{560544A2-AC4A-4700-8622-321DF06658EB}"/>
              </a:ext>
            </a:extLst>
          </p:cNvPr>
          <p:cNvSpPr>
            <a:spLocks xmlns:a="http://schemas.openxmlformats.org/drawingml/2006/main" noGrp="1"/>
          </p:cNvSpPr>
          <p:nvPr/>
        </p:nvSpPr>
        <p:spPr>
          <a:xfrm xmlns:a="http://schemas.openxmlformats.org/drawingml/2006/main">
            <a:off x="80581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servicio + tecnología</a:t>
            </a:r>
          </a:p>
        </p:txBody>
      </p:sp>
      <p:sp>
        <p:nvSpPr>
          <p:cNvPr id="42" name="">
            <a:extLst xmlns:a="http://schemas.openxmlformats.org/drawingml/2006/main">
              <a:ext uri="{FF2B5EF4-FFF2-40B4-BE49-F238E27FC236}">
                <a16:creationId xmlns:a16="http://schemas.microsoft.com/office/drawing/2014/main" id="{8BF46952-536B-4C23-982D-78B938363690}"/>
              </a:ext>
            </a:extLst>
          </p:cNvPr>
          <p:cNvSpPr>
            <a:spLocks xmlns:a="http://schemas.openxmlformats.org/drawingml/2006/main" noGrp="1"/>
          </p:cNvSpPr>
          <p:nvPr/>
        </p:nvSpPr>
        <p:spPr>
          <a:xfrm xmlns:a="http://schemas.openxmlformats.org/drawingml/2006/main">
            <a:off x="9753600" y="2781300"/>
            <a:ext cx="1600200" cy="28384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5CF2DF6-8D80-4A2E-8B6E-C3FA12977225}"/>
              </a:ext>
            </a:extLst>
          </p:cNvPr>
          <p:cNvSpPr>
            <a:spLocks xmlns:a="http://schemas.openxmlformats.org/drawingml/2006/main" noGrp="1"/>
          </p:cNvSpPr>
          <p:nvPr/>
        </p:nvSpPr>
        <p:spPr>
          <a:xfrm xmlns:a="http://schemas.openxmlformats.org/drawingml/2006/main">
            <a:off x="9886950" y="3028950"/>
            <a:ext cx="1333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COMUNIDAD</a:t>
            </a:r>
          </a:p>
        </p:txBody>
      </p:sp>
      <p:sp>
        <p:nvSpPr>
          <p:cNvPr id="44" name="">
            <a:extLst xmlns:a="http://schemas.openxmlformats.org/drawingml/2006/main">
              <a:ext uri="{FF2B5EF4-FFF2-40B4-BE49-F238E27FC236}">
                <a16:creationId xmlns:a16="http://schemas.microsoft.com/office/drawing/2014/main" id="{F253DAC6-37B2-4FA7-B1C7-6DD17BB2D73F}"/>
              </a:ext>
            </a:extLst>
          </p:cNvPr>
          <p:cNvSpPr>
            <a:spLocks xmlns:a="http://schemas.openxmlformats.org/drawingml/2006/main" noGrp="1"/>
          </p:cNvSpPr>
          <p:nvPr/>
        </p:nvSpPr>
        <p:spPr>
          <a:xfrm xmlns:a="http://schemas.openxmlformats.org/drawingml/2006/main">
            <a:off x="9886950" y="37338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PÚBLICO</a:t>
            </a:r>
          </a:p>
        </p:txBody>
      </p:sp>
      <p:sp>
        <p:nvSpPr>
          <p:cNvPr id="45" name="">
            <a:extLst xmlns:a="http://schemas.openxmlformats.org/drawingml/2006/main">
              <a:ext uri="{FF2B5EF4-FFF2-40B4-BE49-F238E27FC236}">
                <a16:creationId xmlns:a16="http://schemas.microsoft.com/office/drawing/2014/main" id="{B8AA0745-4F91-42A8-AA93-2CEA1710B7F8}"/>
              </a:ext>
            </a:extLst>
          </p:cNvPr>
          <p:cNvSpPr>
            <a:spLocks xmlns:a="http://schemas.openxmlformats.org/drawingml/2006/main" noGrp="1"/>
          </p:cNvSpPr>
          <p:nvPr/>
        </p:nvSpPr>
        <p:spPr>
          <a:xfrm xmlns:a="http://schemas.openxmlformats.org/drawingml/2006/main">
            <a:off x="9886950" y="4000500"/>
            <a:ext cx="1333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creadores · aliados</a:t>
            </a:r>
          </a:p>
        </p:txBody>
      </p:sp>
      <p:sp>
        <p:nvSpPr>
          <p:cNvPr id="46" name="">
            <a:extLst xmlns:a="http://schemas.openxmlformats.org/drawingml/2006/main">
              <a:ext uri="{FF2B5EF4-FFF2-40B4-BE49-F238E27FC236}">
                <a16:creationId xmlns:a16="http://schemas.microsoft.com/office/drawing/2014/main" id="{43A29401-6EAA-4CCF-A862-D85D837F11D9}"/>
              </a:ext>
            </a:extLst>
          </p:cNvPr>
          <p:cNvSpPr>
            <a:spLocks xmlns:a="http://schemas.openxmlformats.org/drawingml/2006/main" noGrp="1"/>
          </p:cNvSpPr>
          <p:nvPr/>
        </p:nvSpPr>
        <p:spPr>
          <a:xfrm xmlns:a="http://schemas.openxmlformats.org/drawingml/2006/main">
            <a:off x="9886950" y="4762500"/>
            <a:ext cx="1333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65000"/>
                  </a:srgbClr>
                </a:solidFill>
                <a:latin typeface="Avenir Next"/>
                <a:ea typeface="Avenir Next"/>
                <a:cs typeface="Avenir Next"/>
              </a:defRPr>
            </a:pPr>
            <a:r>
              <a:rPr sz="675" b="1" i="0">
                <a:solidFill>
                  <a:srgbClr val="FFFFFF">
                    <a:alpha val="65000"/>
                  </a:srgbClr>
                </a:solidFill>
                <a:latin typeface="Avenir Next"/>
                <a:ea typeface="Avenir Next"/>
                <a:cs typeface="Avenir Next"/>
              </a:rPr>
              <a:t>SE ALIMENTA DE</a:t>
            </a:r>
          </a:p>
        </p:txBody>
      </p:sp>
      <p:sp>
        <p:nvSpPr>
          <p:cNvPr id="47" name="">
            <a:extLst xmlns:a="http://schemas.openxmlformats.org/drawingml/2006/main">
              <a:ext uri="{FF2B5EF4-FFF2-40B4-BE49-F238E27FC236}">
                <a16:creationId xmlns:a16="http://schemas.microsoft.com/office/drawing/2014/main" id="{E5A79748-4C63-4EB1-A0DE-DFB40F1ADFC5}"/>
              </a:ext>
            </a:extLst>
          </p:cNvPr>
          <p:cNvSpPr>
            <a:spLocks xmlns:a="http://schemas.openxmlformats.org/drawingml/2006/main" noGrp="1"/>
          </p:cNvSpPr>
          <p:nvPr/>
        </p:nvSpPr>
        <p:spPr>
          <a:xfrm xmlns:a="http://schemas.openxmlformats.org/drawingml/2006/main">
            <a:off x="9886950" y="502920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comunicación + relaciones públicas</a:t>
            </a:r>
          </a:p>
        </p:txBody>
      </p:sp>
    </p:spTree>
    <p:extLst>
      <p:ext uri="{BB962C8B-B14F-4D97-AF65-F5344CB8AC3E}">
        <p14:creationId xmlns:p14="http://schemas.microsoft.com/office/powerpoint/2010/main" val="545773163"/>
      </p:ext>
    </p:extLst>
  </p:cSld>
</p:sld>
</file>

<file path=ppt/slides/slide29.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0151F804-596D-4617-A531-EAEF523F8CAC}"/>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E16A67-07EB-4615-B0C1-0861044B7C67}"/>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CA66E08-5232-4C65-8515-BED7848C695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C43913A-CBB7-4DC7-AFFC-4C30AF2037A4}"/>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9F61F4-56C1-4F00-9516-C1CBD19D8CBC}"/>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BBD0D23-9BF4-4A7A-899E-634D3F0C914D}"/>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REVELACIONES</a:t>
            </a:r>
          </a:p>
        </p:txBody>
      </p:sp>
      <p:sp>
        <p:nvSpPr>
          <p:cNvPr id="7" name="">
            <a:extLst xmlns:a="http://schemas.openxmlformats.org/drawingml/2006/main">
              <a:ext uri="{FF2B5EF4-FFF2-40B4-BE49-F238E27FC236}">
                <a16:creationId xmlns:a16="http://schemas.microsoft.com/office/drawing/2014/main" id="{8664AE36-69E2-4BD1-9DDE-E825A71CD4D9}"/>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4A51C5DF-D0D0-4F61-8DE1-0D05119BD98A}"/>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29</a:t>
            </a:r>
          </a:p>
        </p:txBody>
      </p:sp>
      <p:sp>
        <p:nvSpPr>
          <p:cNvPr id="9" name="">
            <a:extLst xmlns:a="http://schemas.openxmlformats.org/drawingml/2006/main">
              <a:ext uri="{FF2B5EF4-FFF2-40B4-BE49-F238E27FC236}">
                <a16:creationId xmlns:a16="http://schemas.microsoft.com/office/drawing/2014/main" id="{829442D8-FEDC-4A53-B048-CA964B70A903}"/>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PROTOCOLO DEL CARTEL</a:t>
            </a:r>
          </a:p>
        </p:txBody>
      </p:sp>
      <p:sp>
        <p:nvSpPr>
          <p:cNvPr id="10" name="">
            <a:extLst xmlns:a="http://schemas.openxmlformats.org/drawingml/2006/main">
              <a:ext uri="{FF2B5EF4-FFF2-40B4-BE49-F238E27FC236}">
                <a16:creationId xmlns:a16="http://schemas.microsoft.com/office/drawing/2014/main" id="{5E3C7537-3FF7-4189-AD0C-DAB3F57EDF23}"/>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3900" b="1" i="0">
                <a:solidFill>
                  <a:srgbClr val="FFFFFF"/>
                </a:solidFill>
                <a:latin typeface="DIN Condensed"/>
                <a:ea typeface="DIN Condensed"/>
                <a:cs typeface="DIN Condensed"/>
              </a:defRPr>
            </a:pPr>
            <a:r>
              <a:rPr sz="3900" b="1" i="0">
                <a:solidFill>
                  <a:srgbClr val="FFFFFF"/>
                </a:solidFill>
                <a:latin typeface="DIN Condensed"/>
                <a:ea typeface="DIN Condensed"/>
                <a:cs typeface="DIN Condensed"/>
              </a:rPr>
              <a:t>La expectativa instala la idea. El artista demuestra la promesa.</a:t>
            </a:r>
          </a:p>
        </p:txBody>
      </p:sp>
      <p:sp>
        <p:nvSpPr>
          <p:cNvPr id="11" name="">
            <a:extLst xmlns:a="http://schemas.openxmlformats.org/drawingml/2006/main">
              <a:ext uri="{FF2B5EF4-FFF2-40B4-BE49-F238E27FC236}">
                <a16:creationId xmlns:a16="http://schemas.microsoft.com/office/drawing/2014/main" id="{DCF92BD6-2E4A-4858-AFDF-539CA0A19DF5}"/>
              </a:ext>
            </a:extLst>
          </p:cNvPr>
          <p:cNvSpPr>
            <a:spLocks xmlns:a="http://schemas.openxmlformats.org/drawingml/2006/main" noGrp="1"/>
          </p:cNvSpPr>
          <p:nvPr/>
        </p:nvSpPr>
        <p:spPr>
          <a:xfrm xmlns:a="http://schemas.openxmlformats.org/drawingml/2006/main">
            <a:off x="609600" y="18288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primera ventana es el 17 de septiembre. Si el control falla, se desplaza; no se rellenan vacíos con datos incompletos.</a:t>
            </a:r>
          </a:p>
        </p:txBody>
      </p:sp>
      <p:sp>
        <p:nvSpPr>
          <p:cNvPr id="12" name="">
            <a:extLst xmlns:a="http://schemas.openxmlformats.org/drawingml/2006/main">
              <a:ext uri="{FF2B5EF4-FFF2-40B4-BE49-F238E27FC236}">
                <a16:creationId xmlns:a16="http://schemas.microsoft.com/office/drawing/2014/main" id="{8458E027-CC1C-449D-AAFD-F9DD7F107AB0}"/>
              </a:ext>
            </a:extLst>
          </p:cNvPr>
          <p:cNvSpPr>
            <a:spLocks xmlns:a="http://schemas.openxmlformats.org/drawingml/2006/main" noGrp="1"/>
          </p:cNvSpPr>
          <p:nvPr/>
        </p:nvSpPr>
        <p:spPr>
          <a:xfrm xmlns:a="http://schemas.openxmlformats.org/drawingml/2006/main">
            <a:off x="609600" y="2952750"/>
            <a:ext cx="3333750" cy="20002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29D72C4-ACBA-4D45-942C-128980F683F1}"/>
              </a:ext>
            </a:extLst>
          </p:cNvPr>
          <p:cNvSpPr>
            <a:spLocks xmlns:a="http://schemas.openxmlformats.org/drawingml/2006/main" noGrp="1"/>
          </p:cNvSpPr>
          <p:nvPr/>
        </p:nvSpPr>
        <p:spPr>
          <a:xfrm xmlns:a="http://schemas.openxmlformats.org/drawingml/2006/main">
            <a:off x="781050" y="31432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T−48 A T−24 h</a:t>
            </a:r>
          </a:p>
        </p:txBody>
      </p:sp>
      <p:sp>
        <p:nvSpPr>
          <p:cNvPr id="14" name="">
            <a:extLst xmlns:a="http://schemas.openxmlformats.org/drawingml/2006/main">
              <a:ext uri="{FF2B5EF4-FFF2-40B4-BE49-F238E27FC236}">
                <a16:creationId xmlns:a16="http://schemas.microsoft.com/office/drawing/2014/main" id="{992C10B2-BB4F-49A5-BB23-1884E3141457}"/>
              </a:ext>
            </a:extLst>
          </p:cNvPr>
          <p:cNvSpPr>
            <a:spLocks xmlns:a="http://schemas.openxmlformats.org/drawingml/2006/main" noGrp="1"/>
          </p:cNvSpPr>
          <p:nvPr/>
        </p:nvSpPr>
        <p:spPr>
          <a:xfrm xmlns:a="http://schemas.openxmlformats.org/drawingml/2006/main">
            <a:off x="781050" y="3695700"/>
            <a:ext cx="2990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TENSIÓN</a:t>
            </a:r>
          </a:p>
        </p:txBody>
      </p:sp>
      <p:sp>
        <p:nvSpPr>
          <p:cNvPr id="15" name="">
            <a:extLst xmlns:a="http://schemas.openxmlformats.org/drawingml/2006/main">
              <a:ext uri="{FF2B5EF4-FFF2-40B4-BE49-F238E27FC236}">
                <a16:creationId xmlns:a16="http://schemas.microsoft.com/office/drawing/2014/main" id="{565ECD0B-B67F-41BC-8B2C-7A4560EF1714}"/>
              </a:ext>
            </a:extLst>
          </p:cNvPr>
          <p:cNvSpPr>
            <a:spLocks xmlns:a="http://schemas.openxmlformats.org/drawingml/2006/main" noGrp="1"/>
          </p:cNvSpPr>
          <p:nvPr/>
        </p:nvSpPr>
        <p:spPr>
          <a:xfrm xmlns:a="http://schemas.openxmlformats.org/drawingml/2006/main">
            <a:off x="781050" y="4305300"/>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frase + escena + recurso visual autorizado</a:t>
            </a:r>
          </a:p>
        </p:txBody>
      </p:sp>
      <p:sp>
        <p:nvSpPr>
          <p:cNvPr id="16" name="">
            <a:extLst xmlns:a="http://schemas.openxmlformats.org/drawingml/2006/main">
              <a:ext uri="{FF2B5EF4-FFF2-40B4-BE49-F238E27FC236}">
                <a16:creationId xmlns:a16="http://schemas.microsoft.com/office/drawing/2014/main" id="{0266B25A-CB25-4C50-9C57-D18AE7695C69}"/>
              </a:ext>
            </a:extLst>
          </p:cNvPr>
          <p:cNvSpPr>
            <a:spLocks xmlns:a="http://schemas.openxmlformats.org/drawingml/2006/main" noGrp="1"/>
          </p:cNvSpPr>
          <p:nvPr/>
        </p:nvSpPr>
        <p:spPr>
          <a:xfrm xmlns:a="http://schemas.openxmlformats.org/drawingml/2006/main">
            <a:off x="4267200" y="2952750"/>
            <a:ext cx="3333750" cy="20002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41DE43B-11F7-4A18-8D5C-6C363175708F}"/>
              </a:ext>
            </a:extLst>
          </p:cNvPr>
          <p:cNvSpPr>
            <a:spLocks xmlns:a="http://schemas.openxmlformats.org/drawingml/2006/main" noGrp="1"/>
          </p:cNvSpPr>
          <p:nvPr/>
        </p:nvSpPr>
        <p:spPr>
          <a:xfrm xmlns:a="http://schemas.openxmlformats.org/drawingml/2006/main">
            <a:off x="4438650" y="31432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T0</a:t>
            </a:r>
          </a:p>
        </p:txBody>
      </p:sp>
      <p:sp>
        <p:nvSpPr>
          <p:cNvPr id="18" name="">
            <a:extLst xmlns:a="http://schemas.openxmlformats.org/drawingml/2006/main">
              <a:ext uri="{FF2B5EF4-FFF2-40B4-BE49-F238E27FC236}">
                <a16:creationId xmlns:a16="http://schemas.microsoft.com/office/drawing/2014/main" id="{417B1C6A-D5B5-45A5-833F-AA9E8381D21C}"/>
              </a:ext>
            </a:extLst>
          </p:cNvPr>
          <p:cNvSpPr>
            <a:spLocks xmlns:a="http://schemas.openxmlformats.org/drawingml/2006/main" noGrp="1"/>
          </p:cNvSpPr>
          <p:nvPr/>
        </p:nvSpPr>
        <p:spPr>
          <a:xfrm xmlns:a="http://schemas.openxmlformats.org/drawingml/2006/main">
            <a:off x="4438650" y="3695700"/>
            <a:ext cx="2990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REVELACIÓN</a:t>
            </a:r>
          </a:p>
        </p:txBody>
      </p:sp>
      <p:sp>
        <p:nvSpPr>
          <p:cNvPr id="19" name="">
            <a:extLst xmlns:a="http://schemas.openxmlformats.org/drawingml/2006/main">
              <a:ext uri="{FF2B5EF4-FFF2-40B4-BE49-F238E27FC236}">
                <a16:creationId xmlns:a16="http://schemas.microsoft.com/office/drawing/2014/main" id="{6906AE72-B16C-4CB5-907D-31039EA90D9F}"/>
              </a:ext>
            </a:extLst>
          </p:cNvPr>
          <p:cNvSpPr>
            <a:spLocks xmlns:a="http://schemas.openxmlformats.org/drawingml/2006/main" noGrp="1"/>
          </p:cNvSpPr>
          <p:nvPr/>
        </p:nvSpPr>
        <p:spPr>
          <a:xfrm xmlns:a="http://schemas.openxmlformats.org/drawingml/2006/main">
            <a:off x="4438650" y="4305300"/>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video + nombre + día + escenario + total + inclusión + condiciones + enlace</a:t>
            </a:r>
          </a:p>
        </p:txBody>
      </p:sp>
      <p:sp>
        <p:nvSpPr>
          <p:cNvPr id="20" name="">
            <a:extLst xmlns:a="http://schemas.openxmlformats.org/drawingml/2006/main">
              <a:ext uri="{FF2B5EF4-FFF2-40B4-BE49-F238E27FC236}">
                <a16:creationId xmlns:a16="http://schemas.microsoft.com/office/drawing/2014/main" id="{8D22A866-FB9C-402B-BD57-09E80A1DE3BF}"/>
              </a:ext>
            </a:extLst>
          </p:cNvPr>
          <p:cNvSpPr>
            <a:spLocks xmlns:a="http://schemas.openxmlformats.org/drawingml/2006/main" noGrp="1"/>
          </p:cNvSpPr>
          <p:nvPr/>
        </p:nvSpPr>
        <p:spPr>
          <a:xfrm xmlns:a="http://schemas.openxmlformats.org/drawingml/2006/main">
            <a:off x="7924800" y="2952750"/>
            <a:ext cx="3333750" cy="20002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07DF256-7231-4486-978B-7ADCF9EC98ED}"/>
              </a:ext>
            </a:extLst>
          </p:cNvPr>
          <p:cNvSpPr>
            <a:spLocks xmlns:a="http://schemas.openxmlformats.org/drawingml/2006/main" noGrp="1"/>
          </p:cNvSpPr>
          <p:nvPr/>
        </p:nvSpPr>
        <p:spPr>
          <a:xfrm xmlns:a="http://schemas.openxmlformats.org/drawingml/2006/main">
            <a:off x="8096250" y="3143250"/>
            <a:ext cx="2990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T+24 A T+48 h</a:t>
            </a:r>
          </a:p>
        </p:txBody>
      </p:sp>
      <p:sp>
        <p:nvSpPr>
          <p:cNvPr id="22" name="">
            <a:extLst xmlns:a="http://schemas.openxmlformats.org/drawingml/2006/main">
              <a:ext uri="{FF2B5EF4-FFF2-40B4-BE49-F238E27FC236}">
                <a16:creationId xmlns:a16="http://schemas.microsoft.com/office/drawing/2014/main" id="{78222133-A5A2-4A89-B861-0D074DF430C9}"/>
              </a:ext>
            </a:extLst>
          </p:cNvPr>
          <p:cNvSpPr>
            <a:spLocks xmlns:a="http://schemas.openxmlformats.org/drawingml/2006/main" noGrp="1"/>
          </p:cNvSpPr>
          <p:nvPr/>
        </p:nvSpPr>
        <p:spPr>
          <a:xfrm xmlns:a="http://schemas.openxmlformats.org/drawingml/2006/main">
            <a:off x="8096250" y="3695700"/>
            <a:ext cx="2990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PRUEBA HUMANA</a:t>
            </a:r>
          </a:p>
        </p:txBody>
      </p:sp>
      <p:sp>
        <p:nvSpPr>
          <p:cNvPr id="23" name="">
            <a:extLst xmlns:a="http://schemas.openxmlformats.org/drawingml/2006/main">
              <a:ext uri="{FF2B5EF4-FFF2-40B4-BE49-F238E27FC236}">
                <a16:creationId xmlns:a16="http://schemas.microsoft.com/office/drawing/2014/main" id="{0F22400B-7F20-43C6-B67A-98E3A56769AC}"/>
              </a:ext>
            </a:extLst>
          </p:cNvPr>
          <p:cNvSpPr>
            <a:spLocks xmlns:a="http://schemas.openxmlformats.org/drawingml/2006/main" noGrp="1"/>
          </p:cNvSpPr>
          <p:nvPr/>
        </p:nvSpPr>
        <p:spPr>
          <a:xfrm xmlns:a="http://schemas.openxmlformats.org/drawingml/2006/main">
            <a:off x="8096250" y="4305300"/>
            <a:ext cx="2990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invitación + historia + itinerario del día</a:t>
            </a:r>
          </a:p>
        </p:txBody>
      </p:sp>
      <p:sp>
        <p:nvSpPr>
          <p:cNvPr id="24" name="">
            <a:extLst xmlns:a="http://schemas.openxmlformats.org/drawingml/2006/main">
              <a:ext uri="{FF2B5EF4-FFF2-40B4-BE49-F238E27FC236}">
                <a16:creationId xmlns:a16="http://schemas.microsoft.com/office/drawing/2014/main" id="{B823FAD2-B97E-46FE-BB8E-24AEBCA2848B}"/>
              </a:ext>
            </a:extLst>
          </p:cNvPr>
          <p:cNvSpPr>
            <a:spLocks xmlns:a="http://schemas.openxmlformats.org/drawingml/2006/main" noGrp="1"/>
          </p:cNvSpPr>
          <p:nvPr/>
        </p:nvSpPr>
        <p:spPr>
          <a:xfrm xmlns:a="http://schemas.openxmlformats.org/drawingml/2006/main">
            <a:off x="60960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0A7B8A1-823A-4013-9AF7-291E1E6FBD77}"/>
              </a:ext>
            </a:extLst>
          </p:cNvPr>
          <p:cNvSpPr>
            <a:spLocks xmlns:a="http://schemas.openxmlformats.org/drawingml/2006/main" noGrp="1"/>
          </p:cNvSpPr>
          <p:nvPr/>
        </p:nvSpPr>
        <p:spPr>
          <a:xfrm xmlns:a="http://schemas.openxmlformats.org/drawingml/2006/main">
            <a:off x="70485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17 SEP</a:t>
            </a:r>
          </a:p>
        </p:txBody>
      </p:sp>
      <p:sp>
        <p:nvSpPr>
          <p:cNvPr id="26" name="">
            <a:extLst xmlns:a="http://schemas.openxmlformats.org/drawingml/2006/main">
              <a:ext uri="{FF2B5EF4-FFF2-40B4-BE49-F238E27FC236}">
                <a16:creationId xmlns:a16="http://schemas.microsoft.com/office/drawing/2014/main" id="{35B3F3C3-AA6E-4898-9658-12580FDFAE19}"/>
              </a:ext>
            </a:extLst>
          </p:cNvPr>
          <p:cNvSpPr>
            <a:spLocks xmlns:a="http://schemas.openxmlformats.org/drawingml/2006/main" noGrp="1"/>
          </p:cNvSpPr>
          <p:nvPr/>
        </p:nvSpPr>
        <p:spPr>
          <a:xfrm xmlns:a="http://schemas.openxmlformats.org/drawingml/2006/main">
            <a:off x="241935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65E3A13-293A-4EB5-914F-0D9075CFAC4F}"/>
              </a:ext>
            </a:extLst>
          </p:cNvPr>
          <p:cNvSpPr>
            <a:spLocks xmlns:a="http://schemas.openxmlformats.org/drawingml/2006/main" noGrp="1"/>
          </p:cNvSpPr>
          <p:nvPr/>
        </p:nvSpPr>
        <p:spPr>
          <a:xfrm xmlns:a="http://schemas.openxmlformats.org/drawingml/2006/main">
            <a:off x="251460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21 SEP</a:t>
            </a:r>
          </a:p>
        </p:txBody>
      </p:sp>
      <p:sp>
        <p:nvSpPr>
          <p:cNvPr id="28" name="">
            <a:extLst xmlns:a="http://schemas.openxmlformats.org/drawingml/2006/main">
              <a:ext uri="{FF2B5EF4-FFF2-40B4-BE49-F238E27FC236}">
                <a16:creationId xmlns:a16="http://schemas.microsoft.com/office/drawing/2014/main" id="{048CF564-3E30-42C5-A367-CAEFC65B7A7F}"/>
              </a:ext>
            </a:extLst>
          </p:cNvPr>
          <p:cNvSpPr>
            <a:spLocks xmlns:a="http://schemas.openxmlformats.org/drawingml/2006/main" noGrp="1"/>
          </p:cNvSpPr>
          <p:nvPr/>
        </p:nvSpPr>
        <p:spPr>
          <a:xfrm xmlns:a="http://schemas.openxmlformats.org/drawingml/2006/main">
            <a:off x="422910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7DAEFE2-28BE-48ED-A4DD-C73F9FF270B5}"/>
              </a:ext>
            </a:extLst>
          </p:cNvPr>
          <p:cNvSpPr>
            <a:spLocks xmlns:a="http://schemas.openxmlformats.org/drawingml/2006/main" noGrp="1"/>
          </p:cNvSpPr>
          <p:nvPr/>
        </p:nvSpPr>
        <p:spPr>
          <a:xfrm xmlns:a="http://schemas.openxmlformats.org/drawingml/2006/main">
            <a:off x="432435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24 SEP</a:t>
            </a:r>
          </a:p>
        </p:txBody>
      </p:sp>
      <p:sp>
        <p:nvSpPr>
          <p:cNvPr id="30" name="">
            <a:extLst xmlns:a="http://schemas.openxmlformats.org/drawingml/2006/main">
              <a:ext uri="{FF2B5EF4-FFF2-40B4-BE49-F238E27FC236}">
                <a16:creationId xmlns:a16="http://schemas.microsoft.com/office/drawing/2014/main" id="{986CDE0A-6C74-4929-970F-291FA0C6AEB3}"/>
              </a:ext>
            </a:extLst>
          </p:cNvPr>
          <p:cNvSpPr>
            <a:spLocks xmlns:a="http://schemas.openxmlformats.org/drawingml/2006/main" noGrp="1"/>
          </p:cNvSpPr>
          <p:nvPr/>
        </p:nvSpPr>
        <p:spPr>
          <a:xfrm xmlns:a="http://schemas.openxmlformats.org/drawingml/2006/main">
            <a:off x="603885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8ED9D0F-EFAC-43A3-AFC5-6774CE4F6D42}"/>
              </a:ext>
            </a:extLst>
          </p:cNvPr>
          <p:cNvSpPr>
            <a:spLocks xmlns:a="http://schemas.openxmlformats.org/drawingml/2006/main" noGrp="1"/>
          </p:cNvSpPr>
          <p:nvPr/>
        </p:nvSpPr>
        <p:spPr>
          <a:xfrm xmlns:a="http://schemas.openxmlformats.org/drawingml/2006/main">
            <a:off x="613410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27 SEP</a:t>
            </a:r>
          </a:p>
        </p:txBody>
      </p:sp>
      <p:sp>
        <p:nvSpPr>
          <p:cNvPr id="32" name="">
            <a:extLst xmlns:a="http://schemas.openxmlformats.org/drawingml/2006/main">
              <a:ext uri="{FF2B5EF4-FFF2-40B4-BE49-F238E27FC236}">
                <a16:creationId xmlns:a16="http://schemas.microsoft.com/office/drawing/2014/main" id="{0A9EDDC6-93C1-4FEE-87A1-1F007E46C9D2}"/>
              </a:ext>
            </a:extLst>
          </p:cNvPr>
          <p:cNvSpPr>
            <a:spLocks xmlns:a="http://schemas.openxmlformats.org/drawingml/2006/main" noGrp="1"/>
          </p:cNvSpPr>
          <p:nvPr/>
        </p:nvSpPr>
        <p:spPr>
          <a:xfrm xmlns:a="http://schemas.openxmlformats.org/drawingml/2006/main">
            <a:off x="7848600" y="5391150"/>
            <a:ext cx="1543050" cy="285750"/>
          </a:xfrm>
          <a:prstGeom xmlns:a="http://schemas.openxmlformats.org/drawingml/2006/main" prst="roundRect">
            <a:avLst>
              <a:gd name="adj" fmla="val 50000"/>
            </a:avLst>
          </a:prstGeom>
          <a:solidFill xmlns:a="http://schemas.openxmlformats.org/drawingml/2006/main">
            <a:srgbClr val="2B0D3B"/>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0909271-F55D-4B14-A5FF-D1028E30501C}"/>
              </a:ext>
            </a:extLst>
          </p:cNvPr>
          <p:cNvSpPr>
            <a:spLocks xmlns:a="http://schemas.openxmlformats.org/drawingml/2006/main" noGrp="1"/>
          </p:cNvSpPr>
          <p:nvPr/>
        </p:nvSpPr>
        <p:spPr>
          <a:xfrm xmlns:a="http://schemas.openxmlformats.org/drawingml/2006/main">
            <a:off x="794385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30 SEP</a:t>
            </a:r>
          </a:p>
        </p:txBody>
      </p:sp>
      <p:sp>
        <p:nvSpPr>
          <p:cNvPr id="34" name="">
            <a:extLst xmlns:a="http://schemas.openxmlformats.org/drawingml/2006/main">
              <a:ext uri="{FF2B5EF4-FFF2-40B4-BE49-F238E27FC236}">
                <a16:creationId xmlns:a16="http://schemas.microsoft.com/office/drawing/2014/main" id="{1F6A9BA4-C9B8-4F9F-9D2A-491A34E95BCF}"/>
              </a:ext>
            </a:extLst>
          </p:cNvPr>
          <p:cNvSpPr>
            <a:spLocks xmlns:a="http://schemas.openxmlformats.org/drawingml/2006/main" noGrp="1"/>
          </p:cNvSpPr>
          <p:nvPr/>
        </p:nvSpPr>
        <p:spPr>
          <a:xfrm xmlns:a="http://schemas.openxmlformats.org/drawingml/2006/main">
            <a:off x="9658350" y="5391150"/>
            <a:ext cx="1543050" cy="285750"/>
          </a:xfrm>
          <a:prstGeom xmlns:a="http://schemas.openxmlformats.org/drawingml/2006/main" prst="roundRect">
            <a:avLst>
              <a:gd name="adj" fmla="val 50000"/>
            </a:avLst>
          </a:prstGeom>
          <a:solidFill xmlns:a="http://schemas.openxmlformats.org/drawingml/2006/main">
            <a:srgbClr val="315BFF"/>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93956C0-DD19-4D8D-B0E3-ED408AA6AAEC}"/>
              </a:ext>
            </a:extLst>
          </p:cNvPr>
          <p:cNvSpPr>
            <a:spLocks xmlns:a="http://schemas.openxmlformats.org/drawingml/2006/main" noGrp="1"/>
          </p:cNvSpPr>
          <p:nvPr/>
        </p:nvSpPr>
        <p:spPr>
          <a:xfrm xmlns:a="http://schemas.openxmlformats.org/drawingml/2006/main">
            <a:off x="9753600" y="5438775"/>
            <a:ext cx="13525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solidFill>
                <a:latin typeface="Avenir Next"/>
                <a:ea typeface="Avenir Next"/>
                <a:cs typeface="Avenir Next"/>
              </a:defRPr>
            </a:pPr>
            <a:r>
              <a:rPr sz="825" b="1" i="0">
                <a:solidFill>
                  <a:srgbClr val="FFFFFF"/>
                </a:solidFill>
                <a:latin typeface="Avenir Next"/>
                <a:ea typeface="Avenir Next"/>
                <a:cs typeface="Avenir Next"/>
              </a:rPr>
              <a:t>2 OCT</a:t>
            </a:r>
          </a:p>
        </p:txBody>
      </p:sp>
      <p:sp>
        <p:nvSpPr>
          <p:cNvPr id="36" name="">
            <a:extLst xmlns:a="http://schemas.openxmlformats.org/drawingml/2006/main">
              <a:ext uri="{FF2B5EF4-FFF2-40B4-BE49-F238E27FC236}">
                <a16:creationId xmlns:a16="http://schemas.microsoft.com/office/drawing/2014/main" id="{8FA5D8AA-2954-413B-A21C-DC3F61309AEE}"/>
              </a:ext>
            </a:extLst>
          </p:cNvPr>
          <p:cNvSpPr>
            <a:spLocks xmlns:a="http://schemas.openxmlformats.org/drawingml/2006/main" noGrp="1"/>
          </p:cNvSpPr>
          <p:nvPr/>
        </p:nvSpPr>
        <p:spPr>
          <a:xfrm xmlns:a="http://schemas.openxmlformats.org/drawingml/2006/main">
            <a:off x="609600" y="5962650"/>
            <a:ext cx="10744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825" b="1" i="0">
                <a:solidFill>
                  <a:srgbClr val="FFFFFF">
                    <a:alpha val="70000"/>
                  </a:srgbClr>
                </a:solidFill>
                <a:latin typeface="Avenir Next"/>
                <a:ea typeface="Avenir Next"/>
                <a:cs typeface="Avenir Next"/>
              </a:defRPr>
            </a:pPr>
            <a:r>
              <a:rPr sz="825" b="1" i="0">
                <a:solidFill>
                  <a:srgbClr val="FFFFFF">
                    <a:alpha val="70000"/>
                  </a:srgbClr>
                </a:solidFill>
                <a:latin typeface="Avenir Next"/>
                <a:ea typeface="Avenir Next"/>
                <a:cs typeface="Avenir Next"/>
              </a:rPr>
              <a:t>VENTANAS TENTATIVAS · NO AUTORIZAN NOMBRES, CONTRATOS NI PUBLICACIÓN</a:t>
            </a:r>
          </a:p>
        </p:txBody>
      </p:sp>
    </p:spTree>
    <p:extLst>
      <p:ext uri="{BB962C8B-B14F-4D97-AF65-F5344CB8AC3E}">
        <p14:creationId xmlns:p14="http://schemas.microsoft.com/office/powerpoint/2010/main" val="256232921"/>
      </p:ext>
    </p:extLst>
  </p:cSld>
</p:sld>
</file>

<file path=ppt/slides/slide30.xml><?xml version="1.0" encoding="utf-8"?>
<p:sld xmlns:p="http://schemas.openxmlformats.org/presentationml/2006/main">
  <p:cSld>
    <p:bg>
      <p:bgPr>
        <a:solidFill xmlns:a="http://schemas.openxmlformats.org/drawingml/2006/main">
          <a:srgbClr val="00AFA0"/>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D569D578-19A0-4E39-8E92-44F37187B101}"/>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032B2F-6C25-4C42-A75F-8DEF92C66A14}"/>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35DE20-5655-4B46-A7B6-46A15090B3F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0CA13AD-F89B-4B3A-97F2-85DBD89C88D1}"/>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6F5B5E9-A7E7-4522-B4B5-95482CF7EA79}"/>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0283986-3D32-4A77-8EC8-032EE605A21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GUÍA MÓVIL</a:t>
            </a:r>
          </a:p>
        </p:txBody>
      </p:sp>
      <p:sp>
        <p:nvSpPr>
          <p:cNvPr id="7" name="">
            <a:extLst xmlns:a="http://schemas.openxmlformats.org/drawingml/2006/main">
              <a:ext uri="{FF2B5EF4-FFF2-40B4-BE49-F238E27FC236}">
                <a16:creationId xmlns:a16="http://schemas.microsoft.com/office/drawing/2014/main" id="{A9A83849-111E-4174-97D0-9947AE3F6012}"/>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3B3A8551-A47A-4AAA-8669-11D8673DEF1A}"/>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30</a:t>
            </a:r>
          </a:p>
        </p:txBody>
      </p:sp>
      <p:sp>
        <p:nvSpPr>
          <p:cNvPr id="9" name="">
            <a:extLst xmlns:a="http://schemas.openxmlformats.org/drawingml/2006/main">
              <a:ext uri="{FF2B5EF4-FFF2-40B4-BE49-F238E27FC236}">
                <a16:creationId xmlns:a16="http://schemas.microsoft.com/office/drawing/2014/main" id="{DDDDCA35-F354-4138-95F1-6AF431C1FCE5}"/>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C928"/>
                </a:solidFill>
                <a:latin typeface="Avenir Next"/>
                <a:ea typeface="Avenir Next"/>
                <a:cs typeface="Avenir Next"/>
              </a:defRPr>
            </a:pPr>
            <a:r>
              <a:rPr sz="900" b="1" i="0">
                <a:solidFill>
                  <a:srgbClr val="FFC928"/>
                </a:solidFill>
                <a:latin typeface="Avenir Next"/>
                <a:ea typeface="Avenir Next"/>
                <a:cs typeface="Avenir Next"/>
              </a:rPr>
              <a:t>GUÍA MÓVIL INFORMATIVA</a:t>
            </a:r>
          </a:p>
        </p:txBody>
      </p:sp>
      <p:sp>
        <p:nvSpPr>
          <p:cNvPr id="10" name="">
            <a:extLst xmlns:a="http://schemas.openxmlformats.org/drawingml/2006/main">
              <a:ext uri="{FF2B5EF4-FFF2-40B4-BE49-F238E27FC236}">
                <a16:creationId xmlns:a16="http://schemas.microsoft.com/office/drawing/2014/main" id="{9CF387E1-A85D-4552-A22F-751F89A3E4BC}"/>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La innovación es que nadie se pierda.</a:t>
            </a:r>
          </a:p>
        </p:txBody>
      </p:sp>
      <p:sp>
        <p:nvSpPr>
          <p:cNvPr id="11" name="">
            <a:extLst xmlns:a="http://schemas.openxmlformats.org/drawingml/2006/main">
              <a:ext uri="{FF2B5EF4-FFF2-40B4-BE49-F238E27FC236}">
                <a16:creationId xmlns:a16="http://schemas.microsoft.com/office/drawing/2014/main" id="{F043D562-BABC-4642-B41C-48B45CAD900A}"/>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PWA estática, liviana y offline: mapa, agenda, baños, comida, escenarios, ayuda, accesos y parqueaderos.</a:t>
            </a:r>
          </a:p>
        </p:txBody>
      </p:sp>
      <p:sp>
        <p:nvSpPr>
          <p:cNvPr id="12" name="">
            <a:extLst xmlns:a="http://schemas.openxmlformats.org/drawingml/2006/main">
              <a:ext uri="{FF2B5EF4-FFF2-40B4-BE49-F238E27FC236}">
                <a16:creationId xmlns:a16="http://schemas.microsoft.com/office/drawing/2014/main" id="{58CF3C91-11F9-48EE-8A9C-9A7D85AF9A6E}"/>
              </a:ext>
            </a:extLst>
          </p:cNvPr>
          <p:cNvSpPr>
            <a:spLocks xmlns:a="http://schemas.openxmlformats.org/drawingml/2006/main" noGrp="1"/>
          </p:cNvSpPr>
          <p:nvPr/>
        </p:nvSpPr>
        <p:spPr>
          <a:xfrm xmlns:a="http://schemas.openxmlformats.org/drawingml/2006/main">
            <a:off x="609600" y="291465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83F1D55-67DF-4CB6-815E-38DE3CBC050F}"/>
              </a:ext>
            </a:extLst>
          </p:cNvPr>
          <p:cNvSpPr>
            <a:spLocks xmlns:a="http://schemas.openxmlformats.org/drawingml/2006/main" noGrp="1"/>
          </p:cNvSpPr>
          <p:nvPr/>
        </p:nvSpPr>
        <p:spPr>
          <a:xfrm xmlns:a="http://schemas.openxmlformats.org/drawingml/2006/main">
            <a:off x="742950" y="30670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28 AGO</a:t>
            </a:r>
          </a:p>
        </p:txBody>
      </p:sp>
      <p:sp>
        <p:nvSpPr>
          <p:cNvPr id="14" name="">
            <a:extLst xmlns:a="http://schemas.openxmlformats.org/drawingml/2006/main">
              <a:ext uri="{FF2B5EF4-FFF2-40B4-BE49-F238E27FC236}">
                <a16:creationId xmlns:a16="http://schemas.microsoft.com/office/drawing/2014/main" id="{C258DAF8-1015-4394-AFB1-D3EDAE5067F0}"/>
              </a:ext>
            </a:extLst>
          </p:cNvPr>
          <p:cNvSpPr>
            <a:spLocks xmlns:a="http://schemas.openxmlformats.org/drawingml/2006/main" noGrp="1"/>
          </p:cNvSpPr>
          <p:nvPr/>
        </p:nvSpPr>
        <p:spPr>
          <a:xfrm xmlns:a="http://schemas.openxmlformats.org/drawingml/2006/main">
            <a:off x="742950" y="3429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dueño + alcance</a:t>
            </a:r>
          </a:p>
        </p:txBody>
      </p:sp>
      <p:sp>
        <p:nvSpPr>
          <p:cNvPr id="15" name="">
            <a:extLst xmlns:a="http://schemas.openxmlformats.org/drawingml/2006/main">
              <a:ext uri="{FF2B5EF4-FFF2-40B4-BE49-F238E27FC236}">
                <a16:creationId xmlns:a16="http://schemas.microsoft.com/office/drawing/2014/main" id="{DD5740F7-527F-49D1-A3C5-69058E2E3870}"/>
              </a:ext>
            </a:extLst>
          </p:cNvPr>
          <p:cNvSpPr>
            <a:spLocks xmlns:a="http://schemas.openxmlformats.org/drawingml/2006/main" noGrp="1"/>
          </p:cNvSpPr>
          <p:nvPr/>
        </p:nvSpPr>
        <p:spPr>
          <a:xfrm xmlns:a="http://schemas.openxmlformats.org/drawingml/2006/main">
            <a:off x="2800350" y="291465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FB43B9F-2F98-4F5F-A7FE-56DD5D2BE0F3}"/>
              </a:ext>
            </a:extLst>
          </p:cNvPr>
          <p:cNvSpPr>
            <a:spLocks xmlns:a="http://schemas.openxmlformats.org/drawingml/2006/main" noGrp="1"/>
          </p:cNvSpPr>
          <p:nvPr/>
        </p:nvSpPr>
        <p:spPr>
          <a:xfrm xmlns:a="http://schemas.openxmlformats.org/drawingml/2006/main">
            <a:off x="2933700" y="30670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 SEP</a:t>
            </a:r>
          </a:p>
        </p:txBody>
      </p:sp>
      <p:sp>
        <p:nvSpPr>
          <p:cNvPr id="17" name="">
            <a:extLst xmlns:a="http://schemas.openxmlformats.org/drawingml/2006/main">
              <a:ext uri="{FF2B5EF4-FFF2-40B4-BE49-F238E27FC236}">
                <a16:creationId xmlns:a16="http://schemas.microsoft.com/office/drawing/2014/main" id="{5B05BB17-CE27-45A0-AF25-5107D3BB4FEC}"/>
              </a:ext>
            </a:extLst>
          </p:cNvPr>
          <p:cNvSpPr>
            <a:spLocks xmlns:a="http://schemas.openxmlformats.org/drawingml/2006/main" noGrp="1"/>
          </p:cNvSpPr>
          <p:nvPr/>
        </p:nvSpPr>
        <p:spPr>
          <a:xfrm xmlns:a="http://schemas.openxmlformats.org/drawingml/2006/main">
            <a:off x="2933700" y="3429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plano + puntos</a:t>
            </a:r>
          </a:p>
        </p:txBody>
      </p:sp>
      <p:sp>
        <p:nvSpPr>
          <p:cNvPr id="18" name="">
            <a:extLst xmlns:a="http://schemas.openxmlformats.org/drawingml/2006/main">
              <a:ext uri="{FF2B5EF4-FFF2-40B4-BE49-F238E27FC236}">
                <a16:creationId xmlns:a16="http://schemas.microsoft.com/office/drawing/2014/main" id="{D2502DC0-BB6A-40F2-BFE4-13FADAABC827}"/>
              </a:ext>
            </a:extLst>
          </p:cNvPr>
          <p:cNvSpPr>
            <a:spLocks xmlns:a="http://schemas.openxmlformats.org/drawingml/2006/main" noGrp="1"/>
          </p:cNvSpPr>
          <p:nvPr/>
        </p:nvSpPr>
        <p:spPr>
          <a:xfrm xmlns:a="http://schemas.openxmlformats.org/drawingml/2006/main">
            <a:off x="4991100" y="291465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55D595C-3086-499A-8445-066FF6CF9339}"/>
              </a:ext>
            </a:extLst>
          </p:cNvPr>
          <p:cNvSpPr>
            <a:spLocks xmlns:a="http://schemas.openxmlformats.org/drawingml/2006/main" noGrp="1"/>
          </p:cNvSpPr>
          <p:nvPr/>
        </p:nvSpPr>
        <p:spPr>
          <a:xfrm xmlns:a="http://schemas.openxmlformats.org/drawingml/2006/main">
            <a:off x="5124450" y="30670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9 SEP</a:t>
            </a:r>
          </a:p>
        </p:txBody>
      </p:sp>
      <p:sp>
        <p:nvSpPr>
          <p:cNvPr id="20" name="">
            <a:extLst xmlns:a="http://schemas.openxmlformats.org/drawingml/2006/main">
              <a:ext uri="{FF2B5EF4-FFF2-40B4-BE49-F238E27FC236}">
                <a16:creationId xmlns:a16="http://schemas.microsoft.com/office/drawing/2014/main" id="{D65E2C76-8552-426A-B267-6309D016D911}"/>
              </a:ext>
            </a:extLst>
          </p:cNvPr>
          <p:cNvSpPr>
            <a:spLocks xmlns:a="http://schemas.openxmlformats.org/drawingml/2006/main" noGrp="1"/>
          </p:cNvSpPr>
          <p:nvPr/>
        </p:nvSpPr>
        <p:spPr>
          <a:xfrm xmlns:a="http://schemas.openxmlformats.org/drawingml/2006/main">
            <a:off x="5124450" y="3429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prototipo 1 zona</a:t>
            </a:r>
          </a:p>
        </p:txBody>
      </p:sp>
      <p:sp>
        <p:nvSpPr>
          <p:cNvPr id="21" name="">
            <a:extLst xmlns:a="http://schemas.openxmlformats.org/drawingml/2006/main">
              <a:ext uri="{FF2B5EF4-FFF2-40B4-BE49-F238E27FC236}">
                <a16:creationId xmlns:a16="http://schemas.microsoft.com/office/drawing/2014/main" id="{80666470-A04F-4064-91F2-D541CAA33AC2}"/>
              </a:ext>
            </a:extLst>
          </p:cNvPr>
          <p:cNvSpPr>
            <a:spLocks xmlns:a="http://schemas.openxmlformats.org/drawingml/2006/main" noGrp="1"/>
          </p:cNvSpPr>
          <p:nvPr/>
        </p:nvSpPr>
        <p:spPr>
          <a:xfrm xmlns:a="http://schemas.openxmlformats.org/drawingml/2006/main">
            <a:off x="7181850" y="291465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B8DBE75-53F9-47CC-B723-5EB167F1C99B}"/>
              </a:ext>
            </a:extLst>
          </p:cNvPr>
          <p:cNvSpPr>
            <a:spLocks xmlns:a="http://schemas.openxmlformats.org/drawingml/2006/main" noGrp="1"/>
          </p:cNvSpPr>
          <p:nvPr/>
        </p:nvSpPr>
        <p:spPr>
          <a:xfrm xmlns:a="http://schemas.openxmlformats.org/drawingml/2006/main">
            <a:off x="7315200" y="30670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16 SEP</a:t>
            </a:r>
          </a:p>
        </p:txBody>
      </p:sp>
      <p:sp>
        <p:nvSpPr>
          <p:cNvPr id="23" name="">
            <a:extLst xmlns:a="http://schemas.openxmlformats.org/drawingml/2006/main">
              <a:ext uri="{FF2B5EF4-FFF2-40B4-BE49-F238E27FC236}">
                <a16:creationId xmlns:a16="http://schemas.microsoft.com/office/drawing/2014/main" id="{14E3A08E-28B9-4CD7-8D28-34CCC1BF19DA}"/>
              </a:ext>
            </a:extLst>
          </p:cNvPr>
          <p:cNvSpPr>
            <a:spLocks xmlns:a="http://schemas.openxmlformats.org/drawingml/2006/main" noGrp="1"/>
          </p:cNvSpPr>
          <p:nvPr/>
        </p:nvSpPr>
        <p:spPr>
          <a:xfrm xmlns:a="http://schemas.openxmlformats.org/drawingml/2006/main">
            <a:off x="7315200" y="3429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mapa + agenda</a:t>
            </a:r>
          </a:p>
        </p:txBody>
      </p:sp>
      <p:sp>
        <p:nvSpPr>
          <p:cNvPr id="24" name="">
            <a:extLst xmlns:a="http://schemas.openxmlformats.org/drawingml/2006/main">
              <a:ext uri="{FF2B5EF4-FFF2-40B4-BE49-F238E27FC236}">
                <a16:creationId xmlns:a16="http://schemas.microsoft.com/office/drawing/2014/main" id="{1A1DB22F-BFD0-4DD0-B562-8CAA5D2222E0}"/>
              </a:ext>
            </a:extLst>
          </p:cNvPr>
          <p:cNvSpPr>
            <a:spLocks xmlns:a="http://schemas.openxmlformats.org/drawingml/2006/main" noGrp="1"/>
          </p:cNvSpPr>
          <p:nvPr/>
        </p:nvSpPr>
        <p:spPr>
          <a:xfrm xmlns:a="http://schemas.openxmlformats.org/drawingml/2006/main">
            <a:off x="9372600" y="291465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3FCE5D1-1521-4F83-B9CA-5132863ED869}"/>
              </a:ext>
            </a:extLst>
          </p:cNvPr>
          <p:cNvSpPr>
            <a:spLocks xmlns:a="http://schemas.openxmlformats.org/drawingml/2006/main" noGrp="1"/>
          </p:cNvSpPr>
          <p:nvPr/>
        </p:nvSpPr>
        <p:spPr>
          <a:xfrm xmlns:a="http://schemas.openxmlformats.org/drawingml/2006/main">
            <a:off x="9505950" y="30670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25 SEP</a:t>
            </a:r>
          </a:p>
        </p:txBody>
      </p:sp>
      <p:sp>
        <p:nvSpPr>
          <p:cNvPr id="26" name="">
            <a:extLst xmlns:a="http://schemas.openxmlformats.org/drawingml/2006/main">
              <a:ext uri="{FF2B5EF4-FFF2-40B4-BE49-F238E27FC236}">
                <a16:creationId xmlns:a16="http://schemas.microsoft.com/office/drawing/2014/main" id="{8034149F-AE6C-4D56-88AE-259829AE0159}"/>
              </a:ext>
            </a:extLst>
          </p:cNvPr>
          <p:cNvSpPr>
            <a:spLocks xmlns:a="http://schemas.openxmlformats.org/drawingml/2006/main" noGrp="1"/>
          </p:cNvSpPr>
          <p:nvPr/>
        </p:nvSpPr>
        <p:spPr>
          <a:xfrm xmlns:a="http://schemas.openxmlformats.org/drawingml/2006/main">
            <a:off x="9505950" y="34290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prueba de campo</a:t>
            </a:r>
          </a:p>
        </p:txBody>
      </p:sp>
      <p:sp>
        <p:nvSpPr>
          <p:cNvPr id="27" name="">
            <a:extLst xmlns:a="http://schemas.openxmlformats.org/drawingml/2006/main">
              <a:ext uri="{FF2B5EF4-FFF2-40B4-BE49-F238E27FC236}">
                <a16:creationId xmlns:a16="http://schemas.microsoft.com/office/drawing/2014/main" id="{A11E3BCE-4B59-46BF-A35E-608130EF460F}"/>
              </a:ext>
            </a:extLst>
          </p:cNvPr>
          <p:cNvSpPr>
            <a:spLocks xmlns:a="http://schemas.openxmlformats.org/drawingml/2006/main" noGrp="1"/>
          </p:cNvSpPr>
          <p:nvPr/>
        </p:nvSpPr>
        <p:spPr>
          <a:xfrm xmlns:a="http://schemas.openxmlformats.org/drawingml/2006/main">
            <a:off x="609600" y="413385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5D173BE-71D2-4C40-813A-C5602C2D61CF}"/>
              </a:ext>
            </a:extLst>
          </p:cNvPr>
          <p:cNvSpPr>
            <a:spLocks xmlns:a="http://schemas.openxmlformats.org/drawingml/2006/main" noGrp="1"/>
          </p:cNvSpPr>
          <p:nvPr/>
        </p:nvSpPr>
        <p:spPr>
          <a:xfrm xmlns:a="http://schemas.openxmlformats.org/drawingml/2006/main">
            <a:off x="742950" y="42862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 OCT</a:t>
            </a:r>
          </a:p>
        </p:txBody>
      </p:sp>
      <p:sp>
        <p:nvSpPr>
          <p:cNvPr id="29" name="">
            <a:extLst xmlns:a="http://schemas.openxmlformats.org/drawingml/2006/main">
              <a:ext uri="{FF2B5EF4-FFF2-40B4-BE49-F238E27FC236}">
                <a16:creationId xmlns:a16="http://schemas.microsoft.com/office/drawing/2014/main" id="{87632E2B-5DEB-4D81-8859-4E051478ED4B}"/>
              </a:ext>
            </a:extLst>
          </p:cNvPr>
          <p:cNvSpPr>
            <a:spLocks xmlns:a="http://schemas.openxmlformats.org/drawingml/2006/main" noGrp="1"/>
          </p:cNvSpPr>
          <p:nvPr/>
        </p:nvSpPr>
        <p:spPr>
          <a:xfrm xmlns:a="http://schemas.openxmlformats.org/drawingml/2006/main">
            <a:off x="742950" y="46482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candidata offline</a:t>
            </a:r>
          </a:p>
        </p:txBody>
      </p:sp>
      <p:sp>
        <p:nvSpPr>
          <p:cNvPr id="30" name="">
            <a:extLst xmlns:a="http://schemas.openxmlformats.org/drawingml/2006/main">
              <a:ext uri="{FF2B5EF4-FFF2-40B4-BE49-F238E27FC236}">
                <a16:creationId xmlns:a16="http://schemas.microsoft.com/office/drawing/2014/main" id="{5775011A-3DE2-43D0-AB1A-63FEF0E7B06F}"/>
              </a:ext>
            </a:extLst>
          </p:cNvPr>
          <p:cNvSpPr>
            <a:spLocks xmlns:a="http://schemas.openxmlformats.org/drawingml/2006/main" noGrp="1"/>
          </p:cNvSpPr>
          <p:nvPr/>
        </p:nvSpPr>
        <p:spPr>
          <a:xfrm xmlns:a="http://schemas.openxmlformats.org/drawingml/2006/main">
            <a:off x="2800350" y="413385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0F01B31-9D81-41FF-854B-99165C63E2CD}"/>
              </a:ext>
            </a:extLst>
          </p:cNvPr>
          <p:cNvSpPr>
            <a:spLocks xmlns:a="http://schemas.openxmlformats.org/drawingml/2006/main" noGrp="1"/>
          </p:cNvSpPr>
          <p:nvPr/>
        </p:nvSpPr>
        <p:spPr>
          <a:xfrm xmlns:a="http://schemas.openxmlformats.org/drawingml/2006/main">
            <a:off x="2933700" y="42862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14 OCT</a:t>
            </a:r>
          </a:p>
        </p:txBody>
      </p:sp>
      <p:sp>
        <p:nvSpPr>
          <p:cNvPr id="32" name="">
            <a:extLst xmlns:a="http://schemas.openxmlformats.org/drawingml/2006/main">
              <a:ext uri="{FF2B5EF4-FFF2-40B4-BE49-F238E27FC236}">
                <a16:creationId xmlns:a16="http://schemas.microsoft.com/office/drawing/2014/main" id="{E1325F69-8D53-4A66-B5B3-9C53484B5454}"/>
              </a:ext>
            </a:extLst>
          </p:cNvPr>
          <p:cNvSpPr>
            <a:spLocks xmlns:a="http://schemas.openxmlformats.org/drawingml/2006/main" noGrp="1"/>
          </p:cNvSpPr>
          <p:nvPr/>
        </p:nvSpPr>
        <p:spPr>
          <a:xfrm xmlns:a="http://schemas.openxmlformats.org/drawingml/2006/main">
            <a:off x="2933700" y="46482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datos + QR</a:t>
            </a:r>
          </a:p>
        </p:txBody>
      </p:sp>
      <p:sp>
        <p:nvSpPr>
          <p:cNvPr id="33" name="">
            <a:extLst xmlns:a="http://schemas.openxmlformats.org/drawingml/2006/main">
              <a:ext uri="{FF2B5EF4-FFF2-40B4-BE49-F238E27FC236}">
                <a16:creationId xmlns:a16="http://schemas.microsoft.com/office/drawing/2014/main" id="{6176F3C8-2FEF-4E3D-8B4B-63E77645AAC8}"/>
              </a:ext>
            </a:extLst>
          </p:cNvPr>
          <p:cNvSpPr>
            <a:spLocks xmlns:a="http://schemas.openxmlformats.org/drawingml/2006/main" noGrp="1"/>
          </p:cNvSpPr>
          <p:nvPr/>
        </p:nvSpPr>
        <p:spPr>
          <a:xfrm xmlns:a="http://schemas.openxmlformats.org/drawingml/2006/main">
            <a:off x="4991100" y="4133850"/>
            <a:ext cx="1962150" cy="9906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603E71D-2BE8-4B5C-9C86-6653E808632D}"/>
              </a:ext>
            </a:extLst>
          </p:cNvPr>
          <p:cNvSpPr>
            <a:spLocks xmlns:a="http://schemas.openxmlformats.org/drawingml/2006/main" noGrp="1"/>
          </p:cNvSpPr>
          <p:nvPr/>
        </p:nvSpPr>
        <p:spPr>
          <a:xfrm xmlns:a="http://schemas.openxmlformats.org/drawingml/2006/main">
            <a:off x="5124450" y="42862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25112C"/>
                </a:solidFill>
                <a:latin typeface="Avenir Next"/>
                <a:ea typeface="Avenir Next"/>
                <a:cs typeface="Avenir Next"/>
              </a:defRPr>
            </a:pPr>
            <a:r>
              <a:rPr sz="975" b="1" i="0">
                <a:solidFill>
                  <a:srgbClr val="25112C"/>
                </a:solidFill>
                <a:latin typeface="Avenir Next"/>
                <a:ea typeface="Avenir Next"/>
                <a:cs typeface="Avenir Next"/>
              </a:rPr>
              <a:t>21 OCT</a:t>
            </a:r>
          </a:p>
        </p:txBody>
      </p:sp>
      <p:sp>
        <p:nvSpPr>
          <p:cNvPr id="35" name="">
            <a:extLst xmlns:a="http://schemas.openxmlformats.org/drawingml/2006/main">
              <a:ext uri="{FF2B5EF4-FFF2-40B4-BE49-F238E27FC236}">
                <a16:creationId xmlns:a16="http://schemas.microsoft.com/office/drawing/2014/main" id="{79AC1013-CB4D-4D56-8157-7D3260AA84EC}"/>
              </a:ext>
            </a:extLst>
          </p:cNvPr>
          <p:cNvSpPr>
            <a:spLocks xmlns:a="http://schemas.openxmlformats.org/drawingml/2006/main" noGrp="1"/>
          </p:cNvSpPr>
          <p:nvPr/>
        </p:nvSpPr>
        <p:spPr>
          <a:xfrm xmlns:a="http://schemas.openxmlformats.org/drawingml/2006/main">
            <a:off x="5124450" y="46482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947"/>
          </a:bodyPr>
          <a:lstStyle xmlns:a="http://schemas.openxmlformats.org/drawingml/2006/main"/>
          <a:p xmlns:a="http://schemas.openxmlformats.org/drawingml/2006/main">
            <a:pPr algn="l">
              <a:lnSpc>
                <a:spcPct val="105000"/>
              </a:lnSpc>
              <a:buNone/>
              <a:defRPr sz="1125" b="1" i="0">
                <a:solidFill>
                  <a:srgbClr val="25112C"/>
                </a:solidFill>
                <a:latin typeface="Avenir Next"/>
                <a:ea typeface="Avenir Next"/>
                <a:cs typeface="Avenir Next"/>
              </a:defRPr>
            </a:pPr>
            <a:r>
              <a:rPr sz="1125" b="1" i="0">
                <a:solidFill>
                  <a:srgbClr val="25112C"/>
                </a:solidFill>
                <a:latin typeface="Avenir Next"/>
                <a:ea typeface="Avenir Next"/>
                <a:cs typeface="Avenir Next"/>
              </a:rPr>
              <a:t>GO/NO-GO + SALIDA PROPUESTA</a:t>
            </a:r>
          </a:p>
        </p:txBody>
      </p:sp>
      <p:sp>
        <p:nvSpPr>
          <p:cNvPr id="36" name="">
            <a:extLst xmlns:a="http://schemas.openxmlformats.org/drawingml/2006/main">
              <a:ext uri="{FF2B5EF4-FFF2-40B4-BE49-F238E27FC236}">
                <a16:creationId xmlns:a16="http://schemas.microsoft.com/office/drawing/2014/main" id="{2F0A67F3-3F25-4209-B087-89BBB5A5EF03}"/>
              </a:ext>
            </a:extLst>
          </p:cNvPr>
          <p:cNvSpPr>
            <a:spLocks xmlns:a="http://schemas.openxmlformats.org/drawingml/2006/main" noGrp="1"/>
          </p:cNvSpPr>
          <p:nvPr/>
        </p:nvSpPr>
        <p:spPr>
          <a:xfrm xmlns:a="http://schemas.openxmlformats.org/drawingml/2006/main">
            <a:off x="7181850" y="4133850"/>
            <a:ext cx="1962150" cy="99060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BAE989D-6804-41EE-9BA3-8360D570FC56}"/>
              </a:ext>
            </a:extLst>
          </p:cNvPr>
          <p:cNvSpPr>
            <a:spLocks xmlns:a="http://schemas.openxmlformats.org/drawingml/2006/main" noGrp="1"/>
          </p:cNvSpPr>
          <p:nvPr/>
        </p:nvSpPr>
        <p:spPr>
          <a:xfrm xmlns:a="http://schemas.openxmlformats.org/drawingml/2006/main">
            <a:off x="7315200" y="4286250"/>
            <a:ext cx="1695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28 OCT</a:t>
            </a:r>
          </a:p>
        </p:txBody>
      </p:sp>
      <p:sp>
        <p:nvSpPr>
          <p:cNvPr id="38" name="">
            <a:extLst xmlns:a="http://schemas.openxmlformats.org/drawingml/2006/main">
              <a:ext uri="{FF2B5EF4-FFF2-40B4-BE49-F238E27FC236}">
                <a16:creationId xmlns:a16="http://schemas.microsoft.com/office/drawing/2014/main" id="{B7B80EF5-508A-4C4E-8579-CC625A9DE289}"/>
              </a:ext>
            </a:extLst>
          </p:cNvPr>
          <p:cNvSpPr>
            <a:spLocks xmlns:a="http://schemas.openxmlformats.org/drawingml/2006/main" noGrp="1"/>
          </p:cNvSpPr>
          <p:nvPr/>
        </p:nvSpPr>
        <p:spPr>
          <a:xfrm xmlns:a="http://schemas.openxmlformats.org/drawingml/2006/main">
            <a:off x="7315200" y="46482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125" b="1" i="0">
                <a:solidFill>
                  <a:srgbClr val="FFFFFF"/>
                </a:solidFill>
                <a:latin typeface="Avenir Next"/>
                <a:ea typeface="Avenir Next"/>
                <a:cs typeface="Avenir Next"/>
              </a:defRPr>
            </a:pPr>
            <a:r>
              <a:rPr sz="1125" b="1" i="0">
                <a:solidFill>
                  <a:srgbClr val="FFFFFF"/>
                </a:solidFill>
                <a:latin typeface="Avenir Next"/>
                <a:ea typeface="Avenir Next"/>
                <a:cs typeface="Avenir Next"/>
              </a:rPr>
              <a:t>simulacro</a:t>
            </a:r>
          </a:p>
        </p:txBody>
      </p:sp>
      <p:sp>
        <p:nvSpPr>
          <p:cNvPr id="39" name="">
            <a:extLst xmlns:a="http://schemas.openxmlformats.org/drawingml/2006/main">
              <a:ext uri="{FF2B5EF4-FFF2-40B4-BE49-F238E27FC236}">
                <a16:creationId xmlns:a16="http://schemas.microsoft.com/office/drawing/2014/main" id="{C1FDA6AD-FDCC-4A2F-B11D-3E41B905073D}"/>
              </a:ext>
            </a:extLst>
          </p:cNvPr>
          <p:cNvSpPr>
            <a:spLocks xmlns:a="http://schemas.openxmlformats.org/drawingml/2006/main" noGrp="1"/>
          </p:cNvSpPr>
          <p:nvPr/>
        </p:nvSpPr>
        <p:spPr>
          <a:xfrm xmlns:a="http://schemas.openxmlformats.org/drawingml/2006/main">
            <a:off x="609600" y="552450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RESPONSABLE DE DATOS · ALTERNATIVA FÍSICA · QR SEGURO · PRIVACIDAD · PRUEBA OFFLINE · PESO Y VELOCIDAD</a:t>
            </a:r>
          </a:p>
        </p:txBody>
      </p:sp>
      <p:sp>
        <p:nvSpPr>
          <p:cNvPr id="40" name="">
            <a:extLst xmlns:a="http://schemas.openxmlformats.org/drawingml/2006/main">
              <a:ext uri="{FF2B5EF4-FFF2-40B4-BE49-F238E27FC236}">
                <a16:creationId xmlns:a16="http://schemas.microsoft.com/office/drawing/2014/main" id="{32435071-A6E8-42DA-A867-89CC9DEF3A8A}"/>
              </a:ext>
            </a:extLst>
          </p:cNvPr>
          <p:cNvSpPr>
            <a:spLocks xmlns:a="http://schemas.openxmlformats.org/drawingml/2006/main" noGrp="1"/>
          </p:cNvSpPr>
          <p:nvPr/>
        </p:nvSpPr>
        <p:spPr>
          <a:xfrm xmlns:a="http://schemas.openxmlformats.org/drawingml/2006/main">
            <a:off x="609600" y="5829300"/>
            <a:ext cx="10744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75" b="1" i="0">
                <a:solidFill>
                  <a:srgbClr val="FFC928"/>
                </a:solidFill>
                <a:latin typeface="Avenir Next"/>
                <a:ea typeface="Avenir Next"/>
                <a:cs typeface="Avenir Next"/>
              </a:defRPr>
            </a:pPr>
            <a:r>
              <a:rPr sz="975" b="1" i="0">
                <a:solidFill>
                  <a:srgbClr val="FFC928"/>
                </a:solidFill>
                <a:latin typeface="Avenir Next"/>
                <a:ea typeface="Avenir Next"/>
                <a:cs typeface="Avenir Next"/>
              </a:rPr>
              <a:t>SIN CUENTAS · SIN PAGOS · SIN CHATBOT · SIN PROMESAS DE TIEMPO REAL</a:t>
            </a:r>
          </a:p>
        </p:txBody>
      </p:sp>
    </p:spTree>
    <p:extLst>
      <p:ext uri="{BB962C8B-B14F-4D97-AF65-F5344CB8AC3E}">
        <p14:creationId xmlns:p14="http://schemas.microsoft.com/office/powerpoint/2010/main" val="1355242391"/>
      </p:ext>
    </p:extLst>
  </p:cSld>
</p:sld>
</file>

<file path=ppt/slides/slide31.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E272587A-A06B-47BE-8FA3-585ED68F5BEE}"/>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685B8E0-B722-419E-A30B-401515B79F18}"/>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99C48A3-07D1-4545-8DED-54EF657A1ED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26C939-7843-424C-9E30-A223840B4543}"/>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C18EE00-A307-4897-81D5-7429641574F6}"/>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0CF8D21-C107-4095-A79E-3319DEA488E9}"/>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MAPA MAESTRO</a:t>
            </a:r>
          </a:p>
        </p:txBody>
      </p:sp>
      <p:sp>
        <p:nvSpPr>
          <p:cNvPr id="7" name="">
            <a:extLst xmlns:a="http://schemas.openxmlformats.org/drawingml/2006/main">
              <a:ext uri="{FF2B5EF4-FFF2-40B4-BE49-F238E27FC236}">
                <a16:creationId xmlns:a16="http://schemas.microsoft.com/office/drawing/2014/main" id="{68FCC161-AB24-4C18-A226-21ACEDBEA7B0}"/>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52E686E2-E45B-48F3-A219-65AE3470B816}"/>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31</a:t>
            </a:r>
          </a:p>
        </p:txBody>
      </p:sp>
      <p:sp>
        <p:nvSpPr>
          <p:cNvPr id="9" name="">
            <a:extLst xmlns:a="http://schemas.openxmlformats.org/drawingml/2006/main">
              <a:ext uri="{FF2B5EF4-FFF2-40B4-BE49-F238E27FC236}">
                <a16:creationId xmlns:a16="http://schemas.microsoft.com/office/drawing/2014/main" id="{D01D1FB9-39D0-4E3B-AFC0-CB6E61E54511}"/>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25 AGOSTO–13 NOVIEMBRE</a:t>
            </a:r>
          </a:p>
        </p:txBody>
      </p:sp>
      <p:sp>
        <p:nvSpPr>
          <p:cNvPr id="10" name="">
            <a:extLst xmlns:a="http://schemas.openxmlformats.org/drawingml/2006/main">
              <a:ext uri="{FF2B5EF4-FFF2-40B4-BE49-F238E27FC236}">
                <a16:creationId xmlns:a16="http://schemas.microsoft.com/office/drawing/2014/main" id="{1D576C1F-130A-4310-8EE5-A8FF4D433F29}"/>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125" b="1" i="0">
                <a:solidFill>
                  <a:srgbClr val="FFFFFF"/>
                </a:solidFill>
                <a:latin typeface="DIN Condensed"/>
                <a:ea typeface="DIN Condensed"/>
                <a:cs typeface="DIN Condensed"/>
              </a:defRPr>
            </a:pPr>
            <a:r>
              <a:rPr sz="4125" b="1" i="0">
                <a:solidFill>
                  <a:srgbClr val="FFFFFF"/>
                </a:solidFill>
                <a:latin typeface="DIN Condensed"/>
                <a:ea typeface="DIN Condensed"/>
                <a:cs typeface="DIN Condensed"/>
              </a:rPr>
              <a:t>Una campaña por fases, no por ocurrencias.</a:t>
            </a:r>
          </a:p>
        </p:txBody>
      </p:sp>
      <p:sp>
        <p:nvSpPr>
          <p:cNvPr id="11" name="">
            <a:extLst xmlns:a="http://schemas.openxmlformats.org/drawingml/2006/main">
              <a:ext uri="{FF2B5EF4-FFF2-40B4-BE49-F238E27FC236}">
                <a16:creationId xmlns:a16="http://schemas.microsoft.com/office/drawing/2014/main" id="{A8F7237A-2900-4A8A-A49F-83EA23A26ECF}"/>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Los controles mandan sobre el calendario: si falta verdad, la salida se mueve.</a:t>
            </a:r>
          </a:p>
        </p:txBody>
      </p:sp>
      <p:sp>
        <p:nvSpPr>
          <p:cNvPr id="12" name="">
            <a:extLst xmlns:a="http://schemas.openxmlformats.org/drawingml/2006/main">
              <a:ext uri="{FF2B5EF4-FFF2-40B4-BE49-F238E27FC236}">
                <a16:creationId xmlns:a16="http://schemas.microsoft.com/office/drawing/2014/main" id="{B41F7368-244A-4FA1-ADFB-8E67F314C683}"/>
              </a:ext>
            </a:extLst>
          </p:cNvPr>
          <p:cNvSpPr>
            <a:spLocks xmlns:a="http://schemas.openxmlformats.org/drawingml/2006/main" noGrp="1"/>
          </p:cNvSpPr>
          <p:nvPr/>
        </p:nvSpPr>
        <p:spPr>
          <a:xfrm xmlns:a="http://schemas.openxmlformats.org/drawingml/2006/main">
            <a:off x="609600" y="3048000"/>
            <a:ext cx="1504950" cy="1390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DAB0C3D-4403-4EA5-BCAB-70376C212E5B}"/>
              </a:ext>
            </a:extLst>
          </p:cNvPr>
          <p:cNvSpPr>
            <a:spLocks xmlns:a="http://schemas.openxmlformats.org/drawingml/2006/main" noGrp="1"/>
          </p:cNvSpPr>
          <p:nvPr/>
        </p:nvSpPr>
        <p:spPr>
          <a:xfrm xmlns:a="http://schemas.openxmlformats.org/drawingml/2006/main">
            <a:off x="723900" y="3219450"/>
            <a:ext cx="1276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25 AGO–2 SEP</a:t>
            </a:r>
          </a:p>
        </p:txBody>
      </p:sp>
      <p:sp>
        <p:nvSpPr>
          <p:cNvPr id="14" name="">
            <a:extLst xmlns:a="http://schemas.openxmlformats.org/drawingml/2006/main">
              <a:ext uri="{FF2B5EF4-FFF2-40B4-BE49-F238E27FC236}">
                <a16:creationId xmlns:a16="http://schemas.microsoft.com/office/drawing/2014/main" id="{E6ABE39E-3157-4B63-B4AA-2C725DA39560}"/>
              </a:ext>
            </a:extLst>
          </p:cNvPr>
          <p:cNvSpPr>
            <a:spLocks xmlns:a="http://schemas.openxmlformats.org/drawingml/2006/main" noGrp="1"/>
          </p:cNvSpPr>
          <p:nvPr/>
        </p:nvSpPr>
        <p:spPr>
          <a:xfrm xmlns:a="http://schemas.openxmlformats.org/drawingml/2006/main">
            <a:off x="723900" y="3733800"/>
            <a:ext cx="1276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FUNDAMENTOS</a:t>
            </a:r>
          </a:p>
        </p:txBody>
      </p:sp>
      <p:sp>
        <p:nvSpPr>
          <p:cNvPr id="15" name="">
            <a:extLst xmlns:a="http://schemas.openxmlformats.org/drawingml/2006/main">
              <a:ext uri="{FF2B5EF4-FFF2-40B4-BE49-F238E27FC236}">
                <a16:creationId xmlns:a16="http://schemas.microsoft.com/office/drawing/2014/main" id="{0E6068F8-58E0-4749-80C7-FEABAF2CACCD}"/>
              </a:ext>
            </a:extLst>
          </p:cNvPr>
          <p:cNvSpPr>
            <a:spLocks xmlns:a="http://schemas.openxmlformats.org/drawingml/2006/main" noGrp="1"/>
          </p:cNvSpPr>
          <p:nvPr/>
        </p:nvSpPr>
        <p:spPr>
          <a:xfrm xmlns:a="http://schemas.openxmlformats.org/drawingml/2006/main">
            <a:off x="2190750" y="3048000"/>
            <a:ext cx="1466850" cy="13906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B941DAD-A6E8-4A1D-9F1B-E1D19E7681DF}"/>
              </a:ext>
            </a:extLst>
          </p:cNvPr>
          <p:cNvSpPr>
            <a:spLocks xmlns:a="http://schemas.openxmlformats.org/drawingml/2006/main" noGrp="1"/>
          </p:cNvSpPr>
          <p:nvPr/>
        </p:nvSpPr>
        <p:spPr>
          <a:xfrm xmlns:a="http://schemas.openxmlformats.org/drawingml/2006/main">
            <a:off x="2305050" y="32194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3–16 SEP</a:t>
            </a:r>
          </a:p>
        </p:txBody>
      </p:sp>
      <p:sp>
        <p:nvSpPr>
          <p:cNvPr id="17" name="">
            <a:extLst xmlns:a="http://schemas.openxmlformats.org/drawingml/2006/main">
              <a:ext uri="{FF2B5EF4-FFF2-40B4-BE49-F238E27FC236}">
                <a16:creationId xmlns:a16="http://schemas.microsoft.com/office/drawing/2014/main" id="{3189C42A-1978-470B-B4B1-3C4B43A0F140}"/>
              </a:ext>
            </a:extLst>
          </p:cNvPr>
          <p:cNvSpPr>
            <a:spLocks xmlns:a="http://schemas.openxmlformats.org/drawingml/2006/main" noGrp="1"/>
          </p:cNvSpPr>
          <p:nvPr/>
        </p:nvSpPr>
        <p:spPr>
          <a:xfrm xmlns:a="http://schemas.openxmlformats.org/drawingml/2006/main">
            <a:off x="2305050" y="37338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EXPECTATIVA + PARTICIPACIÓN</a:t>
            </a:r>
          </a:p>
        </p:txBody>
      </p:sp>
      <p:sp>
        <p:nvSpPr>
          <p:cNvPr id="18" name="">
            <a:extLst xmlns:a="http://schemas.openxmlformats.org/drawingml/2006/main">
              <a:ext uri="{FF2B5EF4-FFF2-40B4-BE49-F238E27FC236}">
                <a16:creationId xmlns:a16="http://schemas.microsoft.com/office/drawing/2014/main" id="{8AC28E02-0247-429C-A496-9B1079A45600}"/>
              </a:ext>
            </a:extLst>
          </p:cNvPr>
          <p:cNvSpPr>
            <a:spLocks xmlns:a="http://schemas.openxmlformats.org/drawingml/2006/main" noGrp="1"/>
          </p:cNvSpPr>
          <p:nvPr/>
        </p:nvSpPr>
        <p:spPr>
          <a:xfrm xmlns:a="http://schemas.openxmlformats.org/drawingml/2006/main">
            <a:off x="3733800" y="3048000"/>
            <a:ext cx="2076450" cy="13906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F2A69D0-86C1-411D-A93B-2D26DC4B8555}"/>
              </a:ext>
            </a:extLst>
          </p:cNvPr>
          <p:cNvSpPr>
            <a:spLocks xmlns:a="http://schemas.openxmlformats.org/drawingml/2006/main" noGrp="1"/>
          </p:cNvSpPr>
          <p:nvPr/>
        </p:nvSpPr>
        <p:spPr>
          <a:xfrm xmlns:a="http://schemas.openxmlformats.org/drawingml/2006/main">
            <a:off x="3848100" y="3219450"/>
            <a:ext cx="1847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17 SEP–2 OCT</a:t>
            </a:r>
          </a:p>
        </p:txBody>
      </p:sp>
      <p:sp>
        <p:nvSpPr>
          <p:cNvPr id="20" name="">
            <a:extLst xmlns:a="http://schemas.openxmlformats.org/drawingml/2006/main">
              <a:ext uri="{FF2B5EF4-FFF2-40B4-BE49-F238E27FC236}">
                <a16:creationId xmlns:a16="http://schemas.microsoft.com/office/drawing/2014/main" id="{46270054-3DAF-454F-8CF0-C4F5E4D6B23C}"/>
              </a:ext>
            </a:extLst>
          </p:cNvPr>
          <p:cNvSpPr>
            <a:spLocks xmlns:a="http://schemas.openxmlformats.org/drawingml/2006/main" noGrp="1"/>
          </p:cNvSpPr>
          <p:nvPr/>
        </p:nvSpPr>
        <p:spPr>
          <a:xfrm xmlns:a="http://schemas.openxmlformats.org/drawingml/2006/main">
            <a:off x="3848100" y="3733800"/>
            <a:ext cx="18478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REVELACIÓN + PREVENTA</a:t>
            </a:r>
          </a:p>
        </p:txBody>
      </p:sp>
      <p:sp>
        <p:nvSpPr>
          <p:cNvPr id="21" name="">
            <a:extLst xmlns:a="http://schemas.openxmlformats.org/drawingml/2006/main">
              <a:ext uri="{FF2B5EF4-FFF2-40B4-BE49-F238E27FC236}">
                <a16:creationId xmlns:a16="http://schemas.microsoft.com/office/drawing/2014/main" id="{ED83334D-76C7-4BB6-B9D1-E091FC8DAF10}"/>
              </a:ext>
            </a:extLst>
          </p:cNvPr>
          <p:cNvSpPr>
            <a:spLocks xmlns:a="http://schemas.openxmlformats.org/drawingml/2006/main" noGrp="1"/>
          </p:cNvSpPr>
          <p:nvPr/>
        </p:nvSpPr>
        <p:spPr>
          <a:xfrm xmlns:a="http://schemas.openxmlformats.org/drawingml/2006/main">
            <a:off x="5886450" y="3048000"/>
            <a:ext cx="1466850" cy="13906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7BAC7CE-1BA2-4EC0-A496-E4251F2606CA}"/>
              </a:ext>
            </a:extLst>
          </p:cNvPr>
          <p:cNvSpPr>
            <a:spLocks xmlns:a="http://schemas.openxmlformats.org/drawingml/2006/main" noGrp="1"/>
          </p:cNvSpPr>
          <p:nvPr/>
        </p:nvSpPr>
        <p:spPr>
          <a:xfrm xmlns:a="http://schemas.openxmlformats.org/drawingml/2006/main">
            <a:off x="6000750" y="321945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3–18 OCT</a:t>
            </a:r>
          </a:p>
        </p:txBody>
      </p:sp>
      <p:sp>
        <p:nvSpPr>
          <p:cNvPr id="23" name="">
            <a:extLst xmlns:a="http://schemas.openxmlformats.org/drawingml/2006/main">
              <a:ext uri="{FF2B5EF4-FFF2-40B4-BE49-F238E27FC236}">
                <a16:creationId xmlns:a16="http://schemas.microsoft.com/office/drawing/2014/main" id="{F034B1F2-03C0-4F20-8E3D-302E4A489B2F}"/>
              </a:ext>
            </a:extLst>
          </p:cNvPr>
          <p:cNvSpPr>
            <a:spLocks xmlns:a="http://schemas.openxmlformats.org/drawingml/2006/main" noGrp="1"/>
          </p:cNvSpPr>
          <p:nvPr/>
        </p:nvSpPr>
        <p:spPr>
          <a:xfrm xmlns:a="http://schemas.openxmlformats.org/drawingml/2006/main">
            <a:off x="6000750" y="3733800"/>
            <a:ext cx="1238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CONVERSIÓN</a:t>
            </a:r>
          </a:p>
        </p:txBody>
      </p:sp>
      <p:sp>
        <p:nvSpPr>
          <p:cNvPr id="24" name="">
            <a:extLst xmlns:a="http://schemas.openxmlformats.org/drawingml/2006/main">
              <a:ext uri="{FF2B5EF4-FFF2-40B4-BE49-F238E27FC236}">
                <a16:creationId xmlns:a16="http://schemas.microsoft.com/office/drawing/2014/main" id="{C47A9BBC-B8B0-4CC2-82CF-4FB3CE4D54BB}"/>
              </a:ext>
            </a:extLst>
          </p:cNvPr>
          <p:cNvSpPr>
            <a:spLocks xmlns:a="http://schemas.openxmlformats.org/drawingml/2006/main" noGrp="1"/>
          </p:cNvSpPr>
          <p:nvPr/>
        </p:nvSpPr>
        <p:spPr>
          <a:xfrm xmlns:a="http://schemas.openxmlformats.org/drawingml/2006/main">
            <a:off x="7429500" y="3048000"/>
            <a:ext cx="1619250" cy="13906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E11E48B-AB02-4039-91DF-499A469D5219}"/>
              </a:ext>
            </a:extLst>
          </p:cNvPr>
          <p:cNvSpPr>
            <a:spLocks xmlns:a="http://schemas.openxmlformats.org/drawingml/2006/main" noGrp="1"/>
          </p:cNvSpPr>
          <p:nvPr/>
        </p:nvSpPr>
        <p:spPr>
          <a:xfrm xmlns:a="http://schemas.openxmlformats.org/drawingml/2006/main">
            <a:off x="7543800" y="321945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19–28 OCT</a:t>
            </a:r>
          </a:p>
        </p:txBody>
      </p:sp>
      <p:sp>
        <p:nvSpPr>
          <p:cNvPr id="26" name="">
            <a:extLst xmlns:a="http://schemas.openxmlformats.org/drawingml/2006/main">
              <a:ext uri="{FF2B5EF4-FFF2-40B4-BE49-F238E27FC236}">
                <a16:creationId xmlns:a16="http://schemas.microsoft.com/office/drawing/2014/main" id="{F27DC1AE-6DE5-4974-A469-8C04AE48A661}"/>
              </a:ext>
            </a:extLst>
          </p:cNvPr>
          <p:cNvSpPr>
            <a:spLocks xmlns:a="http://schemas.openxmlformats.org/drawingml/2006/main" noGrp="1"/>
          </p:cNvSpPr>
          <p:nvPr/>
        </p:nvSpPr>
        <p:spPr>
          <a:xfrm xmlns:a="http://schemas.openxmlformats.org/drawingml/2006/main">
            <a:off x="7543800" y="3733800"/>
            <a:ext cx="1390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ORIENTACIÓN</a:t>
            </a:r>
          </a:p>
        </p:txBody>
      </p:sp>
      <p:sp>
        <p:nvSpPr>
          <p:cNvPr id="27" name="">
            <a:extLst xmlns:a="http://schemas.openxmlformats.org/drawingml/2006/main">
              <a:ext uri="{FF2B5EF4-FFF2-40B4-BE49-F238E27FC236}">
                <a16:creationId xmlns:a16="http://schemas.microsoft.com/office/drawing/2014/main" id="{2ED5D254-89C5-4400-A0DD-A572FF4B1213}"/>
              </a:ext>
            </a:extLst>
          </p:cNvPr>
          <p:cNvSpPr>
            <a:spLocks xmlns:a="http://schemas.openxmlformats.org/drawingml/2006/main" noGrp="1"/>
          </p:cNvSpPr>
          <p:nvPr/>
        </p:nvSpPr>
        <p:spPr>
          <a:xfrm xmlns:a="http://schemas.openxmlformats.org/drawingml/2006/main">
            <a:off x="9124950" y="3048000"/>
            <a:ext cx="1714500" cy="1390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1B84CFB-94E3-4810-BB1D-3B8420CA86D0}"/>
              </a:ext>
            </a:extLst>
          </p:cNvPr>
          <p:cNvSpPr>
            <a:spLocks xmlns:a="http://schemas.openxmlformats.org/drawingml/2006/main" noGrp="1"/>
          </p:cNvSpPr>
          <p:nvPr/>
        </p:nvSpPr>
        <p:spPr>
          <a:xfrm xmlns:a="http://schemas.openxmlformats.org/drawingml/2006/main">
            <a:off x="9239250" y="32194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29 OCT–2 NOV</a:t>
            </a:r>
          </a:p>
        </p:txBody>
      </p:sp>
      <p:sp>
        <p:nvSpPr>
          <p:cNvPr id="29" name="">
            <a:extLst xmlns:a="http://schemas.openxmlformats.org/drawingml/2006/main">
              <a:ext uri="{FF2B5EF4-FFF2-40B4-BE49-F238E27FC236}">
                <a16:creationId xmlns:a16="http://schemas.microsoft.com/office/drawing/2014/main" id="{55A5FEFC-2CB9-4D9E-8942-BDF43690EF4B}"/>
              </a:ext>
            </a:extLst>
          </p:cNvPr>
          <p:cNvSpPr>
            <a:spLocks xmlns:a="http://schemas.openxmlformats.org/drawingml/2006/main" noGrp="1"/>
          </p:cNvSpPr>
          <p:nvPr/>
        </p:nvSpPr>
        <p:spPr>
          <a:xfrm xmlns:a="http://schemas.openxmlformats.org/drawingml/2006/main">
            <a:off x="9239250" y="3733800"/>
            <a:ext cx="14859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EN VIVO</a:t>
            </a:r>
          </a:p>
        </p:txBody>
      </p:sp>
      <p:sp>
        <p:nvSpPr>
          <p:cNvPr id="30" name="">
            <a:extLst xmlns:a="http://schemas.openxmlformats.org/drawingml/2006/main">
              <a:ext uri="{FF2B5EF4-FFF2-40B4-BE49-F238E27FC236}">
                <a16:creationId xmlns:a16="http://schemas.microsoft.com/office/drawing/2014/main" id="{B403BD07-989F-443E-9399-DAF21E8DEE36}"/>
              </a:ext>
            </a:extLst>
          </p:cNvPr>
          <p:cNvSpPr>
            <a:spLocks xmlns:a="http://schemas.openxmlformats.org/drawingml/2006/main" noGrp="1"/>
          </p:cNvSpPr>
          <p:nvPr/>
        </p:nvSpPr>
        <p:spPr>
          <a:xfrm xmlns:a="http://schemas.openxmlformats.org/drawingml/2006/main">
            <a:off x="10915650" y="3048000"/>
            <a:ext cx="1238250" cy="13906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83D6122-4692-480D-98A0-C73DD8EAE52E}"/>
              </a:ext>
            </a:extLst>
          </p:cNvPr>
          <p:cNvSpPr>
            <a:spLocks xmlns:a="http://schemas.openxmlformats.org/drawingml/2006/main" noGrp="1"/>
          </p:cNvSpPr>
          <p:nvPr/>
        </p:nvSpPr>
        <p:spPr>
          <a:xfrm xmlns:a="http://schemas.openxmlformats.org/drawingml/2006/main">
            <a:off x="11029950" y="3219450"/>
            <a:ext cx="1009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3–13 NOV</a:t>
            </a:r>
          </a:p>
        </p:txBody>
      </p:sp>
      <p:sp>
        <p:nvSpPr>
          <p:cNvPr id="32" name="">
            <a:extLst xmlns:a="http://schemas.openxmlformats.org/drawingml/2006/main">
              <a:ext uri="{FF2B5EF4-FFF2-40B4-BE49-F238E27FC236}">
                <a16:creationId xmlns:a16="http://schemas.microsoft.com/office/drawing/2014/main" id="{2E41AEF6-2E20-4496-B366-F5F491DED0F3}"/>
              </a:ext>
            </a:extLst>
          </p:cNvPr>
          <p:cNvSpPr>
            <a:spLocks xmlns:a="http://schemas.openxmlformats.org/drawingml/2006/main" noGrp="1"/>
          </p:cNvSpPr>
          <p:nvPr/>
        </p:nvSpPr>
        <p:spPr>
          <a:xfrm xmlns:a="http://schemas.openxmlformats.org/drawingml/2006/main">
            <a:off x="11029950" y="3733800"/>
            <a:ext cx="1009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i="0">
                <a:solidFill>
                  <a:srgbClr val="FFFFFF"/>
                </a:solidFill>
                <a:latin typeface="DIN Condensed"/>
                <a:ea typeface="DIN Condensed"/>
                <a:cs typeface="DIN Condensed"/>
              </a:defRPr>
            </a:pPr>
            <a:r>
              <a:rPr sz="1500" b="1" i="0">
                <a:solidFill>
                  <a:srgbClr val="FFFFFF"/>
                </a:solidFill>
                <a:latin typeface="DIN Condensed"/>
                <a:ea typeface="DIN Condensed"/>
                <a:cs typeface="DIN Condensed"/>
              </a:rPr>
              <a:t>CIERRE</a:t>
            </a:r>
          </a:p>
        </p:txBody>
      </p:sp>
      <p:sp>
        <p:nvSpPr>
          <p:cNvPr id="33" name="">
            <a:extLst xmlns:a="http://schemas.openxmlformats.org/drawingml/2006/main">
              <a:ext uri="{FF2B5EF4-FFF2-40B4-BE49-F238E27FC236}">
                <a16:creationId xmlns:a16="http://schemas.microsoft.com/office/drawing/2014/main" id="{0C83F265-4378-45E5-B11D-3EC5161E9D65}"/>
              </a:ext>
            </a:extLst>
          </p:cNvPr>
          <p:cNvSpPr>
            <a:spLocks xmlns:a="http://schemas.openxmlformats.org/drawingml/2006/main" noGrp="1"/>
          </p:cNvSpPr>
          <p:nvPr/>
        </p:nvSpPr>
        <p:spPr>
          <a:xfrm xmlns:a="http://schemas.openxmlformats.org/drawingml/2006/main">
            <a:off x="1066800"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D787EC4-BE99-4F46-89F9-EA081690995F}"/>
              </a:ext>
            </a:extLst>
          </p:cNvPr>
          <p:cNvSpPr>
            <a:spLocks xmlns:a="http://schemas.openxmlformats.org/drawingml/2006/main" noGrp="1"/>
          </p:cNvSpPr>
          <p:nvPr/>
        </p:nvSpPr>
        <p:spPr>
          <a:xfrm xmlns:a="http://schemas.openxmlformats.org/drawingml/2006/main">
            <a:off x="552450"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2 SEP</a:t>
            </a:r>
          </a:p>
        </p:txBody>
      </p:sp>
      <p:sp>
        <p:nvSpPr>
          <p:cNvPr id="35" name="">
            <a:extLst xmlns:a="http://schemas.openxmlformats.org/drawingml/2006/main">
              <a:ext uri="{FF2B5EF4-FFF2-40B4-BE49-F238E27FC236}">
                <a16:creationId xmlns:a16="http://schemas.microsoft.com/office/drawing/2014/main" id="{4D8130E0-6CA6-4617-8B7D-9B9369D15962}"/>
              </a:ext>
            </a:extLst>
          </p:cNvPr>
          <p:cNvSpPr>
            <a:spLocks xmlns:a="http://schemas.openxmlformats.org/drawingml/2006/main" noGrp="1"/>
          </p:cNvSpPr>
          <p:nvPr/>
        </p:nvSpPr>
        <p:spPr>
          <a:xfrm xmlns:a="http://schemas.openxmlformats.org/drawingml/2006/main">
            <a:off x="476250"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GO/NO-GO EXPECTATIVA</a:t>
            </a:r>
          </a:p>
        </p:txBody>
      </p:sp>
      <p:sp>
        <p:nvSpPr>
          <p:cNvPr id="36" name="">
            <a:extLst xmlns:a="http://schemas.openxmlformats.org/drawingml/2006/main">
              <a:ext uri="{FF2B5EF4-FFF2-40B4-BE49-F238E27FC236}">
                <a16:creationId xmlns:a16="http://schemas.microsoft.com/office/drawing/2014/main" id="{A3B8D510-A667-45BA-848D-C388B2A87355}"/>
              </a:ext>
            </a:extLst>
          </p:cNvPr>
          <p:cNvSpPr>
            <a:spLocks xmlns:a="http://schemas.openxmlformats.org/drawingml/2006/main" noGrp="1"/>
          </p:cNvSpPr>
          <p:nvPr/>
        </p:nvSpPr>
        <p:spPr>
          <a:xfrm xmlns:a="http://schemas.openxmlformats.org/drawingml/2006/main">
            <a:off x="3581400"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14E41A2-4FF4-4C10-AD4A-230636FAFB95}"/>
              </a:ext>
            </a:extLst>
          </p:cNvPr>
          <p:cNvSpPr>
            <a:spLocks xmlns:a="http://schemas.openxmlformats.org/drawingml/2006/main" noGrp="1"/>
          </p:cNvSpPr>
          <p:nvPr/>
        </p:nvSpPr>
        <p:spPr>
          <a:xfrm xmlns:a="http://schemas.openxmlformats.org/drawingml/2006/main">
            <a:off x="3067050"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17 SEP</a:t>
            </a:r>
          </a:p>
        </p:txBody>
      </p:sp>
      <p:sp>
        <p:nvSpPr>
          <p:cNvPr id="38" name="">
            <a:extLst xmlns:a="http://schemas.openxmlformats.org/drawingml/2006/main">
              <a:ext uri="{FF2B5EF4-FFF2-40B4-BE49-F238E27FC236}">
                <a16:creationId xmlns:a16="http://schemas.microsoft.com/office/drawing/2014/main" id="{AF298CC0-295A-4EDF-AC34-2435CEAEF34D}"/>
              </a:ext>
            </a:extLst>
          </p:cNvPr>
          <p:cNvSpPr>
            <a:spLocks xmlns:a="http://schemas.openxmlformats.org/drawingml/2006/main" noGrp="1"/>
          </p:cNvSpPr>
          <p:nvPr/>
        </p:nvSpPr>
        <p:spPr>
          <a:xfrm xmlns:a="http://schemas.openxmlformats.org/drawingml/2006/main">
            <a:off x="2990850"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VENTA + REVELACIÓN</a:t>
            </a:r>
          </a:p>
        </p:txBody>
      </p:sp>
      <p:sp>
        <p:nvSpPr>
          <p:cNvPr id="39" name="">
            <a:extLst xmlns:a="http://schemas.openxmlformats.org/drawingml/2006/main">
              <a:ext uri="{FF2B5EF4-FFF2-40B4-BE49-F238E27FC236}">
                <a16:creationId xmlns:a16="http://schemas.microsoft.com/office/drawing/2014/main" id="{2469D5A9-A468-4021-A09A-DD1B6692206D}"/>
              </a:ext>
            </a:extLst>
          </p:cNvPr>
          <p:cNvSpPr>
            <a:spLocks xmlns:a="http://schemas.openxmlformats.org/drawingml/2006/main" noGrp="1"/>
          </p:cNvSpPr>
          <p:nvPr/>
        </p:nvSpPr>
        <p:spPr>
          <a:xfrm xmlns:a="http://schemas.openxmlformats.org/drawingml/2006/main">
            <a:off x="5810250"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E75C262-C2B7-4AEE-913E-C7DD85CCB1C7}"/>
              </a:ext>
            </a:extLst>
          </p:cNvPr>
          <p:cNvSpPr>
            <a:spLocks xmlns:a="http://schemas.openxmlformats.org/drawingml/2006/main" noGrp="1"/>
          </p:cNvSpPr>
          <p:nvPr/>
        </p:nvSpPr>
        <p:spPr>
          <a:xfrm xmlns:a="http://schemas.openxmlformats.org/drawingml/2006/main">
            <a:off x="5295900"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2 OCT</a:t>
            </a:r>
          </a:p>
        </p:txBody>
      </p:sp>
      <p:sp>
        <p:nvSpPr>
          <p:cNvPr id="41" name="">
            <a:extLst xmlns:a="http://schemas.openxmlformats.org/drawingml/2006/main">
              <a:ext uri="{FF2B5EF4-FFF2-40B4-BE49-F238E27FC236}">
                <a16:creationId xmlns:a16="http://schemas.microsoft.com/office/drawing/2014/main" id="{A82C2F5C-69C7-4DFF-A46F-FCF8207BD1A6}"/>
              </a:ext>
            </a:extLst>
          </p:cNvPr>
          <p:cNvSpPr>
            <a:spLocks xmlns:a="http://schemas.openxmlformats.org/drawingml/2006/main" noGrp="1"/>
          </p:cNvSpPr>
          <p:nvPr/>
        </p:nvSpPr>
        <p:spPr>
          <a:xfrm xmlns:a="http://schemas.openxmlformats.org/drawingml/2006/main">
            <a:off x="5219700"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CARTEL + PROGRAMA</a:t>
            </a:r>
          </a:p>
        </p:txBody>
      </p:sp>
      <p:sp>
        <p:nvSpPr>
          <p:cNvPr id="42" name="">
            <a:extLst xmlns:a="http://schemas.openxmlformats.org/drawingml/2006/main">
              <a:ext uri="{FF2B5EF4-FFF2-40B4-BE49-F238E27FC236}">
                <a16:creationId xmlns:a16="http://schemas.microsoft.com/office/drawing/2014/main" id="{C82A14AD-8C3F-4137-AB8C-51FE37F76C12}"/>
              </a:ext>
            </a:extLst>
          </p:cNvPr>
          <p:cNvSpPr>
            <a:spLocks xmlns:a="http://schemas.openxmlformats.org/drawingml/2006/main" noGrp="1"/>
          </p:cNvSpPr>
          <p:nvPr/>
        </p:nvSpPr>
        <p:spPr>
          <a:xfrm xmlns:a="http://schemas.openxmlformats.org/drawingml/2006/main">
            <a:off x="8763000"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EC345790-1CEE-48F8-BE85-4181314FA4FA}"/>
              </a:ext>
            </a:extLst>
          </p:cNvPr>
          <p:cNvSpPr>
            <a:spLocks xmlns:a="http://schemas.openxmlformats.org/drawingml/2006/main" noGrp="1"/>
          </p:cNvSpPr>
          <p:nvPr/>
        </p:nvSpPr>
        <p:spPr>
          <a:xfrm xmlns:a="http://schemas.openxmlformats.org/drawingml/2006/main">
            <a:off x="8248650"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21 OCT</a:t>
            </a:r>
          </a:p>
        </p:txBody>
      </p:sp>
      <p:sp>
        <p:nvSpPr>
          <p:cNvPr id="44" name="">
            <a:extLst xmlns:a="http://schemas.openxmlformats.org/drawingml/2006/main">
              <a:ext uri="{FF2B5EF4-FFF2-40B4-BE49-F238E27FC236}">
                <a16:creationId xmlns:a16="http://schemas.microsoft.com/office/drawing/2014/main" id="{9E3F30C5-ED67-4200-B275-D9D7F963BA3B}"/>
              </a:ext>
            </a:extLst>
          </p:cNvPr>
          <p:cNvSpPr>
            <a:spLocks xmlns:a="http://schemas.openxmlformats.org/drawingml/2006/main" noGrp="1"/>
          </p:cNvSpPr>
          <p:nvPr/>
        </p:nvSpPr>
        <p:spPr>
          <a:xfrm xmlns:a="http://schemas.openxmlformats.org/drawingml/2006/main">
            <a:off x="8172450"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GUÍA MÓVIL</a:t>
            </a:r>
          </a:p>
        </p:txBody>
      </p:sp>
      <p:sp>
        <p:nvSpPr>
          <p:cNvPr id="45" name="">
            <a:extLst xmlns:a="http://schemas.openxmlformats.org/drawingml/2006/main">
              <a:ext uri="{FF2B5EF4-FFF2-40B4-BE49-F238E27FC236}">
                <a16:creationId xmlns:a16="http://schemas.microsoft.com/office/drawing/2014/main" id="{E8597163-0DF5-4447-B198-917A60E6E412}"/>
              </a:ext>
            </a:extLst>
          </p:cNvPr>
          <p:cNvSpPr>
            <a:spLocks xmlns:a="http://schemas.openxmlformats.org/drawingml/2006/main" noGrp="1"/>
          </p:cNvSpPr>
          <p:nvPr/>
        </p:nvSpPr>
        <p:spPr>
          <a:xfrm xmlns:a="http://schemas.openxmlformats.org/drawingml/2006/main">
            <a:off x="10620375" y="4705350"/>
            <a:ext cx="38100" cy="6096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126A2548-7411-4AFD-8783-CF0C70235C3D}"/>
              </a:ext>
            </a:extLst>
          </p:cNvPr>
          <p:cNvSpPr>
            <a:spLocks xmlns:a="http://schemas.openxmlformats.org/drawingml/2006/main" noGrp="1"/>
          </p:cNvSpPr>
          <p:nvPr/>
        </p:nvSpPr>
        <p:spPr>
          <a:xfrm xmlns:a="http://schemas.openxmlformats.org/drawingml/2006/main">
            <a:off x="10106025" y="53530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750" b="1" i="0">
                <a:solidFill>
                  <a:srgbClr val="FFC928"/>
                </a:solidFill>
                <a:latin typeface="Avenir Next"/>
                <a:ea typeface="Avenir Next"/>
                <a:cs typeface="Avenir Next"/>
              </a:defRPr>
            </a:pPr>
            <a:r>
              <a:rPr sz="750" b="1" i="0">
                <a:solidFill>
                  <a:srgbClr val="FFC928"/>
                </a:solidFill>
                <a:latin typeface="Avenir Next"/>
                <a:ea typeface="Avenir Next"/>
                <a:cs typeface="Avenir Next"/>
              </a:rPr>
              <a:t>28 OCT</a:t>
            </a:r>
          </a:p>
        </p:txBody>
      </p:sp>
      <p:sp>
        <p:nvSpPr>
          <p:cNvPr id="47" name="">
            <a:extLst xmlns:a="http://schemas.openxmlformats.org/drawingml/2006/main">
              <a:ext uri="{FF2B5EF4-FFF2-40B4-BE49-F238E27FC236}">
                <a16:creationId xmlns:a16="http://schemas.microsoft.com/office/drawing/2014/main" id="{077C4BF4-5DF1-4037-A924-2E908AF2359C}"/>
              </a:ext>
            </a:extLst>
          </p:cNvPr>
          <p:cNvSpPr>
            <a:spLocks xmlns:a="http://schemas.openxmlformats.org/drawingml/2006/main" noGrp="1"/>
          </p:cNvSpPr>
          <p:nvPr/>
        </p:nvSpPr>
        <p:spPr>
          <a:xfrm xmlns:a="http://schemas.openxmlformats.org/drawingml/2006/main">
            <a:off x="10029825" y="5543550"/>
            <a:ext cx="1181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600" b="1" i="0">
                <a:solidFill>
                  <a:srgbClr val="FFFFFF"/>
                </a:solidFill>
                <a:latin typeface="Avenir Next"/>
                <a:ea typeface="Avenir Next"/>
                <a:cs typeface="Avenir Next"/>
              </a:defRPr>
            </a:pPr>
            <a:r>
              <a:rPr sz="600" b="1" i="0">
                <a:solidFill>
                  <a:srgbClr val="FFFFFF"/>
                </a:solidFill>
                <a:latin typeface="Avenir Next"/>
                <a:ea typeface="Avenir Next"/>
                <a:cs typeface="Avenir Next"/>
              </a:rPr>
              <a:t>SIMULACRO + CIERRE</a:t>
            </a:r>
          </a:p>
        </p:txBody>
      </p:sp>
      <p:sp>
        <p:nvSpPr>
          <p:cNvPr id="48" name="">
            <a:extLst xmlns:a="http://schemas.openxmlformats.org/drawingml/2006/main">
              <a:ext uri="{FF2B5EF4-FFF2-40B4-BE49-F238E27FC236}">
                <a16:creationId xmlns:a16="http://schemas.microsoft.com/office/drawing/2014/main" id="{46717B38-F23E-403B-AA4C-44D2717BD5DA}"/>
              </a:ext>
            </a:extLst>
          </p:cNvPr>
          <p:cNvSpPr>
            <a:spLocks xmlns:a="http://schemas.openxmlformats.org/drawingml/2006/main" noGrp="1"/>
          </p:cNvSpPr>
          <p:nvPr/>
        </p:nvSpPr>
        <p:spPr>
          <a:xfrm xmlns:a="http://schemas.openxmlformats.org/drawingml/2006/main">
            <a:off x="609600" y="5943600"/>
            <a:ext cx="10972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900" b="1" i="0">
                <a:solidFill>
                  <a:srgbClr val="FFFFFF">
                    <a:alpha val="76000"/>
                  </a:srgbClr>
                </a:solidFill>
                <a:latin typeface="Avenir Next"/>
                <a:ea typeface="Avenir Next"/>
                <a:cs typeface="Avenir Next"/>
              </a:defRPr>
            </a:pPr>
            <a:r>
              <a:rPr sz="900" b="1" i="0">
                <a:solidFill>
                  <a:srgbClr val="FFFFFF">
                    <a:alpha val="76000"/>
                  </a:srgbClr>
                </a:solidFill>
                <a:latin typeface="Avenir Next"/>
                <a:ea typeface="Avenir Next"/>
                <a:cs typeface="Avenir Next"/>
              </a:rPr>
              <a:t>CADA HITO ES UN CONTROL DE APROBACIÓN; NO UNA FECHA AUTOMÁTICA DE SALIDA.</a:t>
            </a:r>
          </a:p>
        </p:txBody>
      </p:sp>
    </p:spTree>
    <p:extLst>
      <p:ext uri="{BB962C8B-B14F-4D97-AF65-F5344CB8AC3E}">
        <p14:creationId xmlns:p14="http://schemas.microsoft.com/office/powerpoint/2010/main" val="25750889"/>
      </p:ext>
    </p:extLst>
  </p:cSld>
</p:sld>
</file>

<file path=ppt/slides/slide32.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0FBDE1E7-804A-43E0-9A28-7A84CE83997B}"/>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8F5A729-CC23-4EE3-9371-0958E9C8BFDF}"/>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CBB23D3-41F0-4449-8F59-F04FB246C24E}"/>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1E8BB11-7706-48AC-BCAB-DE2A5D784F8D}"/>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4311DB3-83EA-40BC-AF8A-5F389057333F}"/>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09A5B5-3927-468A-BCF8-E23D2092C6BF}"/>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RITMO Y FLUJO DEL EQUIPO</a:t>
            </a:r>
          </a:p>
        </p:txBody>
      </p:sp>
      <p:sp>
        <p:nvSpPr>
          <p:cNvPr id="7" name="">
            <a:extLst xmlns:a="http://schemas.openxmlformats.org/drawingml/2006/main">
              <a:ext uri="{FF2B5EF4-FFF2-40B4-BE49-F238E27FC236}">
                <a16:creationId xmlns:a16="http://schemas.microsoft.com/office/drawing/2014/main" id="{6962CC39-D82D-4B3C-B12F-6006D819273C}"/>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CF2A6C1C-3CF2-458F-8552-5CE62780D7F0}"/>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32</a:t>
            </a:r>
          </a:p>
        </p:txBody>
      </p:sp>
      <p:sp>
        <p:nvSpPr>
          <p:cNvPr id="9" name="">
            <a:extLst xmlns:a="http://schemas.openxmlformats.org/drawingml/2006/main">
              <a:ext uri="{FF2B5EF4-FFF2-40B4-BE49-F238E27FC236}">
                <a16:creationId xmlns:a16="http://schemas.microsoft.com/office/drawing/2014/main" id="{F932328E-FFE9-442C-80CB-4F94B5F9C7A9}"/>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CÓMO TRABAJAMOS</a:t>
            </a:r>
          </a:p>
        </p:txBody>
      </p:sp>
      <p:sp>
        <p:nvSpPr>
          <p:cNvPr id="10" name="">
            <a:extLst xmlns:a="http://schemas.openxmlformats.org/drawingml/2006/main">
              <a:ext uri="{FF2B5EF4-FFF2-40B4-BE49-F238E27FC236}">
                <a16:creationId xmlns:a16="http://schemas.microsoft.com/office/drawing/2014/main" id="{BF01D89E-DE9A-4F4E-9E8B-E62E350AFBB3}"/>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25112C"/>
                </a:solidFill>
                <a:latin typeface="DIN Condensed"/>
                <a:ea typeface="DIN Condensed"/>
                <a:cs typeface="DIN Condensed"/>
              </a:defRPr>
            </a:pPr>
            <a:r>
              <a:rPr sz="4200" b="1" i="0">
                <a:solidFill>
                  <a:srgbClr val="25112C"/>
                </a:solidFill>
                <a:latin typeface="DIN Condensed"/>
                <a:ea typeface="DIN Condensed"/>
                <a:cs typeface="DIN Condensed"/>
              </a:rPr>
              <a:t>Una verdad. Un lote. Una decisión.</a:t>
            </a:r>
          </a:p>
        </p:txBody>
      </p:sp>
      <p:sp>
        <p:nvSpPr>
          <p:cNvPr id="11" name="">
            <a:extLst xmlns:a="http://schemas.openxmlformats.org/drawingml/2006/main">
              <a:ext uri="{FF2B5EF4-FFF2-40B4-BE49-F238E27FC236}">
                <a16:creationId xmlns:a16="http://schemas.microsoft.com/office/drawing/2014/main" id="{B9108DD6-6613-4024-AA9C-B98E97045306}"/>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El ritmo reduce urgencias, protege aprobaciones y conecta al frente dueño con la salida y el dato.</a:t>
            </a:r>
          </a:p>
        </p:txBody>
      </p:sp>
      <p:sp>
        <p:nvSpPr>
          <p:cNvPr id="12" name="">
            <a:extLst xmlns:a="http://schemas.openxmlformats.org/drawingml/2006/main">
              <a:ext uri="{FF2B5EF4-FFF2-40B4-BE49-F238E27FC236}">
                <a16:creationId xmlns:a16="http://schemas.microsoft.com/office/drawing/2014/main" id="{4F6FE670-26FB-4D05-94B7-C91718C1E81E}"/>
              </a:ext>
            </a:extLst>
          </p:cNvPr>
          <p:cNvSpPr>
            <a:spLocks xmlns:a="http://schemas.openxmlformats.org/drawingml/2006/main" noGrp="1"/>
          </p:cNvSpPr>
          <p:nvPr/>
        </p:nvSpPr>
        <p:spPr>
          <a:xfrm xmlns:a="http://schemas.openxmlformats.org/drawingml/2006/main">
            <a:off x="609600" y="2762250"/>
            <a:ext cx="1962150" cy="22669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9215C54-C9D3-4C37-95C8-F748D1243090}"/>
              </a:ext>
            </a:extLst>
          </p:cNvPr>
          <p:cNvSpPr>
            <a:spLocks xmlns:a="http://schemas.openxmlformats.org/drawingml/2006/main" noGrp="1"/>
          </p:cNvSpPr>
          <p:nvPr/>
        </p:nvSpPr>
        <p:spPr>
          <a:xfrm xmlns:a="http://schemas.openxmlformats.org/drawingml/2006/main">
            <a:off x="76200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LUN</a:t>
            </a:r>
          </a:p>
        </p:txBody>
      </p:sp>
      <p:sp>
        <p:nvSpPr>
          <p:cNvPr id="14" name="">
            <a:extLst xmlns:a="http://schemas.openxmlformats.org/drawingml/2006/main">
              <a:ext uri="{FF2B5EF4-FFF2-40B4-BE49-F238E27FC236}">
                <a16:creationId xmlns:a16="http://schemas.microsoft.com/office/drawing/2014/main" id="{B849C107-4CA3-43DD-BDA5-E418DE259661}"/>
              </a:ext>
            </a:extLst>
          </p:cNvPr>
          <p:cNvSpPr>
            <a:spLocks xmlns:a="http://schemas.openxmlformats.org/drawingml/2006/main" noGrp="1"/>
          </p:cNvSpPr>
          <p:nvPr/>
        </p:nvSpPr>
        <p:spPr>
          <a:xfrm xmlns:a="http://schemas.openxmlformats.org/drawingml/2006/main">
            <a:off x="76200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VERDAD</a:t>
            </a:r>
          </a:p>
        </p:txBody>
      </p:sp>
      <p:sp>
        <p:nvSpPr>
          <p:cNvPr id="15" name="">
            <a:extLst xmlns:a="http://schemas.openxmlformats.org/drawingml/2006/main">
              <a:ext uri="{FF2B5EF4-FFF2-40B4-BE49-F238E27FC236}">
                <a16:creationId xmlns:a16="http://schemas.microsoft.com/office/drawing/2014/main" id="{A3E444AF-EAF3-4F4B-A54F-BFC217258D34}"/>
              </a:ext>
            </a:extLst>
          </p:cNvPr>
          <p:cNvSpPr>
            <a:spLocks xmlns:a="http://schemas.openxmlformats.org/drawingml/2006/main" noGrp="1"/>
          </p:cNvSpPr>
          <p:nvPr/>
        </p:nvSpPr>
        <p:spPr>
          <a:xfrm xmlns:a="http://schemas.openxmlformats.org/drawingml/2006/main">
            <a:off x="76200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prioridades · cambios · bloqueos</a:t>
            </a:r>
          </a:p>
        </p:txBody>
      </p:sp>
      <p:sp>
        <p:nvSpPr>
          <p:cNvPr id="16" name="">
            <a:extLst xmlns:a="http://schemas.openxmlformats.org/drawingml/2006/main">
              <a:ext uri="{FF2B5EF4-FFF2-40B4-BE49-F238E27FC236}">
                <a16:creationId xmlns:a16="http://schemas.microsoft.com/office/drawing/2014/main" id="{8802CF0D-6C88-4250-BAFE-A7E7959A77DA}"/>
              </a:ext>
            </a:extLst>
          </p:cNvPr>
          <p:cNvSpPr>
            <a:spLocks xmlns:a="http://schemas.openxmlformats.org/drawingml/2006/main" noGrp="1"/>
          </p:cNvSpPr>
          <p:nvPr/>
        </p:nvSpPr>
        <p:spPr>
          <a:xfrm xmlns:a="http://schemas.openxmlformats.org/drawingml/2006/main">
            <a:off x="2800350" y="2762250"/>
            <a:ext cx="1962150" cy="22669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228EE6-E867-4567-924A-813C9670AB33}"/>
              </a:ext>
            </a:extLst>
          </p:cNvPr>
          <p:cNvSpPr>
            <a:spLocks xmlns:a="http://schemas.openxmlformats.org/drawingml/2006/main" noGrp="1"/>
          </p:cNvSpPr>
          <p:nvPr/>
        </p:nvSpPr>
        <p:spPr>
          <a:xfrm xmlns:a="http://schemas.openxmlformats.org/drawingml/2006/main">
            <a:off x="295275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MAR</a:t>
            </a:r>
          </a:p>
        </p:txBody>
      </p:sp>
      <p:sp>
        <p:nvSpPr>
          <p:cNvPr id="18" name="">
            <a:extLst xmlns:a="http://schemas.openxmlformats.org/drawingml/2006/main">
              <a:ext uri="{FF2B5EF4-FFF2-40B4-BE49-F238E27FC236}">
                <a16:creationId xmlns:a16="http://schemas.microsoft.com/office/drawing/2014/main" id="{55744193-A45A-4C38-97C8-B7596A6103D7}"/>
              </a:ext>
            </a:extLst>
          </p:cNvPr>
          <p:cNvSpPr>
            <a:spLocks xmlns:a="http://schemas.openxmlformats.org/drawingml/2006/main" noGrp="1"/>
          </p:cNvSpPr>
          <p:nvPr/>
        </p:nvSpPr>
        <p:spPr>
          <a:xfrm xmlns:a="http://schemas.openxmlformats.org/drawingml/2006/main">
            <a:off x="295275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ENCARGO</a:t>
            </a:r>
          </a:p>
        </p:txBody>
      </p:sp>
      <p:sp>
        <p:nvSpPr>
          <p:cNvPr id="19" name="">
            <a:extLst xmlns:a="http://schemas.openxmlformats.org/drawingml/2006/main">
              <a:ext uri="{FF2B5EF4-FFF2-40B4-BE49-F238E27FC236}">
                <a16:creationId xmlns:a16="http://schemas.microsoft.com/office/drawing/2014/main" id="{871134CD-1C3B-4539-8D96-421287C810D7}"/>
              </a:ext>
            </a:extLst>
          </p:cNvPr>
          <p:cNvSpPr>
            <a:spLocks xmlns:a="http://schemas.openxmlformats.org/drawingml/2006/main" noGrp="1"/>
          </p:cNvSpPr>
          <p:nvPr/>
        </p:nvSpPr>
        <p:spPr>
          <a:xfrm xmlns:a="http://schemas.openxmlformats.org/drawingml/2006/main">
            <a:off x="295275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fuente · objetivo · llamado · formatos</a:t>
            </a:r>
          </a:p>
        </p:txBody>
      </p:sp>
      <p:sp>
        <p:nvSpPr>
          <p:cNvPr id="20" name="">
            <a:extLst xmlns:a="http://schemas.openxmlformats.org/drawingml/2006/main">
              <a:ext uri="{FF2B5EF4-FFF2-40B4-BE49-F238E27FC236}">
                <a16:creationId xmlns:a16="http://schemas.microsoft.com/office/drawing/2014/main" id="{4A1C8E17-0470-49F8-A1D7-E2572A15D567}"/>
              </a:ext>
            </a:extLst>
          </p:cNvPr>
          <p:cNvSpPr>
            <a:spLocks xmlns:a="http://schemas.openxmlformats.org/drawingml/2006/main" noGrp="1"/>
          </p:cNvSpPr>
          <p:nvPr/>
        </p:nvSpPr>
        <p:spPr>
          <a:xfrm xmlns:a="http://schemas.openxmlformats.org/drawingml/2006/main">
            <a:off x="4991100" y="2762250"/>
            <a:ext cx="1962150" cy="22669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A3BA8F8-541C-4601-B321-F2F92872588C}"/>
              </a:ext>
            </a:extLst>
          </p:cNvPr>
          <p:cNvSpPr>
            <a:spLocks xmlns:a="http://schemas.openxmlformats.org/drawingml/2006/main" noGrp="1"/>
          </p:cNvSpPr>
          <p:nvPr/>
        </p:nvSpPr>
        <p:spPr>
          <a:xfrm xmlns:a="http://schemas.openxmlformats.org/drawingml/2006/main">
            <a:off x="514350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MIÉ</a:t>
            </a:r>
          </a:p>
        </p:txBody>
      </p:sp>
      <p:sp>
        <p:nvSpPr>
          <p:cNvPr id="22" name="">
            <a:extLst xmlns:a="http://schemas.openxmlformats.org/drawingml/2006/main">
              <a:ext uri="{FF2B5EF4-FFF2-40B4-BE49-F238E27FC236}">
                <a16:creationId xmlns:a16="http://schemas.microsoft.com/office/drawing/2014/main" id="{BB4AC08C-FC4F-4EC7-9360-EBD71524DB01}"/>
              </a:ext>
            </a:extLst>
          </p:cNvPr>
          <p:cNvSpPr>
            <a:spLocks xmlns:a="http://schemas.openxmlformats.org/drawingml/2006/main" noGrp="1"/>
          </p:cNvSpPr>
          <p:nvPr/>
        </p:nvSpPr>
        <p:spPr>
          <a:xfrm xmlns:a="http://schemas.openxmlformats.org/drawingml/2006/main">
            <a:off x="514350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PRODUCCIÓN</a:t>
            </a:r>
          </a:p>
        </p:txBody>
      </p:sp>
      <p:sp>
        <p:nvSpPr>
          <p:cNvPr id="23" name="">
            <a:extLst xmlns:a="http://schemas.openxmlformats.org/drawingml/2006/main">
              <a:ext uri="{FF2B5EF4-FFF2-40B4-BE49-F238E27FC236}">
                <a16:creationId xmlns:a16="http://schemas.microsoft.com/office/drawing/2014/main" id="{9BF9EA9B-80C2-480A-8CD1-EEF1AAAD8AC2}"/>
              </a:ext>
            </a:extLst>
          </p:cNvPr>
          <p:cNvSpPr>
            <a:spLocks xmlns:a="http://schemas.openxmlformats.org/drawingml/2006/main" noGrp="1"/>
          </p:cNvSpPr>
          <p:nvPr/>
        </p:nvSpPr>
        <p:spPr>
          <a:xfrm xmlns:a="http://schemas.openxmlformats.org/drawingml/2006/main">
            <a:off x="514350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diseño · video · texto · adaptaciones</a:t>
            </a:r>
          </a:p>
        </p:txBody>
      </p:sp>
      <p:sp>
        <p:nvSpPr>
          <p:cNvPr id="24" name="">
            <a:extLst xmlns:a="http://schemas.openxmlformats.org/drawingml/2006/main">
              <a:ext uri="{FF2B5EF4-FFF2-40B4-BE49-F238E27FC236}">
                <a16:creationId xmlns:a16="http://schemas.microsoft.com/office/drawing/2014/main" id="{7014E579-604E-401B-A913-E35D621E913F}"/>
              </a:ext>
            </a:extLst>
          </p:cNvPr>
          <p:cNvSpPr>
            <a:spLocks xmlns:a="http://schemas.openxmlformats.org/drawingml/2006/main" noGrp="1"/>
          </p:cNvSpPr>
          <p:nvPr/>
        </p:nvSpPr>
        <p:spPr>
          <a:xfrm xmlns:a="http://schemas.openxmlformats.org/drawingml/2006/main">
            <a:off x="7181850" y="2762250"/>
            <a:ext cx="1962150" cy="22669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FB5BD87-E48E-4DBE-8DE4-EAB09E469451}"/>
              </a:ext>
            </a:extLst>
          </p:cNvPr>
          <p:cNvSpPr>
            <a:spLocks xmlns:a="http://schemas.openxmlformats.org/drawingml/2006/main" noGrp="1"/>
          </p:cNvSpPr>
          <p:nvPr/>
        </p:nvSpPr>
        <p:spPr>
          <a:xfrm xmlns:a="http://schemas.openxmlformats.org/drawingml/2006/main">
            <a:off x="733425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JUE</a:t>
            </a:r>
          </a:p>
        </p:txBody>
      </p:sp>
      <p:sp>
        <p:nvSpPr>
          <p:cNvPr id="26" name="">
            <a:extLst xmlns:a="http://schemas.openxmlformats.org/drawingml/2006/main">
              <a:ext uri="{FF2B5EF4-FFF2-40B4-BE49-F238E27FC236}">
                <a16:creationId xmlns:a16="http://schemas.microsoft.com/office/drawing/2014/main" id="{F53B96D2-44A6-4E25-8539-66470709BF67}"/>
              </a:ext>
            </a:extLst>
          </p:cNvPr>
          <p:cNvSpPr>
            <a:spLocks xmlns:a="http://schemas.openxmlformats.org/drawingml/2006/main" noGrp="1"/>
          </p:cNvSpPr>
          <p:nvPr/>
        </p:nvSpPr>
        <p:spPr>
          <a:xfrm xmlns:a="http://schemas.openxmlformats.org/drawingml/2006/main">
            <a:off x="733425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REVISIÓN</a:t>
            </a:r>
          </a:p>
        </p:txBody>
      </p:sp>
      <p:sp>
        <p:nvSpPr>
          <p:cNvPr id="27" name="">
            <a:extLst xmlns:a="http://schemas.openxmlformats.org/drawingml/2006/main">
              <a:ext uri="{FF2B5EF4-FFF2-40B4-BE49-F238E27FC236}">
                <a16:creationId xmlns:a16="http://schemas.microsoft.com/office/drawing/2014/main" id="{FFC47B54-6896-437C-AFD7-F2A7BC6CD43B}"/>
              </a:ext>
            </a:extLst>
          </p:cNvPr>
          <p:cNvSpPr>
            <a:spLocks xmlns:a="http://schemas.openxmlformats.org/drawingml/2006/main" noGrp="1"/>
          </p:cNvSpPr>
          <p:nvPr/>
        </p:nvSpPr>
        <p:spPr>
          <a:xfrm xmlns:a="http://schemas.openxmlformats.org/drawingml/2006/main">
            <a:off x="733425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calidad · cultura · operación · derechos</a:t>
            </a:r>
          </a:p>
        </p:txBody>
      </p:sp>
      <p:sp>
        <p:nvSpPr>
          <p:cNvPr id="28" name="">
            <a:extLst xmlns:a="http://schemas.openxmlformats.org/drawingml/2006/main">
              <a:ext uri="{FF2B5EF4-FFF2-40B4-BE49-F238E27FC236}">
                <a16:creationId xmlns:a16="http://schemas.microsoft.com/office/drawing/2014/main" id="{3445F499-DD6B-4E59-BBB0-6C7A98746725}"/>
              </a:ext>
            </a:extLst>
          </p:cNvPr>
          <p:cNvSpPr>
            <a:spLocks xmlns:a="http://schemas.openxmlformats.org/drawingml/2006/main" noGrp="1"/>
          </p:cNvSpPr>
          <p:nvPr/>
        </p:nvSpPr>
        <p:spPr>
          <a:xfrm xmlns:a="http://schemas.openxmlformats.org/drawingml/2006/main">
            <a:off x="9372600" y="2762250"/>
            <a:ext cx="1962150" cy="2266950"/>
          </a:xfrm>
          <a:prstGeom xmlns:a="http://schemas.openxmlformats.org/drawingml/2006/main" prst="rect">
            <a:avLst/>
          </a:prstGeom>
          <a:solidFill xmlns:a="http://schemas.openxmlformats.org/drawingml/2006/main">
            <a:srgbClr val="2B0D3B"/>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059BBA5-C984-41D0-985E-14D794C6F50A}"/>
              </a:ext>
            </a:extLst>
          </p:cNvPr>
          <p:cNvSpPr>
            <a:spLocks xmlns:a="http://schemas.openxmlformats.org/drawingml/2006/main" noGrp="1"/>
          </p:cNvSpPr>
          <p:nvPr/>
        </p:nvSpPr>
        <p:spPr>
          <a:xfrm xmlns:a="http://schemas.openxmlformats.org/drawingml/2006/main">
            <a:off x="9525000" y="30670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VIE</a:t>
            </a:r>
          </a:p>
        </p:txBody>
      </p:sp>
      <p:sp>
        <p:nvSpPr>
          <p:cNvPr id="30" name="">
            <a:extLst xmlns:a="http://schemas.openxmlformats.org/drawingml/2006/main">
              <a:ext uri="{FF2B5EF4-FFF2-40B4-BE49-F238E27FC236}">
                <a16:creationId xmlns:a16="http://schemas.microsoft.com/office/drawing/2014/main" id="{D38363AA-88A2-407E-932C-275D044C43ED}"/>
              </a:ext>
            </a:extLst>
          </p:cNvPr>
          <p:cNvSpPr>
            <a:spLocks xmlns:a="http://schemas.openxmlformats.org/drawingml/2006/main" noGrp="1"/>
          </p:cNvSpPr>
          <p:nvPr/>
        </p:nvSpPr>
        <p:spPr>
          <a:xfrm xmlns:a="http://schemas.openxmlformats.org/drawingml/2006/main">
            <a:off x="9525000" y="36195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CIERRE + DATO</a:t>
            </a:r>
          </a:p>
        </p:txBody>
      </p:sp>
      <p:sp>
        <p:nvSpPr>
          <p:cNvPr id="31" name="">
            <a:extLst xmlns:a="http://schemas.openxmlformats.org/drawingml/2006/main">
              <a:ext uri="{FF2B5EF4-FFF2-40B4-BE49-F238E27FC236}">
                <a16:creationId xmlns:a16="http://schemas.microsoft.com/office/drawing/2014/main" id="{AE070921-8670-4580-9AE4-FBDE59E651D3}"/>
              </a:ext>
            </a:extLst>
          </p:cNvPr>
          <p:cNvSpPr>
            <a:spLocks xmlns:a="http://schemas.openxmlformats.org/drawingml/2006/main" noGrp="1"/>
          </p:cNvSpPr>
          <p:nvPr/>
        </p:nvSpPr>
        <p:spPr>
          <a:xfrm xmlns:a="http://schemas.openxmlformats.org/drawingml/2006/main">
            <a:off x="9525000" y="4305300"/>
            <a:ext cx="1657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aprobar · medir · decidir · cerrar</a:t>
            </a:r>
          </a:p>
        </p:txBody>
      </p:sp>
      <p:sp>
        <p:nvSpPr>
          <p:cNvPr id="32" name="">
            <a:extLst xmlns:a="http://schemas.openxmlformats.org/drawingml/2006/main">
              <a:ext uri="{FF2B5EF4-FFF2-40B4-BE49-F238E27FC236}">
                <a16:creationId xmlns:a16="http://schemas.microsoft.com/office/drawing/2014/main" id="{1DA14A1E-1967-484B-8B04-7590DC194DB2}"/>
              </a:ext>
            </a:extLst>
          </p:cNvPr>
          <p:cNvSpPr>
            <a:spLocks xmlns:a="http://schemas.openxmlformats.org/drawingml/2006/main" noGrp="1"/>
          </p:cNvSpPr>
          <p:nvPr/>
        </p:nvSpPr>
        <p:spPr>
          <a:xfrm xmlns:a="http://schemas.openxmlformats.org/drawingml/2006/main">
            <a:off x="609600" y="5429250"/>
            <a:ext cx="1074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DIRECCIÓN → FRENTE DUEÑO → ENCARGO → DISEÑO/AUDIOVISUAL → APROBACIÓN → SALIDA → DATO → DECISIÓN</a:t>
            </a:r>
          </a:p>
        </p:txBody>
      </p:sp>
    </p:spTree>
    <p:extLst>
      <p:ext uri="{BB962C8B-B14F-4D97-AF65-F5344CB8AC3E}">
        <p14:creationId xmlns:p14="http://schemas.microsoft.com/office/powerpoint/2010/main" val="1976164179"/>
      </p:ext>
    </p:extLst>
  </p:cSld>
</p:sld>
</file>

<file path=ppt/slides/slide33.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96AC3A0-EFE0-4926-9B53-A8BA1087C70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DD36CF-F7DD-4F5F-B8DB-92BAA76EB1C3}"/>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F03A6BD-643F-45A5-B81A-CEDFC9D4490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6D1D044-5276-47C9-AA1A-DBC15505DEEC}"/>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8FBB0C7-B3F5-465F-BDC2-80E7F73D54E4}"/>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DD9CA05-6C70-44DC-954F-95D44D353903}"/>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01</a:t>
            </a:r>
          </a:p>
        </p:txBody>
      </p:sp>
      <p:sp>
        <p:nvSpPr>
          <p:cNvPr id="7" name="">
            <a:extLst xmlns:a="http://schemas.openxmlformats.org/drawingml/2006/main">
              <a:ext uri="{FF2B5EF4-FFF2-40B4-BE49-F238E27FC236}">
                <a16:creationId xmlns:a16="http://schemas.microsoft.com/office/drawing/2014/main" id="{AE8DC086-E322-4060-9981-4CF037F0E83F}"/>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33</a:t>
            </a:r>
          </a:p>
        </p:txBody>
      </p:sp>
      <p:sp>
        <p:nvSpPr>
          <p:cNvPr id="8" name="">
            <a:extLst xmlns:a="http://schemas.openxmlformats.org/drawingml/2006/main">
              <a:ext uri="{FF2B5EF4-FFF2-40B4-BE49-F238E27FC236}">
                <a16:creationId xmlns:a16="http://schemas.microsoft.com/office/drawing/2014/main" id="{3C140828-2578-42E8-8506-06A7A3994621}"/>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DA6613A-FCFE-41BD-96D4-D1252D09A4E3}"/>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98418D5B-186F-453C-8C60-27E9FF15903E}"/>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01</a:t>
            </a:r>
          </a:p>
        </p:txBody>
      </p:sp>
      <p:sp>
        <p:nvSpPr>
          <p:cNvPr id="11" name="">
            <a:extLst xmlns:a="http://schemas.openxmlformats.org/drawingml/2006/main">
              <a:ext uri="{FF2B5EF4-FFF2-40B4-BE49-F238E27FC236}">
                <a16:creationId xmlns:a16="http://schemas.microsoft.com/office/drawing/2014/main" id="{FF1D2850-8A99-4C44-800B-7508E558795E}"/>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25–30 AGO</a:t>
            </a:r>
          </a:p>
        </p:txBody>
      </p:sp>
      <p:sp>
        <p:nvSpPr>
          <p:cNvPr id="12" name="">
            <a:extLst xmlns:a="http://schemas.openxmlformats.org/drawingml/2006/main">
              <a:ext uri="{FF2B5EF4-FFF2-40B4-BE49-F238E27FC236}">
                <a16:creationId xmlns:a16="http://schemas.microsoft.com/office/drawing/2014/main" id="{B27A5FE4-FE4F-4CA6-8B24-E86E720312D4}"/>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ALINEAR Y COMPROBAR</a:t>
            </a:r>
          </a:p>
        </p:txBody>
      </p:sp>
      <p:sp>
        <p:nvSpPr>
          <p:cNvPr id="13" name="">
            <a:extLst xmlns:a="http://schemas.openxmlformats.org/drawingml/2006/main">
              <a:ext uri="{FF2B5EF4-FFF2-40B4-BE49-F238E27FC236}">
                <a16:creationId xmlns:a16="http://schemas.microsoft.com/office/drawing/2014/main" id="{64CA2006-121A-4696-ACAD-E69DFE565650}"/>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6CA38A6-8CF5-4E0B-AFE5-204F1349345F}"/>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16A4C311-3F99-491D-8C37-2EE9147C8C18}"/>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primer arte: ¿cuál es tu mejor recuerdo?</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pregunta: ¿qué pasó aquí que pocos saben?</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archivo histórico con año y contexto; todavía sin oferta</a:t>
            </a:r>
          </a:p>
        </p:txBody>
      </p:sp>
      <p:sp>
        <p:nvSpPr>
          <p:cNvPr id="16" name="">
            <a:extLst xmlns:a="http://schemas.openxmlformats.org/drawingml/2006/main">
              <a:ext uri="{FF2B5EF4-FFF2-40B4-BE49-F238E27FC236}">
                <a16:creationId xmlns:a16="http://schemas.microsoft.com/office/drawing/2014/main" id="{036A55B1-18FC-4C3C-A270-9E81B956B0F9}"/>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F9EE912-2AF9-4B4A-9BD3-238EBBB6A17E}"/>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E33D25D5-1E18-482A-8642-04D5ACC4F7F0}"/>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fotograma clave rector + tres pilotos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registro de afirmaciones y derechos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borradores de bases, premios y consentimientos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matriz de responsables, tiempos y entregables</a:t>
            </a:r>
          </a:p>
        </p:txBody>
      </p:sp>
      <p:sp>
        <p:nvSpPr>
          <p:cNvPr id="19" name="">
            <a:extLst xmlns:a="http://schemas.openxmlformats.org/drawingml/2006/main">
              <a:ext uri="{FF2B5EF4-FFF2-40B4-BE49-F238E27FC236}">
                <a16:creationId xmlns:a16="http://schemas.microsoft.com/office/drawing/2014/main" id="{4FF993E0-B832-4CA3-9E1F-2E879C40F11C}"/>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D4DF50B-A0B1-4148-8C3C-FC19E22667E7}"/>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2BB7E67A-92CF-475E-90F4-0BC22234167D}"/>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Dirección ratifica denominación</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Operación valida zonas/atractivos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Finanzas limita premios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Cultura/marca y legal revisan bases</a:t>
            </a:r>
          </a:p>
        </p:txBody>
      </p:sp>
      <p:sp>
        <p:nvSpPr>
          <p:cNvPr id="22" name="">
            <a:extLst xmlns:a="http://schemas.openxmlformats.org/drawingml/2006/main">
              <a:ext uri="{FF2B5EF4-FFF2-40B4-BE49-F238E27FC236}">
                <a16:creationId xmlns:a16="http://schemas.microsoft.com/office/drawing/2014/main" id="{C70013EE-0269-4757-88B1-B4D5471423D8}"/>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CE3C42B-80AA-4932-AEEA-1C5BA2B4222B}"/>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SE PUEDE CONVERSAR; NO SE PUEDE PROMETER PREMIO, ARTISTA O CAPACIDAD SIN REGLAS Y FUENTE.</a:t>
            </a:r>
          </a:p>
        </p:txBody>
      </p:sp>
      <p:sp>
        <p:nvSpPr>
          <p:cNvPr id="24" name="">
            <a:extLst xmlns:a="http://schemas.openxmlformats.org/drawingml/2006/main">
              <a:ext uri="{FF2B5EF4-FFF2-40B4-BE49-F238E27FC236}">
                <a16:creationId xmlns:a16="http://schemas.microsoft.com/office/drawing/2014/main" id="{E304CBEC-C2A3-4FF3-AF07-D25C0FE4A474}"/>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960797866"/>
      </p:ext>
    </p:extLst>
  </p:cSld>
</p:sld>
</file>

<file path=ppt/slides/slide34.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D5963B8-6C38-4EBA-8D70-4145DABD3690}"/>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A1EFE56-448D-46DC-ACF2-FD9942E1D39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1125879-0B56-4B45-B6EE-81A1A3BDEBEB}"/>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9FF450-0910-434A-B870-8F583E6171E4}"/>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27F35E4-B060-481B-ACD4-101BB21F0448}"/>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B5C5273-65B4-4546-9705-59ECD9B9A54C}"/>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02</a:t>
            </a:r>
          </a:p>
        </p:txBody>
      </p:sp>
      <p:sp>
        <p:nvSpPr>
          <p:cNvPr id="7" name="">
            <a:extLst xmlns:a="http://schemas.openxmlformats.org/drawingml/2006/main">
              <a:ext uri="{FF2B5EF4-FFF2-40B4-BE49-F238E27FC236}">
                <a16:creationId xmlns:a16="http://schemas.microsoft.com/office/drawing/2014/main" id="{8DF48841-55AF-45F0-9FC8-1892AFF9B491}"/>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34</a:t>
            </a:r>
          </a:p>
        </p:txBody>
      </p:sp>
      <p:sp>
        <p:nvSpPr>
          <p:cNvPr id="8" name="">
            <a:extLst xmlns:a="http://schemas.openxmlformats.org/drawingml/2006/main">
              <a:ext uri="{FF2B5EF4-FFF2-40B4-BE49-F238E27FC236}">
                <a16:creationId xmlns:a16="http://schemas.microsoft.com/office/drawing/2014/main" id="{01776152-E813-4626-94CC-A09027E5679C}"/>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1A0D247-C391-4121-A3AB-22D9DE238AAC}"/>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50A65F04-27EC-45B3-B08B-D1D18C5977DB}"/>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02</a:t>
            </a:r>
          </a:p>
        </p:txBody>
      </p:sp>
      <p:sp>
        <p:nvSpPr>
          <p:cNvPr id="11" name="">
            <a:extLst xmlns:a="http://schemas.openxmlformats.org/drawingml/2006/main">
              <a:ext uri="{FF2B5EF4-FFF2-40B4-BE49-F238E27FC236}">
                <a16:creationId xmlns:a16="http://schemas.microsoft.com/office/drawing/2014/main" id="{7625EA81-5D68-4A3A-90D8-F073B1E5E30A}"/>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31 AGO–6 SEP</a:t>
            </a:r>
          </a:p>
        </p:txBody>
      </p:sp>
      <p:sp>
        <p:nvSpPr>
          <p:cNvPr id="12" name="">
            <a:extLst xmlns:a="http://schemas.openxmlformats.org/drawingml/2006/main">
              <a:ext uri="{FF2B5EF4-FFF2-40B4-BE49-F238E27FC236}">
                <a16:creationId xmlns:a16="http://schemas.microsoft.com/office/drawing/2014/main" id="{2B4FC246-EA95-444D-A664-64C1B1A15851}"/>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LANZAR LA LLAMADA</a:t>
            </a:r>
          </a:p>
        </p:txBody>
      </p:sp>
      <p:sp>
        <p:nvSpPr>
          <p:cNvPr id="13" name="">
            <a:extLst xmlns:a="http://schemas.openxmlformats.org/drawingml/2006/main">
              <a:ext uri="{FF2B5EF4-FFF2-40B4-BE49-F238E27FC236}">
                <a16:creationId xmlns:a16="http://schemas.microsoft.com/office/drawing/2014/main" id="{8F5BFFC4-F352-4CDE-BC92-E0A3A17D663B}"/>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5BF0672-496F-4403-AD67-AE8E4C36F901}"/>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05438098-82BD-4E88-83EE-957ED7DA0DBA}"/>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película Nos llama + video corto Volver</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Guardianes del Recuerdo: postula una historia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abrir Rostros de Finados 2026 desde el 3 SEP</a:t>
            </a:r>
          </a:p>
        </p:txBody>
      </p:sp>
      <p:sp>
        <p:nvSpPr>
          <p:cNvPr id="16" name="">
            <a:extLst xmlns:a="http://schemas.openxmlformats.org/drawingml/2006/main">
              <a:ext uri="{FF2B5EF4-FFF2-40B4-BE49-F238E27FC236}">
                <a16:creationId xmlns:a16="http://schemas.microsoft.com/office/drawing/2014/main" id="{16D92AE9-6A10-4583-848D-65B701D15933}"/>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B2FB396-49D7-49F3-A4F4-03DABF3BB035}"/>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183D9EBC-FD4B-43A5-8A30-2742C32C7A03}"/>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paquete 60/30/15/6 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formulario y consentimientos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bases de embajadores + moderación</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mapa base e inventario de puntos</a:t>
            </a:r>
          </a:p>
        </p:txBody>
      </p:sp>
      <p:sp>
        <p:nvSpPr>
          <p:cNvPr id="19" name="">
            <a:extLst xmlns:a="http://schemas.openxmlformats.org/drawingml/2006/main">
              <a:ext uri="{FF2B5EF4-FFF2-40B4-BE49-F238E27FC236}">
                <a16:creationId xmlns:a16="http://schemas.microsoft.com/office/drawing/2014/main" id="{7A04C40E-9FC9-4459-BAB8-A1B0CF2B24E7}"/>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0D8C46E-B262-4DFA-9832-8D7AD7DEDFEC}"/>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94DD3D68-881C-409C-A7CC-5A06C5FFE91D}"/>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Archivo/derechos habilita edición</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Comunidad protege datos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Relaciones Públicas prepara información factual</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Tecnología recibe plano</a:t>
            </a:r>
          </a:p>
        </p:txBody>
      </p:sp>
      <p:sp>
        <p:nvSpPr>
          <p:cNvPr id="22" name="">
            <a:extLst xmlns:a="http://schemas.openxmlformats.org/drawingml/2006/main">
              <a:ext uri="{FF2B5EF4-FFF2-40B4-BE49-F238E27FC236}">
                <a16:creationId xmlns:a16="http://schemas.microsoft.com/office/drawing/2014/main" id="{E36A2E70-5786-4163-B319-A86F2DFBFE6F}"/>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C3D636A-E034-460D-8E33-C1FA2D27A3BC}"/>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 SEP: RELATO + DERECHOS + FORMULARIOS + PREMIOS. SIN GATE, SE ITERA.</a:t>
            </a:r>
          </a:p>
        </p:txBody>
      </p:sp>
      <p:sp>
        <p:nvSpPr>
          <p:cNvPr id="24" name="">
            <a:extLst xmlns:a="http://schemas.openxmlformats.org/drawingml/2006/main">
              <a:ext uri="{FF2B5EF4-FFF2-40B4-BE49-F238E27FC236}">
                <a16:creationId xmlns:a16="http://schemas.microsoft.com/office/drawing/2014/main" id="{25130576-3631-4AC3-A6E1-5DA0BCE0FC53}"/>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588642135"/>
      </p:ext>
    </p:extLst>
  </p:cSld>
</p:sld>
</file>

<file path=ppt/slides/slide35.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1975D8F-9A98-4979-A121-012761CC0720}"/>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4A56DB7-0F51-4B8D-A95A-1B7BB0652DC5}"/>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A003DF3-6CB5-4F37-9DC6-5C9BB0C002F6}"/>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4200F53-034F-486E-A537-CB6D82DBA41F}"/>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4ADB393-7FB2-4E3C-AAA2-F172C77610C7}"/>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6605DC8-084B-40C5-902D-9AB0D2663E3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03</a:t>
            </a:r>
          </a:p>
        </p:txBody>
      </p:sp>
      <p:sp>
        <p:nvSpPr>
          <p:cNvPr id="7" name="">
            <a:extLst xmlns:a="http://schemas.openxmlformats.org/drawingml/2006/main">
              <a:ext uri="{FF2B5EF4-FFF2-40B4-BE49-F238E27FC236}">
                <a16:creationId xmlns:a16="http://schemas.microsoft.com/office/drawing/2014/main" id="{3ACABAEB-0736-4AA3-9292-5C0CFFA661D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35</a:t>
            </a:r>
          </a:p>
        </p:txBody>
      </p:sp>
      <p:sp>
        <p:nvSpPr>
          <p:cNvPr id="8" name="">
            <a:extLst xmlns:a="http://schemas.openxmlformats.org/drawingml/2006/main">
              <a:ext uri="{FF2B5EF4-FFF2-40B4-BE49-F238E27FC236}">
                <a16:creationId xmlns:a16="http://schemas.microsoft.com/office/drawing/2014/main" id="{00C55879-274E-44B6-9BB4-E1B7B1F5BC6A}"/>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1E668F2-8042-4C8E-9124-168720C836B6}"/>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ACA737A1-16C8-4FD3-A8BD-7F01A6D1E423}"/>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03</a:t>
            </a:r>
          </a:p>
        </p:txBody>
      </p:sp>
      <p:sp>
        <p:nvSpPr>
          <p:cNvPr id="11" name="">
            <a:extLst xmlns:a="http://schemas.openxmlformats.org/drawingml/2006/main">
              <a:ext uri="{FF2B5EF4-FFF2-40B4-BE49-F238E27FC236}">
                <a16:creationId xmlns:a16="http://schemas.microsoft.com/office/drawing/2014/main" id="{766DB605-2E1D-4B74-B3FC-F87AB81986F6}"/>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7–13 SEP</a:t>
            </a:r>
          </a:p>
        </p:txBody>
      </p:sp>
      <p:sp>
        <p:nvSpPr>
          <p:cNvPr id="12" name="">
            <a:extLst xmlns:a="http://schemas.openxmlformats.org/drawingml/2006/main">
              <a:ext uri="{FF2B5EF4-FFF2-40B4-BE49-F238E27FC236}">
                <a16:creationId xmlns:a16="http://schemas.microsoft.com/office/drawing/2014/main" id="{BEFE6B5B-D3F5-402A-9A0B-C04F42CA04A0}"/>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ACTIVAR LA PARTICIPACIÓN</a:t>
            </a:r>
          </a:p>
        </p:txBody>
      </p:sp>
      <p:sp>
        <p:nvSpPr>
          <p:cNvPr id="13" name="">
            <a:extLst xmlns:a="http://schemas.openxmlformats.org/drawingml/2006/main">
              <a:ext uri="{FF2B5EF4-FFF2-40B4-BE49-F238E27FC236}">
                <a16:creationId xmlns:a16="http://schemas.microsoft.com/office/drawing/2014/main" id="{E1DB0FC0-C56D-44F7-B9C1-96D918CEC523}"/>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CFBCFE-F223-49DD-8314-F9FC43AFEB47}"/>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D5547B06-A4BF-4209-A545-7FCC9CECB1D9}"/>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Reto ES TRADICIÓN: recuerdo, regreso o descubrimiento</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Rostros: últimas postulaciones</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Hacer feria: personas y productos reales</a:t>
            </a:r>
          </a:p>
        </p:txBody>
      </p:sp>
      <p:sp>
        <p:nvSpPr>
          <p:cNvPr id="16" name="">
            <a:extLst xmlns:a="http://schemas.openxmlformats.org/drawingml/2006/main">
              <a:ext uri="{FF2B5EF4-FFF2-40B4-BE49-F238E27FC236}">
                <a16:creationId xmlns:a16="http://schemas.microsoft.com/office/drawing/2014/main" id="{529E5968-F3A2-4D72-81FF-1B3A062619F9}"/>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DBCA6D2-BC46-4194-AF0A-6E2BE168CB6D}"/>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D6EE905D-3812-4BED-B077-DEA740AFF2EE}"/>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matriz de jurado y verificación</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banco de historias y descubrimientos de expositores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selección de visitantes y embajadores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prototipo PWA de una zona</a:t>
            </a:r>
          </a:p>
        </p:txBody>
      </p:sp>
      <p:sp>
        <p:nvSpPr>
          <p:cNvPr id="19" name="">
            <a:extLst xmlns:a="http://schemas.openxmlformats.org/drawingml/2006/main">
              <a:ext uri="{FF2B5EF4-FFF2-40B4-BE49-F238E27FC236}">
                <a16:creationId xmlns:a16="http://schemas.microsoft.com/office/drawing/2014/main" id="{0D6C3ECE-ADB4-4416-BDDA-83BDB5AB1457}"/>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4684D3D-5622-4136-8AEA-5CD0DD968540}"/>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1CB31871-5DA9-406E-B54A-9A388E5D0A89}"/>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Finanzas confirma premio máximo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Datos define tráfico válido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Expositores aportan historias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Tecnología prueba mapa</a:t>
            </a:r>
          </a:p>
        </p:txBody>
      </p:sp>
      <p:sp>
        <p:nvSpPr>
          <p:cNvPr id="22" name="">
            <a:extLst xmlns:a="http://schemas.openxmlformats.org/drawingml/2006/main">
              <a:ext uri="{FF2B5EF4-FFF2-40B4-BE49-F238E27FC236}">
                <a16:creationId xmlns:a16="http://schemas.microsoft.com/office/drawing/2014/main" id="{F20F7FFC-1575-4977-9C48-191E63615828}"/>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B83B995-7C22-4442-9E49-76DAB55FA2EC}"/>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LOS LIKES AMPLIFICAN; NO DECIDEN. NO HAY PAGO ABIERTO POR CADA MILLÓN.</a:t>
            </a:r>
          </a:p>
        </p:txBody>
      </p:sp>
      <p:sp>
        <p:nvSpPr>
          <p:cNvPr id="24" name="">
            <a:extLst xmlns:a="http://schemas.openxmlformats.org/drawingml/2006/main">
              <a:ext uri="{FF2B5EF4-FFF2-40B4-BE49-F238E27FC236}">
                <a16:creationId xmlns:a16="http://schemas.microsoft.com/office/drawing/2014/main" id="{A2D4D80C-8FDF-431E-AD58-BBCB9813A50D}"/>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420148988"/>
      </p:ext>
    </p:extLst>
  </p:cSld>
</p:sld>
</file>

<file path=ppt/slides/slide36.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E9CC5BA-95A4-4594-A7A3-11E344FDB4AE}"/>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2E91044-0E50-4D60-BD08-514E38929CB7}"/>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8E5E9AF-8023-4F72-8560-F8EAE18CFAA9}"/>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3159636-3E84-4CC0-9447-C8850EFB24F8}"/>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CBB1CD9-CD8B-44FE-A746-794128F80006}"/>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107C09-237D-4595-AE0E-1178291011FD}"/>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04</a:t>
            </a:r>
          </a:p>
        </p:txBody>
      </p:sp>
      <p:sp>
        <p:nvSpPr>
          <p:cNvPr id="7" name="">
            <a:extLst xmlns:a="http://schemas.openxmlformats.org/drawingml/2006/main">
              <a:ext uri="{FF2B5EF4-FFF2-40B4-BE49-F238E27FC236}">
                <a16:creationId xmlns:a16="http://schemas.microsoft.com/office/drawing/2014/main" id="{8653D9C4-BA5D-4058-9A4F-4EB5DE251CBB}"/>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36</a:t>
            </a:r>
          </a:p>
        </p:txBody>
      </p:sp>
      <p:sp>
        <p:nvSpPr>
          <p:cNvPr id="8" name="">
            <a:extLst xmlns:a="http://schemas.openxmlformats.org/drawingml/2006/main">
              <a:ext uri="{FF2B5EF4-FFF2-40B4-BE49-F238E27FC236}">
                <a16:creationId xmlns:a16="http://schemas.microsoft.com/office/drawing/2014/main" id="{F05DBCE5-FA10-421A-A070-12578EC86C1D}"/>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0EE846A-113A-42DF-A89C-3F0246074D68}"/>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F3CBB208-5629-4ECC-8A1A-5C3F7FDC5F43}"/>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04</a:t>
            </a:r>
          </a:p>
        </p:txBody>
      </p:sp>
      <p:sp>
        <p:nvSpPr>
          <p:cNvPr id="11" name="">
            <a:extLst xmlns:a="http://schemas.openxmlformats.org/drawingml/2006/main">
              <a:ext uri="{FF2B5EF4-FFF2-40B4-BE49-F238E27FC236}">
                <a16:creationId xmlns:a16="http://schemas.microsoft.com/office/drawing/2014/main" id="{04B19D62-CACC-421C-83D7-B9D15EB77A05}"/>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14–20 SEP</a:t>
            </a:r>
          </a:p>
        </p:txBody>
      </p:sp>
      <p:sp>
        <p:nvSpPr>
          <p:cNvPr id="12" name="">
            <a:extLst xmlns:a="http://schemas.openxmlformats.org/drawingml/2006/main">
              <a:ext uri="{FF2B5EF4-FFF2-40B4-BE49-F238E27FC236}">
                <a16:creationId xmlns:a16="http://schemas.microsoft.com/office/drawing/2014/main" id="{427BE86D-2C52-4589-BFC3-DC515A52CA1C}"/>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PRESENTAR ROSTROS Y ABRIR PREVENTA</a:t>
            </a:r>
          </a:p>
        </p:txBody>
      </p:sp>
      <p:sp>
        <p:nvSpPr>
          <p:cNvPr id="13" name="">
            <a:extLst xmlns:a="http://schemas.openxmlformats.org/drawingml/2006/main">
              <a:ext uri="{FF2B5EF4-FFF2-40B4-BE49-F238E27FC236}">
                <a16:creationId xmlns:a16="http://schemas.microsoft.com/office/drawing/2014/main" id="{5D54F99E-9556-4BAD-BCA5-B059A5680C66}"/>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3BC7BF8-6A87-4280-8E55-06BC788367C5}"/>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E4DF9CBA-80A3-4F7D-A28F-6D43F2BE6C09}"/>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presentar embajadores y Guardianes</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finalistas del reto con historia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primera revelación/preventa desde el 17 SEP si pasa el control</a:t>
            </a:r>
          </a:p>
        </p:txBody>
      </p:sp>
      <p:sp>
        <p:nvSpPr>
          <p:cNvPr id="16" name="">
            <a:extLst xmlns:a="http://schemas.openxmlformats.org/drawingml/2006/main">
              <a:ext uri="{FF2B5EF4-FFF2-40B4-BE49-F238E27FC236}">
                <a16:creationId xmlns:a16="http://schemas.microsoft.com/office/drawing/2014/main" id="{5540D760-1AC0-4666-B43F-55C4997FDD74}"/>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93679FB-B94C-415D-B209-1E5C2146AB2B}"/>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B768DBD8-4918-493E-A457-A5BC12909797}"/>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kits, encargos, códigos y derechos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compra de prueba con reembolso</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video de revelación + itinerario</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preguntas frecuentes de premios, producto y reclamos</a:t>
            </a:r>
          </a:p>
        </p:txBody>
      </p:sp>
      <p:sp>
        <p:nvSpPr>
          <p:cNvPr id="19" name="">
            <a:extLst xmlns:a="http://schemas.openxmlformats.org/drawingml/2006/main">
              <a:ext uri="{FF2B5EF4-FFF2-40B4-BE49-F238E27FC236}">
                <a16:creationId xmlns:a16="http://schemas.microsoft.com/office/drawing/2014/main" id="{BE24D941-60F6-4CCE-8E40-47F88FEE0AD6}"/>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267E985-C61A-4CA4-B926-3AFF464B4618}"/>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AD270569-B75E-45FA-859C-8DAB07734025}"/>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Programación valida contrato y grafía</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Comercial valida precio total, inclusiones y términos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Tecnología prueba destino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Relaciones Públicas coordina presentación</a:t>
            </a:r>
          </a:p>
        </p:txBody>
      </p:sp>
      <p:sp>
        <p:nvSpPr>
          <p:cNvPr id="22" name="">
            <a:extLst xmlns:a="http://schemas.openxmlformats.org/drawingml/2006/main">
              <a:ext uri="{FF2B5EF4-FFF2-40B4-BE49-F238E27FC236}">
                <a16:creationId xmlns:a16="http://schemas.microsoft.com/office/drawing/2014/main" id="{12F21BAD-2792-4D92-8CEA-1B689BFF8120}"/>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01E12D4-BDEA-4F7F-A8B0-F6E6B334B698}"/>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CONTRATO + DÍA + PRECIO + DERECHOS + COMPRA DE PRUEBA. SI FALTA UNO, SE MUEVE.</a:t>
            </a:r>
          </a:p>
        </p:txBody>
      </p:sp>
      <p:sp>
        <p:nvSpPr>
          <p:cNvPr id="24" name="">
            <a:extLst xmlns:a="http://schemas.openxmlformats.org/drawingml/2006/main">
              <a:ext uri="{FF2B5EF4-FFF2-40B4-BE49-F238E27FC236}">
                <a16:creationId xmlns:a16="http://schemas.microsoft.com/office/drawing/2014/main" id="{3FCD6F9C-5072-42BB-92EF-7965F68694FB}"/>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615901651"/>
      </p:ext>
    </p:extLst>
  </p:cSld>
</p:sld>
</file>

<file path=ppt/slides/slide37.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61AA90C-2207-4487-83EE-EBE71647ACAD}"/>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7B3371D-D843-4A51-BFAB-2103656FCD31}"/>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A282EE-6AB2-4F9D-AA64-6A5ED142B86E}"/>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72F8DEE-D3C9-4DAA-BA28-478EE74D015F}"/>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58D2F01-C2CB-4BBE-8A2B-52130AB32D2E}"/>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EC8FF39-D57E-4055-B140-45CB7F076260}"/>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05</a:t>
            </a:r>
          </a:p>
        </p:txBody>
      </p:sp>
      <p:sp>
        <p:nvSpPr>
          <p:cNvPr id="7" name="">
            <a:extLst xmlns:a="http://schemas.openxmlformats.org/drawingml/2006/main">
              <a:ext uri="{FF2B5EF4-FFF2-40B4-BE49-F238E27FC236}">
                <a16:creationId xmlns:a16="http://schemas.microsoft.com/office/drawing/2014/main" id="{BBC9B686-C37E-4874-8B47-21DD5EDD3F8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37</a:t>
            </a:r>
          </a:p>
        </p:txBody>
      </p:sp>
      <p:sp>
        <p:nvSpPr>
          <p:cNvPr id="8" name="">
            <a:extLst xmlns:a="http://schemas.openxmlformats.org/drawingml/2006/main">
              <a:ext uri="{FF2B5EF4-FFF2-40B4-BE49-F238E27FC236}">
                <a16:creationId xmlns:a16="http://schemas.microsoft.com/office/drawing/2014/main" id="{4D1A42B6-7126-4BFC-83E6-907EFBF50A8A}"/>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FA8B045-4E3F-4D31-88EA-2C740BF78BD3}"/>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79950849-8707-4E0B-98BF-B32EBEF0A20F}"/>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05</a:t>
            </a:r>
          </a:p>
        </p:txBody>
      </p:sp>
      <p:sp>
        <p:nvSpPr>
          <p:cNvPr id="11" name="">
            <a:extLst xmlns:a="http://schemas.openxmlformats.org/drawingml/2006/main">
              <a:ext uri="{FF2B5EF4-FFF2-40B4-BE49-F238E27FC236}">
                <a16:creationId xmlns:a16="http://schemas.microsoft.com/office/drawing/2014/main" id="{07AD05E2-5741-4027-B11C-AF9BFA52761B}"/>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21–27 SEP</a:t>
            </a:r>
          </a:p>
        </p:txBody>
      </p:sp>
      <p:sp>
        <p:nvSpPr>
          <p:cNvPr id="12" name="">
            <a:extLst xmlns:a="http://schemas.openxmlformats.org/drawingml/2006/main">
              <a:ext uri="{FF2B5EF4-FFF2-40B4-BE49-F238E27FC236}">
                <a16:creationId xmlns:a16="http://schemas.microsoft.com/office/drawing/2014/main" id="{E34CE9F9-B581-45AF-A989-355DEE3FF626}"/>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HACER QUE LA COMUNIDAD AMPLIFIQUE</a:t>
            </a:r>
          </a:p>
        </p:txBody>
      </p:sp>
      <p:sp>
        <p:nvSpPr>
          <p:cNvPr id="13" name="">
            <a:extLst xmlns:a="http://schemas.openxmlformats.org/drawingml/2006/main">
              <a:ext uri="{FF2B5EF4-FFF2-40B4-BE49-F238E27FC236}">
                <a16:creationId xmlns:a16="http://schemas.microsoft.com/office/drawing/2014/main" id="{7DF35129-A7CB-4D9E-8ED6-0A689CAAD217}"/>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CDAE22-7FE7-432E-9308-FA7970198347}"/>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1BA07C98-16FA-4B87-8384-0F64C6223D59}"/>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premiar reto con acta y verificación</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abrir bases de Rey Pan y Srta. Colada Morada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foto/ruta familiar + descubrimientos del territorio</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segunda/tercera revelación</a:t>
            </a:r>
          </a:p>
        </p:txBody>
      </p:sp>
      <p:sp>
        <p:nvSpPr>
          <p:cNvPr id="16" name="">
            <a:extLst xmlns:a="http://schemas.openxmlformats.org/drawingml/2006/main">
              <a:ext uri="{FF2B5EF4-FFF2-40B4-BE49-F238E27FC236}">
                <a16:creationId xmlns:a16="http://schemas.microsoft.com/office/drawing/2014/main" id="{013A3BA2-38A8-46C3-94A5-7E811D975BEF}"/>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D2F9095-9458-4DCC-A8D5-C227E9C74F6D}"/>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B0337277-466E-4B1D-9EA9-7F872BA61655}"/>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acta de jurado y premios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bases: categorías, criterios, jurado, consentimiento, premios y antifraude</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prueba de campo PWA 25 SEP</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encargos de embajadores y creadores</a:t>
            </a:r>
          </a:p>
        </p:txBody>
      </p:sp>
      <p:sp>
        <p:nvSpPr>
          <p:cNvPr id="19" name="">
            <a:extLst xmlns:a="http://schemas.openxmlformats.org/drawingml/2006/main">
              <a:ext uri="{FF2B5EF4-FFF2-40B4-BE49-F238E27FC236}">
                <a16:creationId xmlns:a16="http://schemas.microsoft.com/office/drawing/2014/main" id="{5480CA71-F3BB-4905-AA4E-F0722FF120B2}"/>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F33DFB4-3F49-43FC-9BED-F8B0875A3D05}"/>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15EDCCAF-D59F-4824-A14B-000C337809D4}"/>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Cultura y legal validan bases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Experiencia define rutas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Datos concilia participación</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Relaciones Públicas protege embargo</a:t>
            </a:r>
          </a:p>
        </p:txBody>
      </p:sp>
      <p:sp>
        <p:nvSpPr>
          <p:cNvPr id="22" name="">
            <a:extLst xmlns:a="http://schemas.openxmlformats.org/drawingml/2006/main">
              <a:ext uri="{FF2B5EF4-FFF2-40B4-BE49-F238E27FC236}">
                <a16:creationId xmlns:a16="http://schemas.microsoft.com/office/drawing/2014/main" id="{1A6937B8-2B20-4593-BEB3-5D0E006452D1}"/>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91DB5E1-0344-40D8-85CD-6C7C8A0CB8B3}"/>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PREMIO ENTREGADO = RESULTADO DOCUMENTADO. REVELACIÓN = DÍA COMPLETO, NO SOLO NOMBRE.</a:t>
            </a:r>
          </a:p>
        </p:txBody>
      </p:sp>
      <p:sp>
        <p:nvSpPr>
          <p:cNvPr id="24" name="">
            <a:extLst xmlns:a="http://schemas.openxmlformats.org/drawingml/2006/main">
              <a:ext uri="{FF2B5EF4-FFF2-40B4-BE49-F238E27FC236}">
                <a16:creationId xmlns:a16="http://schemas.microsoft.com/office/drawing/2014/main" id="{89B8CEBB-83FF-4264-9DA6-CFB231469D4A}"/>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2079910045"/>
      </p:ext>
    </p:extLst>
  </p:cSld>
</p:sld>
</file>

<file path=ppt/slides/slide38.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20D4086-9180-458E-B4A4-F32782702666}"/>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17C4CE-94AA-41D2-8B6E-9FC908CAB1F2}"/>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C016FBC-FF96-4C17-80F6-3F644479425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44ACDE-6CFC-4A03-B83B-AA92FDC51D4D}"/>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5E292E1-13F1-4E17-950D-247314160D5E}"/>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AE708D7-0BC8-4345-910F-ACACB37C28FE}"/>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06</a:t>
            </a:r>
          </a:p>
        </p:txBody>
      </p:sp>
      <p:sp>
        <p:nvSpPr>
          <p:cNvPr id="7" name="">
            <a:extLst xmlns:a="http://schemas.openxmlformats.org/drawingml/2006/main">
              <a:ext uri="{FF2B5EF4-FFF2-40B4-BE49-F238E27FC236}">
                <a16:creationId xmlns:a16="http://schemas.microsoft.com/office/drawing/2014/main" id="{D8E04A50-C870-413A-90EA-86E89B47995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38</a:t>
            </a:r>
          </a:p>
        </p:txBody>
      </p:sp>
      <p:sp>
        <p:nvSpPr>
          <p:cNvPr id="8" name="">
            <a:extLst xmlns:a="http://schemas.openxmlformats.org/drawingml/2006/main">
              <a:ext uri="{FF2B5EF4-FFF2-40B4-BE49-F238E27FC236}">
                <a16:creationId xmlns:a16="http://schemas.microsoft.com/office/drawing/2014/main" id="{DB5F7E86-B758-4C9B-8485-10D8FC07A651}"/>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CEB4CB7-3CE9-494E-86DC-1EBA83E9B125}"/>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562299B2-177F-4BCB-B3AA-097C62898003}"/>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06</a:t>
            </a:r>
          </a:p>
        </p:txBody>
      </p:sp>
      <p:sp>
        <p:nvSpPr>
          <p:cNvPr id="11" name="">
            <a:extLst xmlns:a="http://schemas.openxmlformats.org/drawingml/2006/main">
              <a:ext uri="{FF2B5EF4-FFF2-40B4-BE49-F238E27FC236}">
                <a16:creationId xmlns:a16="http://schemas.microsoft.com/office/drawing/2014/main" id="{CF13476E-06BF-4CF0-B0CA-647E3E32A59F}"/>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28 SEP–4 OCT</a:t>
            </a:r>
          </a:p>
        </p:txBody>
      </p:sp>
      <p:sp>
        <p:nvSpPr>
          <p:cNvPr id="12" name="">
            <a:extLst xmlns:a="http://schemas.openxmlformats.org/drawingml/2006/main">
              <a:ext uri="{FF2B5EF4-FFF2-40B4-BE49-F238E27FC236}">
                <a16:creationId xmlns:a16="http://schemas.microsoft.com/office/drawing/2014/main" id="{B0A31A31-1AE0-4A98-8A4E-97B901A631CB}"/>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MOSTRAR EL TERRITORIO COMPLETO</a:t>
            </a:r>
          </a:p>
        </p:txBody>
      </p:sp>
      <p:sp>
        <p:nvSpPr>
          <p:cNvPr id="13" name="">
            <a:extLst xmlns:a="http://schemas.openxmlformats.org/drawingml/2006/main">
              <a:ext uri="{FF2B5EF4-FFF2-40B4-BE49-F238E27FC236}">
                <a16:creationId xmlns:a16="http://schemas.microsoft.com/office/drawing/2014/main" id="{05FBB4FC-02B5-4B14-8D97-C65E99C26AF1}"/>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AF7D0B8-1192-4578-B0D2-BFBAEBFB8224}"/>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18075F31-332F-4DCB-BF5F-62582363101F}"/>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programación por plaza y jornada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atractivos confirmados + descubrimientos del territorio</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postulaciones Rey Pan/Srta. Colada Morada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cartel completo desde 2 OCT si está validado</a:t>
            </a:r>
          </a:p>
        </p:txBody>
      </p:sp>
      <p:sp>
        <p:nvSpPr>
          <p:cNvPr id="16" name="">
            <a:extLst xmlns:a="http://schemas.openxmlformats.org/drawingml/2006/main">
              <a:ext uri="{FF2B5EF4-FFF2-40B4-BE49-F238E27FC236}">
                <a16:creationId xmlns:a16="http://schemas.microsoft.com/office/drawing/2014/main" id="{7FEE00C3-3E1C-45DC-9552-18F1039E998A}"/>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ECF2E39-1ADA-4C84-BF9D-5A81BCAB9587}"/>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FF0105EC-C6CF-4E63-ABCC-5D7EADC85B5A}"/>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versión candidata PWA con modo offline</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agenda maestra versionada</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guías de compra y rutas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plano, capacidad y espacios de estacionamiento verificados</a:t>
            </a:r>
          </a:p>
        </p:txBody>
      </p:sp>
      <p:sp>
        <p:nvSpPr>
          <p:cNvPr id="19" name="">
            <a:extLst xmlns:a="http://schemas.openxmlformats.org/drawingml/2006/main">
              <a:ext uri="{FF2B5EF4-FFF2-40B4-BE49-F238E27FC236}">
                <a16:creationId xmlns:a16="http://schemas.microsoft.com/office/drawing/2014/main" id="{AAF876E9-07A4-4066-B788-ED0EAF570FE3}"/>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9CCBE3C-A368-4768-BDE5-0058ACE95CBD}"/>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6A1A"/>
                </a:solidFill>
                <a:latin typeface="Avenir Next"/>
                <a:ea typeface="Avenir Next"/>
                <a:cs typeface="Avenir Next"/>
              </a:defRPr>
            </a:pPr>
            <a:r>
              <a:rPr sz="825" b="1" i="0">
                <a:solidFill>
                  <a:srgbClr val="FF6A1A"/>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D8451E53-96C3-423A-84AD-8B25B1FB873E}"/>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Operación firma plano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Programación cierra horarios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Diseño coordina QR/señalética</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Servicio arma FAQ</a:t>
            </a:r>
          </a:p>
        </p:txBody>
      </p:sp>
      <p:sp>
        <p:nvSpPr>
          <p:cNvPr id="22" name="">
            <a:extLst xmlns:a="http://schemas.openxmlformats.org/drawingml/2006/main">
              <a:ext uri="{FF2B5EF4-FFF2-40B4-BE49-F238E27FC236}">
                <a16:creationId xmlns:a16="http://schemas.microsoft.com/office/drawing/2014/main" id="{6951BBF8-9302-4A94-B7B4-344C82374371}"/>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814FBF5-3A75-451A-B4A7-BBC9B30BFAB0}"/>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EL 2 OCT ES UNA VENTANA. NO SE PUBLICA ATRACTIVO, ZONA O CUPO SIN VALIDACIÓN.</a:t>
            </a:r>
          </a:p>
        </p:txBody>
      </p:sp>
      <p:sp>
        <p:nvSpPr>
          <p:cNvPr id="24" name="">
            <a:extLst xmlns:a="http://schemas.openxmlformats.org/drawingml/2006/main">
              <a:ext uri="{FF2B5EF4-FFF2-40B4-BE49-F238E27FC236}">
                <a16:creationId xmlns:a16="http://schemas.microsoft.com/office/drawing/2014/main" id="{053DC6C8-9628-4383-A087-7B145FB95797}"/>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0927414"/>
      </p:ext>
    </p:extLst>
  </p:cSld>
</p:sld>
</file>

<file path=ppt/slides/slide39.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B330B22-0180-4A21-953D-96F239875321}"/>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DB38B9-0C93-467A-8729-A349DF46B5E0}"/>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1172348-A230-4FE3-83CA-B50E8B982704}"/>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536C482-FEF4-43EC-B80C-8EC70343243B}"/>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1B5876-F4E1-454E-9A6A-A7E3D8CB266A}"/>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BEC3BBC-AE4F-49DD-B8FA-F34EE6691131}"/>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07</a:t>
            </a:r>
          </a:p>
        </p:txBody>
      </p:sp>
      <p:sp>
        <p:nvSpPr>
          <p:cNvPr id="7" name="">
            <a:extLst xmlns:a="http://schemas.openxmlformats.org/drawingml/2006/main">
              <a:ext uri="{FF2B5EF4-FFF2-40B4-BE49-F238E27FC236}">
                <a16:creationId xmlns:a16="http://schemas.microsoft.com/office/drawing/2014/main" id="{8D0ADCA1-710C-4B2C-8124-40775298F893}"/>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39</a:t>
            </a:r>
          </a:p>
        </p:txBody>
      </p:sp>
      <p:sp>
        <p:nvSpPr>
          <p:cNvPr id="8" name="">
            <a:extLst xmlns:a="http://schemas.openxmlformats.org/drawingml/2006/main">
              <a:ext uri="{FF2B5EF4-FFF2-40B4-BE49-F238E27FC236}">
                <a16:creationId xmlns:a16="http://schemas.microsoft.com/office/drawing/2014/main" id="{82BE6869-3DA0-4F94-B311-43ECCB091AA3}"/>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B793E12-8C08-4905-935C-AE828141C135}"/>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B31A2979-9D64-477C-9443-D91B495CA76A}"/>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07</a:t>
            </a:r>
          </a:p>
        </p:txBody>
      </p:sp>
      <p:sp>
        <p:nvSpPr>
          <p:cNvPr id="11" name="">
            <a:extLst xmlns:a="http://schemas.openxmlformats.org/drawingml/2006/main">
              <a:ext uri="{FF2B5EF4-FFF2-40B4-BE49-F238E27FC236}">
                <a16:creationId xmlns:a16="http://schemas.microsoft.com/office/drawing/2014/main" id="{2FC24C89-28CF-4170-BBE5-458C0918482E}"/>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5–11 OCT</a:t>
            </a:r>
          </a:p>
        </p:txBody>
      </p:sp>
      <p:sp>
        <p:nvSpPr>
          <p:cNvPr id="12" name="">
            <a:extLst xmlns:a="http://schemas.openxmlformats.org/drawingml/2006/main">
              <a:ext uri="{FF2B5EF4-FFF2-40B4-BE49-F238E27FC236}">
                <a16:creationId xmlns:a16="http://schemas.microsoft.com/office/drawing/2014/main" id="{4D564537-731A-4E11-9158-00400D5799AA}"/>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CONECTAR LA MÚSICA CON UN DÍA COMPLETO</a:t>
            </a:r>
          </a:p>
        </p:txBody>
      </p:sp>
      <p:sp>
        <p:nvSpPr>
          <p:cNvPr id="13" name="">
            <a:extLst xmlns:a="http://schemas.openxmlformats.org/drawingml/2006/main">
              <a:ext uri="{FF2B5EF4-FFF2-40B4-BE49-F238E27FC236}">
                <a16:creationId xmlns:a16="http://schemas.microsoft.com/office/drawing/2014/main" id="{947FA9EC-86DE-47BC-8C5F-B62C3686F4BF}"/>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9D8B75-D662-4DAB-8A8C-CCA056FD9DF1}"/>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0EB61EF3-EE10-4FDA-8A3E-5471CD005A75}"/>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invitaciones y canciones con memoria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qué vivir antes/después del show</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Pequeños Exploradores + Mi ruta familiar</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adelanto Los primeros vuelven</a:t>
            </a:r>
          </a:p>
        </p:txBody>
      </p:sp>
      <p:sp>
        <p:nvSpPr>
          <p:cNvPr id="16" name="">
            <a:extLst xmlns:a="http://schemas.openxmlformats.org/drawingml/2006/main">
              <a:ext uri="{FF2B5EF4-FFF2-40B4-BE49-F238E27FC236}">
                <a16:creationId xmlns:a16="http://schemas.microsoft.com/office/drawing/2014/main" id="{DAF2F3C3-AE89-45BF-8389-E672903AA153}"/>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7488B10-3CBB-4A2A-9412-9817083DE27C}"/>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36F29608-09C7-4A27-9BE1-C85444A1E56A}"/>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programación por jornada</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rutas de mañana a noche</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prueba familiar de señalética</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costo, cupos y términos del beneficio de retorno</a:t>
            </a:r>
          </a:p>
        </p:txBody>
      </p:sp>
      <p:sp>
        <p:nvSpPr>
          <p:cNvPr id="19" name="">
            <a:extLst xmlns:a="http://schemas.openxmlformats.org/drawingml/2006/main">
              <a:ext uri="{FF2B5EF4-FFF2-40B4-BE49-F238E27FC236}">
                <a16:creationId xmlns:a16="http://schemas.microsoft.com/office/drawing/2014/main" id="{7CB930E6-A6F7-4EF1-9AF1-7F6C223C4EE1}"/>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A09C3BE-9325-419C-B90E-AD2B01030C06}"/>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315BFF"/>
                </a:solidFill>
                <a:latin typeface="Avenir Next"/>
                <a:ea typeface="Avenir Next"/>
                <a:cs typeface="Avenir Next"/>
              </a:defRPr>
            </a:pPr>
            <a:r>
              <a:rPr sz="825" b="1" i="0">
                <a:solidFill>
                  <a:srgbClr val="315BFF"/>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69264386-EC53-44F5-B6AB-B2E6BB8F80FD}"/>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Producción entrega hojas de llamado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Experiencia cierra rutas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Comercial costea retorno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Familias prueban orientación</a:t>
            </a:r>
          </a:p>
        </p:txBody>
      </p:sp>
      <p:sp>
        <p:nvSpPr>
          <p:cNvPr id="22" name="">
            <a:extLst xmlns:a="http://schemas.openxmlformats.org/drawingml/2006/main">
              <a:ext uri="{FF2B5EF4-FFF2-40B4-BE49-F238E27FC236}">
                <a16:creationId xmlns:a16="http://schemas.microsoft.com/office/drawing/2014/main" id="{F552F0DA-9152-4A4B-807B-0AECB9110F0D}"/>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69E877F-300B-4233-922E-41D08D63EBD3}"/>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UNA PIEZA MUSICAL SIEMPRE CONECTA DÍA + VALOR + RUTA + LLAMADO A LA ACCIÓN.</a:t>
            </a:r>
          </a:p>
        </p:txBody>
      </p:sp>
      <p:sp>
        <p:nvSpPr>
          <p:cNvPr id="24" name="">
            <a:extLst xmlns:a="http://schemas.openxmlformats.org/drawingml/2006/main">
              <a:ext uri="{FF2B5EF4-FFF2-40B4-BE49-F238E27FC236}">
                <a16:creationId xmlns:a16="http://schemas.microsoft.com/office/drawing/2014/main" id="{FD240651-3A09-4ADB-9C84-F717287B4870}"/>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2032366596"/>
      </p:ext>
    </p:extLst>
  </p:cSld>
</p:sld>
</file>

<file path=ppt/slides/slide40.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C1CCAEB-1A1E-44C7-8430-79EFC5871DB2}"/>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E4F0B8D-C427-4664-BDC3-E480FBE5804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4B9D061-7259-4C93-B5C2-F08301DFB20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8354035-95DD-44BE-A9DE-36E85994AB98}"/>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A0F8BB1-DF08-407D-A23B-78E3F3506F9B}"/>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F1860C-63EA-4676-9E5E-34ABCFEF067B}"/>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SEMANA 08</a:t>
            </a:r>
          </a:p>
        </p:txBody>
      </p:sp>
      <p:sp>
        <p:nvSpPr>
          <p:cNvPr id="7" name="">
            <a:extLst xmlns:a="http://schemas.openxmlformats.org/drawingml/2006/main">
              <a:ext uri="{FF2B5EF4-FFF2-40B4-BE49-F238E27FC236}">
                <a16:creationId xmlns:a16="http://schemas.microsoft.com/office/drawing/2014/main" id="{C6A0B6FC-F452-44B0-9E7B-26B0BB8B5573}"/>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40</a:t>
            </a:r>
          </a:p>
        </p:txBody>
      </p:sp>
      <p:sp>
        <p:nvSpPr>
          <p:cNvPr id="8" name="">
            <a:extLst xmlns:a="http://schemas.openxmlformats.org/drawingml/2006/main">
              <a:ext uri="{FF2B5EF4-FFF2-40B4-BE49-F238E27FC236}">
                <a16:creationId xmlns:a16="http://schemas.microsoft.com/office/drawing/2014/main" id="{F6165F2F-FAC7-48C5-8CF1-3A36FECEDA9D}"/>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8F732EF-070E-4187-9351-3733861C030F}"/>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25112C"/>
                </a:solidFill>
                <a:latin typeface="DIN Condensed"/>
                <a:ea typeface="DIN Condensed"/>
                <a:cs typeface="DIN Condensed"/>
              </a:defRPr>
            </a:pPr>
            <a:r>
              <a:rPr sz="2025" b="1" i="0">
                <a:solidFill>
                  <a:srgbClr val="25112C"/>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17A194BA-55BB-4B97-B0BA-4574DDF285B8}"/>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25112C"/>
                </a:solidFill>
                <a:latin typeface="DIN Condensed"/>
                <a:ea typeface="DIN Condensed"/>
                <a:cs typeface="DIN Condensed"/>
              </a:defRPr>
            </a:pPr>
            <a:r>
              <a:rPr sz="4950" b="1" i="0">
                <a:solidFill>
                  <a:srgbClr val="25112C"/>
                </a:solidFill>
                <a:latin typeface="DIN Condensed"/>
                <a:ea typeface="DIN Condensed"/>
                <a:cs typeface="DIN Condensed"/>
              </a:rPr>
              <a:t>08</a:t>
            </a:r>
          </a:p>
        </p:txBody>
      </p:sp>
      <p:sp>
        <p:nvSpPr>
          <p:cNvPr id="11" name="">
            <a:extLst xmlns:a="http://schemas.openxmlformats.org/drawingml/2006/main">
              <a:ext uri="{FF2B5EF4-FFF2-40B4-BE49-F238E27FC236}">
                <a16:creationId xmlns:a16="http://schemas.microsoft.com/office/drawing/2014/main" id="{AB56D206-A3E5-48C2-BEC9-FAC0E4B0FCA6}"/>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12–18 OCT</a:t>
            </a:r>
          </a:p>
        </p:txBody>
      </p:sp>
      <p:sp>
        <p:nvSpPr>
          <p:cNvPr id="12" name="">
            <a:extLst xmlns:a="http://schemas.openxmlformats.org/drawingml/2006/main">
              <a:ext uri="{FF2B5EF4-FFF2-40B4-BE49-F238E27FC236}">
                <a16:creationId xmlns:a16="http://schemas.microsoft.com/office/drawing/2014/main" id="{7EC2B205-D166-493B-A2FA-F188C70FC837}"/>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25112C"/>
                </a:solidFill>
                <a:latin typeface="DIN Condensed"/>
                <a:ea typeface="DIN Condensed"/>
                <a:cs typeface="DIN Condensed"/>
              </a:defRPr>
            </a:pPr>
            <a:r>
              <a:rPr sz="4050" b="1" i="0">
                <a:solidFill>
                  <a:srgbClr val="25112C"/>
                </a:solidFill>
                <a:latin typeface="DIN Condensed"/>
                <a:ea typeface="DIN Condensed"/>
                <a:cs typeface="DIN Condensed"/>
              </a:rPr>
              <a:t>AYUDAR A ELEGIR Y PARTICIPAR</a:t>
            </a:r>
          </a:p>
        </p:txBody>
      </p:sp>
      <p:sp>
        <p:nvSpPr>
          <p:cNvPr id="13" name="">
            <a:extLst xmlns:a="http://schemas.openxmlformats.org/drawingml/2006/main">
              <a:ext uri="{FF2B5EF4-FFF2-40B4-BE49-F238E27FC236}">
                <a16:creationId xmlns:a16="http://schemas.microsoft.com/office/drawing/2014/main" id="{EDBD31D2-DB8E-4F2A-A3AD-5513B767FC0F}"/>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FCB943-534E-400F-9AF2-CAAA86993B86}"/>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D13D1A63-5012-4958-B955-BA3A3219E556}"/>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25112C"/>
                </a:solidFill>
                <a:latin typeface="Avenir Next"/>
                <a:ea typeface="Avenir Next"/>
                <a:cs typeface="Avenir Next"/>
              </a:defRPr>
            </a:pPr>
            <a:r>
              <a:rPr sz="1275" b="0" i="0">
                <a:solidFill>
                  <a:srgbClr val="25112C"/>
                </a:solidFill>
                <a:latin typeface="Avenir Next"/>
                <a:ea typeface="Avenir Next"/>
                <a:cs typeface="Avenir Next"/>
              </a:rPr>
              <a:t>— qué día es para mí + rutas por perfil</a:t>
            </a:r>
          </a:p>
          <a:p xmlns:a="http://schemas.openxmlformats.org/drawingml/2006/main">
            <a:pPr algn="l">
              <a:lnSpc>
                <a:spcPct val="118000"/>
              </a:lnSpc>
              <a:buNone/>
              <a:defRPr sz="1275" b="0" i="0">
                <a:solidFill>
                  <a:srgbClr val="25112C"/>
                </a:solidFill>
                <a:latin typeface="Avenir Next"/>
                <a:ea typeface="Avenir Next"/>
                <a:cs typeface="Avenir Next"/>
              </a:defRPr>
            </a:pPr>
            <a:r>
              <a:rPr sz="1275" b="0" i="0">
                <a:solidFill>
                  <a:srgbClr val="25112C"/>
                </a:solidFill>
                <a:latin typeface="Avenir Next"/>
                <a:ea typeface="Avenir Next"/>
                <a:cs typeface="Avenir Next"/>
              </a:rPr>
              <a:t>— historias y participación verificable Rey Pan/Srta. Colada Morada</a:t>
            </a:r>
          </a:p>
          <a:p xmlns:a="http://schemas.openxmlformats.org/drawingml/2006/main">
            <a:pPr algn="l">
              <a:lnSpc>
                <a:spcPct val="118000"/>
              </a:lnSpc>
              <a:buNone/>
              <a:defRPr sz="1275" b="0" i="0">
                <a:solidFill>
                  <a:srgbClr val="25112C"/>
                </a:solidFill>
                <a:latin typeface="Avenir Next"/>
                <a:ea typeface="Avenir Next"/>
                <a:cs typeface="Avenir Next"/>
              </a:defRPr>
            </a:pPr>
            <a:r>
              <a:rPr sz="1275" b="0" i="0">
                <a:solidFill>
                  <a:srgbClr val="25112C"/>
                </a:solidFill>
                <a:latin typeface="Avenir Next"/>
                <a:ea typeface="Avenir Next"/>
                <a:cs typeface="Avenir Next"/>
              </a:rPr>
              <a:t>— 25.000 vasos entregados en 2025 · plan 2026 por aprobar</a:t>
            </a:r>
          </a:p>
          <a:p xmlns:a="http://schemas.openxmlformats.org/drawingml/2006/main">
            <a:pPr algn="l">
              <a:lnSpc>
                <a:spcPct val="118000"/>
              </a:lnSpc>
              <a:buNone/>
              <a:defRPr sz="1275" b="0" i="0">
                <a:solidFill>
                  <a:srgbClr val="25112C"/>
                </a:solidFill>
                <a:latin typeface="Avenir Next"/>
                <a:ea typeface="Avenir Next"/>
                <a:cs typeface="Avenir Next"/>
              </a:defRPr>
            </a:pPr>
            <a:r>
              <a:rPr sz="1275" b="0" i="0">
                <a:solidFill>
                  <a:srgbClr val="25112C"/>
                </a:solidFill>
                <a:latin typeface="Avenir Next"/>
                <a:ea typeface="Avenir Next"/>
                <a:cs typeface="Avenir Next"/>
              </a:rPr>
              <a:t>— Pasaporte Vivo y planes familiares</a:t>
            </a:r>
          </a:p>
        </p:txBody>
      </p:sp>
      <p:sp>
        <p:nvSpPr>
          <p:cNvPr id="16" name="">
            <a:extLst xmlns:a="http://schemas.openxmlformats.org/drawingml/2006/main">
              <a:ext uri="{FF2B5EF4-FFF2-40B4-BE49-F238E27FC236}">
                <a16:creationId xmlns:a16="http://schemas.microsoft.com/office/drawing/2014/main" id="{1D7273DF-D1C4-4DAD-AD0E-AE610A6B44D1}"/>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1CE9A89-0D16-4A68-BB34-158D38334FB3}"/>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44CB9AD6-0ACA-4EFD-B4B9-0CD53DD1B42F}"/>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 datos finales PWA/QR</a:t>
            </a:r>
          </a:p>
          <a:p xmlns:a="http://schemas.openxmlformats.org/drawingml/2006/main">
            <a:pPr algn="l">
              <a:lnSpc>
                <a:spcPct val="118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 plan de colada, inocuidad y flujo</a:t>
            </a:r>
          </a:p>
          <a:p xmlns:a="http://schemas.openxmlformats.org/drawingml/2006/main">
            <a:pPr algn="l">
              <a:lnSpc>
                <a:spcPct val="118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 mecanismo, privacidad, antifraude y reclamos</a:t>
            </a:r>
          </a:p>
          <a:p xmlns:a="http://schemas.openxmlformats.org/drawingml/2006/main">
            <a:pPr algn="l">
              <a:lnSpc>
                <a:spcPct val="118000"/>
              </a:lnSpc>
              <a:buNone/>
              <a:defRPr sz="1275" b="1" i="0">
                <a:solidFill>
                  <a:srgbClr val="25112C"/>
                </a:solidFill>
                <a:latin typeface="Avenir Next"/>
                <a:ea typeface="Avenir Next"/>
                <a:cs typeface="Avenir Next"/>
              </a:defRPr>
            </a:pPr>
            <a:r>
              <a:rPr sz="1275" b="1" i="0">
                <a:solidFill>
                  <a:srgbClr val="25112C"/>
                </a:solidFill>
                <a:latin typeface="Avenir Next"/>
                <a:ea typeface="Avenir Next"/>
                <a:cs typeface="Avenir Next"/>
              </a:rPr>
              <a:t>— pantallas/señalética en prueba</a:t>
            </a:r>
          </a:p>
        </p:txBody>
      </p:sp>
      <p:sp>
        <p:nvSpPr>
          <p:cNvPr id="19" name="">
            <a:extLst xmlns:a="http://schemas.openxmlformats.org/drawingml/2006/main">
              <a:ext uri="{FF2B5EF4-FFF2-40B4-BE49-F238E27FC236}">
                <a16:creationId xmlns:a16="http://schemas.microsoft.com/office/drawing/2014/main" id="{C459EAC9-C99F-43D7-8233-7B6AD5226578}"/>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5740734-A7D8-4835-BA90-FFC2D6704895}"/>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F97F2661-62EE-4A37-8A14-21C30917E799}"/>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 Finanzas valida economía</a:t>
            </a:r>
          </a:p>
          <a:p xmlns:a="http://schemas.openxmlformats.org/drawingml/2006/main">
            <a:pPr algn="l">
              <a:lnSpc>
                <a:spcPct val="117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 Seguridad valida flujo</a:t>
            </a:r>
          </a:p>
          <a:p xmlns:a="http://schemas.openxmlformats.org/drawingml/2006/main">
            <a:pPr algn="l">
              <a:lnSpc>
                <a:spcPct val="117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 Cultura valida final</a:t>
            </a:r>
          </a:p>
          <a:p xmlns:a="http://schemas.openxmlformats.org/drawingml/2006/main">
            <a:pPr algn="l">
              <a:lnSpc>
                <a:spcPct val="117000"/>
              </a:lnSpc>
              <a:buNone/>
              <a:defRPr sz="1125" b="0" i="0">
                <a:solidFill>
                  <a:srgbClr val="6D6470"/>
                </a:solidFill>
                <a:latin typeface="Avenir Next"/>
                <a:ea typeface="Avenir Next"/>
                <a:cs typeface="Avenir Next"/>
              </a:defRPr>
            </a:pPr>
            <a:r>
              <a:rPr sz="1125" b="0" i="0">
                <a:solidFill>
                  <a:srgbClr val="6D6470"/>
                </a:solidFill>
                <a:latin typeface="Avenir Next"/>
                <a:ea typeface="Avenir Next"/>
                <a:cs typeface="Avenir Next"/>
              </a:rPr>
              <a:t>— Comunidad usa hora de corte</a:t>
            </a:r>
          </a:p>
        </p:txBody>
      </p:sp>
      <p:sp>
        <p:nvSpPr>
          <p:cNvPr id="22" name="">
            <a:extLst xmlns:a="http://schemas.openxmlformats.org/drawingml/2006/main">
              <a:ext uri="{FF2B5EF4-FFF2-40B4-BE49-F238E27FC236}">
                <a16:creationId xmlns:a16="http://schemas.microsoft.com/office/drawing/2014/main" id="{A64CAE15-2733-44F1-81A3-87ABC101ED7C}"/>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8A72699-C4CD-4BB1-9AD6-9514F7D1571C}"/>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NUNCA INVENTARIO, AGOTADO, COLADA O BENEFICIO SIN FUENTE CONCILIADA.</a:t>
            </a:r>
          </a:p>
        </p:txBody>
      </p:sp>
      <p:sp>
        <p:nvSpPr>
          <p:cNvPr id="24" name="">
            <a:extLst xmlns:a="http://schemas.openxmlformats.org/drawingml/2006/main">
              <a:ext uri="{FF2B5EF4-FFF2-40B4-BE49-F238E27FC236}">
                <a16:creationId xmlns:a16="http://schemas.microsoft.com/office/drawing/2014/main" id="{F4C20CD4-9AAC-48C0-9856-9B98EFAA8DAE}"/>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585764173"/>
      </p:ext>
    </p:extLst>
  </p:cSld>
</p:sld>
</file>

<file path=ppt/slides/slide41.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A2B44F8-889F-4A0C-8131-DC192296FB5E}"/>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898938-80E0-4AFA-8973-7FA0ABCE2092}"/>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A8A60B-F839-405E-BECF-29C4A7072B47}"/>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AB25FD9-1629-43C9-A6B1-AE4FA6EE82E7}"/>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DA15C40-7972-4026-BD54-95E57B6E2909}"/>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93FEBE0-0B31-46E8-BDEE-88B83760387B}"/>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09</a:t>
            </a:r>
          </a:p>
        </p:txBody>
      </p:sp>
      <p:sp>
        <p:nvSpPr>
          <p:cNvPr id="7" name="">
            <a:extLst xmlns:a="http://schemas.openxmlformats.org/drawingml/2006/main">
              <a:ext uri="{FF2B5EF4-FFF2-40B4-BE49-F238E27FC236}">
                <a16:creationId xmlns:a16="http://schemas.microsoft.com/office/drawing/2014/main" id="{3AF2F384-CBFA-4791-9201-04AC43785035}"/>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41</a:t>
            </a:r>
          </a:p>
        </p:txBody>
      </p:sp>
      <p:sp>
        <p:nvSpPr>
          <p:cNvPr id="8" name="">
            <a:extLst xmlns:a="http://schemas.openxmlformats.org/drawingml/2006/main">
              <a:ext uri="{FF2B5EF4-FFF2-40B4-BE49-F238E27FC236}">
                <a16:creationId xmlns:a16="http://schemas.microsoft.com/office/drawing/2014/main" id="{845FED81-263F-42C2-ACFD-F67AA5C96595}"/>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7CC916E-65F9-4EC6-9006-703532BDB9FE}"/>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5B8BA949-2263-4049-8630-C12BA89CB3A5}"/>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09</a:t>
            </a:r>
          </a:p>
        </p:txBody>
      </p:sp>
      <p:sp>
        <p:nvSpPr>
          <p:cNvPr id="11" name="">
            <a:extLst xmlns:a="http://schemas.openxmlformats.org/drawingml/2006/main">
              <a:ext uri="{FF2B5EF4-FFF2-40B4-BE49-F238E27FC236}">
                <a16:creationId xmlns:a16="http://schemas.microsoft.com/office/drawing/2014/main" id="{8FB8C981-2154-48FC-A67B-1313E5335620}"/>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19–25 OCT</a:t>
            </a:r>
          </a:p>
        </p:txBody>
      </p:sp>
      <p:sp>
        <p:nvSpPr>
          <p:cNvPr id="12" name="">
            <a:extLst xmlns:a="http://schemas.openxmlformats.org/drawingml/2006/main">
              <a:ext uri="{FF2B5EF4-FFF2-40B4-BE49-F238E27FC236}">
                <a16:creationId xmlns:a16="http://schemas.microsoft.com/office/drawing/2014/main" id="{69B413FF-97AE-4D80-A684-3D8AAF404D9D}"/>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HACER FÁCIL LLEGAR Y CONFIAR</a:t>
            </a:r>
          </a:p>
        </p:txBody>
      </p:sp>
      <p:sp>
        <p:nvSpPr>
          <p:cNvPr id="13" name="">
            <a:extLst xmlns:a="http://schemas.openxmlformats.org/drawingml/2006/main">
              <a:ext uri="{FF2B5EF4-FFF2-40B4-BE49-F238E27FC236}">
                <a16:creationId xmlns:a16="http://schemas.microsoft.com/office/drawing/2014/main" id="{29C53952-DA12-42A8-B74E-41E11FDA6ACA}"/>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FD4D40-3F07-49B2-9973-12A1850AF380}"/>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3A64A966-8BF9-4A1E-A03B-B4C7209F2391}"/>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salida propuesta de guía móvil 21 OCT</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más de 10.000 espacios comunicados en 2025; capacidad 2026 solo tras control</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limpieza, seguridad, pagos, ayuda y preguntas frecuentes</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convocatoria Reporteros de la Feria</a:t>
            </a:r>
          </a:p>
        </p:txBody>
      </p:sp>
      <p:sp>
        <p:nvSpPr>
          <p:cNvPr id="16" name="">
            <a:extLst xmlns:a="http://schemas.openxmlformats.org/drawingml/2006/main">
              <a:ext uri="{FF2B5EF4-FFF2-40B4-BE49-F238E27FC236}">
                <a16:creationId xmlns:a16="http://schemas.microsoft.com/office/drawing/2014/main" id="{41AB0061-D308-4417-B394-99FDE7854F8A}"/>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66B4CA9-92C9-43FD-90B8-D3EA19466077}"/>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78D476BE-6F27-4453-98F3-456CBD629EF5}"/>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QR y mapa impreso equivalentes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mensajes públicos aprobados de limpieza y seguridad</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turnos y base de conocimiento</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misiones de contenido, permisos y protocolo de crisis</a:t>
            </a:r>
          </a:p>
        </p:txBody>
      </p:sp>
      <p:sp>
        <p:nvSpPr>
          <p:cNvPr id="19" name="">
            <a:extLst xmlns:a="http://schemas.openxmlformats.org/drawingml/2006/main">
              <a:ext uri="{FF2B5EF4-FFF2-40B4-BE49-F238E27FC236}">
                <a16:creationId xmlns:a16="http://schemas.microsoft.com/office/drawing/2014/main" id="{506B95C7-9C4F-478D-BC9D-AAC9F86E47A6}"/>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6DFB642-CB6A-4786-B350-B063F3CF9143}"/>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00AFA0"/>
                </a:solidFill>
                <a:latin typeface="Avenir Next"/>
                <a:ea typeface="Avenir Next"/>
                <a:cs typeface="Avenir Next"/>
              </a:defRPr>
            </a:pPr>
            <a:r>
              <a:rPr sz="825" b="1" i="0">
                <a:solidFill>
                  <a:srgbClr val="00AFA0"/>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8FA9DDF5-8B96-42D4-A66E-88DCECD5D966}"/>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Operación valida plano, accesos, zonas, conteo y contingencia</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Tecnología cierra versión</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Servicio ensaya respuestas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Diseño sincroniza señalética</a:t>
            </a:r>
          </a:p>
        </p:txBody>
      </p:sp>
      <p:sp>
        <p:nvSpPr>
          <p:cNvPr id="22" name="">
            <a:extLst xmlns:a="http://schemas.openxmlformats.org/drawingml/2006/main">
              <a:ext uri="{FF2B5EF4-FFF2-40B4-BE49-F238E27FC236}">
                <a16:creationId xmlns:a16="http://schemas.microsoft.com/office/drawing/2014/main" id="{9AAE2AE9-92E3-42EA-927D-D33A757E749F}"/>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FF38188-B8C2-4FB2-A06A-D4794A2A96A8}"/>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META: ENCONTRAR BAÑO, COMIDA, ESCENARIO, ESTACIONAMIENTO, AYUDA Y SALIDA CON MENOS FRICCIÓN.</a:t>
            </a:r>
          </a:p>
        </p:txBody>
      </p:sp>
      <p:sp>
        <p:nvSpPr>
          <p:cNvPr id="24" name="">
            <a:extLst xmlns:a="http://schemas.openxmlformats.org/drawingml/2006/main">
              <a:ext uri="{FF2B5EF4-FFF2-40B4-BE49-F238E27FC236}">
                <a16:creationId xmlns:a16="http://schemas.microsoft.com/office/drawing/2014/main" id="{03FFD2D9-24B4-4C50-9819-C12468F50A02}"/>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368940900"/>
      </p:ext>
    </p:extLst>
  </p:cSld>
</p:sld>
</file>

<file path=ppt/slides/slide42.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28FAB5C-066F-4A1D-92F4-FC205C062474}"/>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EF3B8D4-F38C-4B80-8B20-565100E892B1}"/>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D2E45DB-4043-4E7F-8090-10360CFFDDA9}"/>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D87DCF-1457-4585-AB51-3C2B94D94FEC}"/>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07757FA-B1FB-4E39-90EE-23E2A7625139}"/>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425B6C-9EC0-4B8B-B2E5-E168485DB8DC}"/>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SEMANA 10</a:t>
            </a:r>
          </a:p>
        </p:txBody>
      </p:sp>
      <p:sp>
        <p:nvSpPr>
          <p:cNvPr id="7" name="">
            <a:extLst xmlns:a="http://schemas.openxmlformats.org/drawingml/2006/main">
              <a:ext uri="{FF2B5EF4-FFF2-40B4-BE49-F238E27FC236}">
                <a16:creationId xmlns:a16="http://schemas.microsoft.com/office/drawing/2014/main" id="{694D2D30-73A1-474F-899B-AC31E805365C}"/>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42</a:t>
            </a:r>
          </a:p>
        </p:txBody>
      </p:sp>
      <p:sp>
        <p:nvSpPr>
          <p:cNvPr id="8" name="">
            <a:extLst xmlns:a="http://schemas.openxmlformats.org/drawingml/2006/main">
              <a:ext uri="{FF2B5EF4-FFF2-40B4-BE49-F238E27FC236}">
                <a16:creationId xmlns:a16="http://schemas.microsoft.com/office/drawing/2014/main" id="{204384FF-A0AB-4E29-8ED7-513592E4931C}"/>
              </a:ext>
            </a:extLst>
          </p:cNvPr>
          <p:cNvSpPr>
            <a:spLocks xmlns:a="http://schemas.openxmlformats.org/drawingml/2006/main" noGrp="1"/>
          </p:cNvSpPr>
          <p:nvPr/>
        </p:nvSpPr>
        <p:spPr>
          <a:xfrm xmlns:a="http://schemas.openxmlformats.org/drawingml/2006/main">
            <a:off x="0" y="66675"/>
            <a:ext cx="1504950" cy="679132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E456C77-C14B-48DC-B210-67579ACF0DFB}"/>
              </a:ext>
            </a:extLst>
          </p:cNvPr>
          <p:cNvSpPr>
            <a:spLocks xmlns:a="http://schemas.openxmlformats.org/drawingml/2006/main" noGrp="1"/>
          </p:cNvSpPr>
          <p:nvPr/>
        </p:nvSpPr>
        <p:spPr>
          <a:xfrm xmlns:a="http://schemas.openxmlformats.org/drawingml/2006/main">
            <a:off x="190500" y="1104900"/>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41"/>
          </a:bodyPr>
          <a:lstStyle xmlns:a="http://schemas.openxmlformats.org/drawingml/2006/main"/>
          <a:p xmlns:a="http://schemas.openxmlformats.org/drawingml/2006/main">
            <a:pPr algn="ctr">
              <a:lnSpc>
                <a:spcPct val="105000"/>
              </a:lnSpc>
              <a:buNone/>
              <a:defRPr sz="2025" b="1" i="0">
                <a:solidFill>
                  <a:srgbClr val="FFFFFF"/>
                </a:solidFill>
                <a:latin typeface="DIN Condensed"/>
                <a:ea typeface="DIN Condensed"/>
                <a:cs typeface="DIN Condensed"/>
              </a:defRPr>
            </a:pPr>
            <a:r>
              <a:rPr sz="2025" b="1" i="0">
                <a:solidFill>
                  <a:srgbClr val="FFFFFF"/>
                </a:solidFill>
                <a:latin typeface="DIN Condensed"/>
                <a:ea typeface="DIN Condensed"/>
                <a:cs typeface="DIN Condensed"/>
              </a:rPr>
              <a:t>SEMANA</a:t>
            </a:r>
          </a:p>
        </p:txBody>
      </p:sp>
      <p:sp>
        <p:nvSpPr>
          <p:cNvPr id="10" name="">
            <a:extLst xmlns:a="http://schemas.openxmlformats.org/drawingml/2006/main">
              <a:ext uri="{FF2B5EF4-FFF2-40B4-BE49-F238E27FC236}">
                <a16:creationId xmlns:a16="http://schemas.microsoft.com/office/drawing/2014/main" id="{A49A1404-8101-4133-B5DE-4D9AF4A1AE4E}"/>
              </a:ext>
            </a:extLst>
          </p:cNvPr>
          <p:cNvSpPr>
            <a:spLocks xmlns:a="http://schemas.openxmlformats.org/drawingml/2006/main" noGrp="1"/>
          </p:cNvSpPr>
          <p:nvPr/>
        </p:nvSpPr>
        <p:spPr>
          <a:xfrm xmlns:a="http://schemas.openxmlformats.org/drawingml/2006/main">
            <a:off x="190500" y="1504950"/>
            <a:ext cx="114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4000"/>
              </a:lnSpc>
              <a:buNone/>
              <a:defRPr sz="4950" b="1" i="0">
                <a:solidFill>
                  <a:srgbClr val="FFFFFF"/>
                </a:solidFill>
                <a:latin typeface="DIN Condensed"/>
                <a:ea typeface="DIN Condensed"/>
                <a:cs typeface="DIN Condensed"/>
              </a:defRPr>
            </a:pPr>
            <a:r>
              <a:rPr sz="4950" b="1" i="0">
                <a:solidFill>
                  <a:srgbClr val="FFFFFF"/>
                </a:solidFill>
                <a:latin typeface="DIN Condensed"/>
                <a:ea typeface="DIN Condensed"/>
                <a:cs typeface="DIN Condensed"/>
              </a:rPr>
              <a:t>10</a:t>
            </a:r>
          </a:p>
        </p:txBody>
      </p:sp>
      <p:sp>
        <p:nvSpPr>
          <p:cNvPr id="11" name="">
            <a:extLst xmlns:a="http://schemas.openxmlformats.org/drawingml/2006/main">
              <a:ext uri="{FF2B5EF4-FFF2-40B4-BE49-F238E27FC236}">
                <a16:creationId xmlns:a16="http://schemas.microsoft.com/office/drawing/2014/main" id="{C6C60496-95DB-4B4E-9511-0AC4F48CA394}"/>
              </a:ext>
            </a:extLst>
          </p:cNvPr>
          <p:cNvSpPr>
            <a:spLocks xmlns:a="http://schemas.openxmlformats.org/drawingml/2006/main" noGrp="1"/>
          </p:cNvSpPr>
          <p:nvPr/>
        </p:nvSpPr>
        <p:spPr>
          <a:xfrm xmlns:a="http://schemas.openxmlformats.org/drawingml/2006/main">
            <a:off x="190500" y="2590800"/>
            <a:ext cx="114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26–28 OCT</a:t>
            </a:r>
          </a:p>
        </p:txBody>
      </p:sp>
      <p:sp>
        <p:nvSpPr>
          <p:cNvPr id="12" name="">
            <a:extLst xmlns:a="http://schemas.openxmlformats.org/drawingml/2006/main">
              <a:ext uri="{FF2B5EF4-FFF2-40B4-BE49-F238E27FC236}">
                <a16:creationId xmlns:a16="http://schemas.microsoft.com/office/drawing/2014/main" id="{06F038B2-4146-4CCB-B22A-1BE5CBB6A255}"/>
              </a:ext>
            </a:extLst>
          </p:cNvPr>
          <p:cNvSpPr>
            <a:spLocks xmlns:a="http://schemas.openxmlformats.org/drawingml/2006/main" noGrp="1"/>
          </p:cNvSpPr>
          <p:nvPr/>
        </p:nvSpPr>
        <p:spPr>
          <a:xfrm xmlns:a="http://schemas.openxmlformats.org/drawingml/2006/main">
            <a:off x="1809750" y="609600"/>
            <a:ext cx="933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050" b="1" i="0">
                <a:solidFill>
                  <a:srgbClr val="FFFFFF"/>
                </a:solidFill>
                <a:latin typeface="DIN Condensed"/>
                <a:ea typeface="DIN Condensed"/>
                <a:cs typeface="DIN Condensed"/>
              </a:defRPr>
            </a:pPr>
            <a:r>
              <a:rPr sz="4050" b="1" i="0">
                <a:solidFill>
                  <a:srgbClr val="FFFFFF"/>
                </a:solidFill>
                <a:latin typeface="DIN Condensed"/>
                <a:ea typeface="DIN Condensed"/>
                <a:cs typeface="DIN Condensed"/>
              </a:rPr>
              <a:t>CERRAR CON VERDAD</a:t>
            </a:r>
          </a:p>
        </p:txBody>
      </p:sp>
      <p:sp>
        <p:nvSpPr>
          <p:cNvPr id="13" name="">
            <a:extLst xmlns:a="http://schemas.openxmlformats.org/drawingml/2006/main">
              <a:ext uri="{FF2B5EF4-FFF2-40B4-BE49-F238E27FC236}">
                <a16:creationId xmlns:a16="http://schemas.microsoft.com/office/drawing/2014/main" id="{9ED3263D-1395-42BE-865E-E79BBE3F78AB}"/>
              </a:ext>
            </a:extLst>
          </p:cNvPr>
          <p:cNvSpPr>
            <a:spLocks xmlns:a="http://schemas.openxmlformats.org/drawingml/2006/main" noGrp="1"/>
          </p:cNvSpPr>
          <p:nvPr/>
        </p:nvSpPr>
        <p:spPr>
          <a:xfrm xmlns:a="http://schemas.openxmlformats.org/drawingml/2006/main">
            <a:off x="1809750" y="1428750"/>
            <a:ext cx="9525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1967BCD-412B-4511-9913-2EB4FC1F440A}"/>
              </a:ext>
            </a:extLst>
          </p:cNvPr>
          <p:cNvSpPr>
            <a:spLocks xmlns:a="http://schemas.openxmlformats.org/drawingml/2006/main" noGrp="1"/>
          </p:cNvSpPr>
          <p:nvPr/>
        </p:nvSpPr>
        <p:spPr>
          <a:xfrm xmlns:a="http://schemas.openxmlformats.org/drawingml/2006/main">
            <a:off x="1809750" y="1809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LO QUE VE Y SIENTE EL PÚBLICO</a:t>
            </a:r>
          </a:p>
        </p:txBody>
      </p:sp>
      <p:sp>
        <p:nvSpPr>
          <p:cNvPr id="15" name="">
            <a:extLst xmlns:a="http://schemas.openxmlformats.org/drawingml/2006/main">
              <a:ext uri="{FF2B5EF4-FFF2-40B4-BE49-F238E27FC236}">
                <a16:creationId xmlns:a16="http://schemas.microsoft.com/office/drawing/2014/main" id="{6AB45ECB-5101-4C91-B0CB-5473085BA046}"/>
              </a:ext>
            </a:extLst>
          </p:cNvPr>
          <p:cNvSpPr>
            <a:spLocks xmlns:a="http://schemas.openxmlformats.org/drawingml/2006/main" noGrp="1"/>
          </p:cNvSpPr>
          <p:nvPr/>
        </p:nvSpPr>
        <p:spPr>
          <a:xfrm xmlns:a="http://schemas.openxmlformats.org/drawingml/2006/main">
            <a:off x="1809750" y="2190750"/>
            <a:ext cx="2952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agenda simultánea final + hora de corte</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cómo llegar, qué llevar y plan B</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finalistas o resultados ya cerrados, con acta</a:t>
            </a:r>
          </a:p>
          <a:p xmlns:a="http://schemas.openxmlformats.org/drawingml/2006/main">
            <a:pPr algn="l">
              <a:lnSpc>
                <a:spcPct val="118000"/>
              </a:lnSpc>
              <a:buNone/>
              <a:defRPr sz="1275" b="0" i="0">
                <a:solidFill>
                  <a:srgbClr val="FFFFFF"/>
                </a:solidFill>
                <a:latin typeface="Avenir Next"/>
                <a:ea typeface="Avenir Next"/>
                <a:cs typeface="Avenir Next"/>
              </a:defRPr>
            </a:pPr>
            <a:r>
              <a:rPr sz="1275" b="0" i="0">
                <a:solidFill>
                  <a:srgbClr val="FFFFFF"/>
                </a:solidFill>
                <a:latin typeface="Avenir Next"/>
                <a:ea typeface="Avenir Next"/>
                <a:cs typeface="Avenir Next"/>
              </a:rPr>
              <a:t>— qué vivir el Día 1 y cómo volver</a:t>
            </a:r>
          </a:p>
        </p:txBody>
      </p:sp>
      <p:sp>
        <p:nvSpPr>
          <p:cNvPr id="16" name="">
            <a:extLst xmlns:a="http://schemas.openxmlformats.org/drawingml/2006/main">
              <a:ext uri="{FF2B5EF4-FFF2-40B4-BE49-F238E27FC236}">
                <a16:creationId xmlns:a16="http://schemas.microsoft.com/office/drawing/2014/main" id="{021EFF19-80AE-4904-872A-2B9C3F6705F1}"/>
              </a:ext>
            </a:extLst>
          </p:cNvPr>
          <p:cNvSpPr>
            <a:spLocks xmlns:a="http://schemas.openxmlformats.org/drawingml/2006/main" noGrp="1"/>
          </p:cNvSpPr>
          <p:nvPr/>
        </p:nvSpPr>
        <p:spPr>
          <a:xfrm xmlns:a="http://schemas.openxmlformats.org/drawingml/2006/main">
            <a:off x="4953000" y="1809750"/>
            <a:ext cx="28575" cy="0"/>
          </a:xfrm>
          <a:prstGeom xmlns:a="http://schemas.openxmlformats.org/drawingml/2006/main" prst="rect">
            <a:avLst/>
          </a:prstGeom>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EFA95FA-6227-4348-86B1-0AE4F8D5FFEB}"/>
              </a:ext>
            </a:extLst>
          </p:cNvPr>
          <p:cNvSpPr>
            <a:spLocks xmlns:a="http://schemas.openxmlformats.org/drawingml/2006/main" noGrp="1"/>
          </p:cNvSpPr>
          <p:nvPr/>
        </p:nvSpPr>
        <p:spPr>
          <a:xfrm xmlns:a="http://schemas.openxmlformats.org/drawingml/2006/main">
            <a:off x="52768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ENTREGABLES DE LA SEMANA</a:t>
            </a:r>
          </a:p>
        </p:txBody>
      </p:sp>
      <p:sp>
        <p:nvSpPr>
          <p:cNvPr id="18" name="">
            <a:extLst xmlns:a="http://schemas.openxmlformats.org/drawingml/2006/main">
              <a:ext uri="{FF2B5EF4-FFF2-40B4-BE49-F238E27FC236}">
                <a16:creationId xmlns:a16="http://schemas.microsoft.com/office/drawing/2014/main" id="{6D128E29-80C7-410E-9402-7C5925C9CFDB}"/>
              </a:ext>
            </a:extLst>
          </p:cNvPr>
          <p:cNvSpPr>
            <a:spLocks xmlns:a="http://schemas.openxmlformats.org/drawingml/2006/main" noGrp="1"/>
          </p:cNvSpPr>
          <p:nvPr/>
        </p:nvSpPr>
        <p:spPr>
          <a:xfrm xmlns:a="http://schemas.openxmlformats.org/drawingml/2006/main">
            <a:off x="5276850" y="2190750"/>
            <a:ext cx="285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simulacro integral 28 oct</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puntos/franjas de colada</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inventario final de premios</a:t>
            </a:r>
          </a:p>
          <a:p xmlns:a="http://schemas.openxmlformats.org/drawingml/2006/main">
            <a:pPr algn="l">
              <a:lnSpc>
                <a:spcPct val="118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 contingencia y respaldo editorial</a:t>
            </a:r>
          </a:p>
        </p:txBody>
      </p:sp>
      <p:sp>
        <p:nvSpPr>
          <p:cNvPr id="19" name="">
            <a:extLst xmlns:a="http://schemas.openxmlformats.org/drawingml/2006/main">
              <a:ext uri="{FF2B5EF4-FFF2-40B4-BE49-F238E27FC236}">
                <a16:creationId xmlns:a16="http://schemas.microsoft.com/office/drawing/2014/main" id="{66753A80-B0F6-41CE-9D6F-03485AC79902}"/>
              </a:ext>
            </a:extLst>
          </p:cNvPr>
          <p:cNvSpPr>
            <a:spLocks xmlns:a="http://schemas.openxmlformats.org/drawingml/2006/main" noGrp="1"/>
          </p:cNvSpPr>
          <p:nvPr/>
        </p:nvSpPr>
        <p:spPr>
          <a:xfrm xmlns:a="http://schemas.openxmlformats.org/drawingml/2006/main">
            <a:off x="8362950" y="1809750"/>
            <a:ext cx="28575" cy="0"/>
          </a:xfrm>
          <a:prstGeom xmlns:a="http://schemas.openxmlformats.org/drawingml/2006/main" prst="rect">
            <a:avLst/>
          </a:prstGeom>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66002F8-BC04-41DF-BBFD-19E0CB9583A2}"/>
              </a:ext>
            </a:extLst>
          </p:cNvPr>
          <p:cNvSpPr>
            <a:spLocks xmlns:a="http://schemas.openxmlformats.org/drawingml/2006/main" noGrp="1"/>
          </p:cNvSpPr>
          <p:nvPr/>
        </p:nvSpPr>
        <p:spPr>
          <a:xfrm xmlns:a="http://schemas.openxmlformats.org/drawingml/2006/main">
            <a:off x="8667750" y="18097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CONEXIONES QUE LA HABILITAN</a:t>
            </a:r>
          </a:p>
        </p:txBody>
      </p:sp>
      <p:sp>
        <p:nvSpPr>
          <p:cNvPr id="21" name="">
            <a:extLst xmlns:a="http://schemas.openxmlformats.org/drawingml/2006/main">
              <a:ext uri="{FF2B5EF4-FFF2-40B4-BE49-F238E27FC236}">
                <a16:creationId xmlns:a16="http://schemas.microsoft.com/office/drawing/2014/main" id="{E5C04789-74EA-417E-95B9-52FF9069930A}"/>
              </a:ext>
            </a:extLst>
          </p:cNvPr>
          <p:cNvSpPr>
            <a:spLocks xmlns:a="http://schemas.openxmlformats.org/drawingml/2006/main" noGrp="1"/>
          </p:cNvSpPr>
          <p:nvPr/>
        </p:nvSpPr>
        <p:spPr>
          <a:xfrm xmlns:a="http://schemas.openxmlformats.org/drawingml/2006/main">
            <a:off x="8667750" y="2190750"/>
            <a:ext cx="28575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Comando operativo da corte</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Seguridad aprueba cambios</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Comunidad prepara escalamiento</a:t>
            </a:r>
          </a:p>
          <a:p xmlns:a="http://schemas.openxmlformats.org/drawingml/2006/main">
            <a:pPr algn="l">
              <a:lnSpc>
                <a:spcPct val="117000"/>
              </a:lnSpc>
              <a:buNone/>
              <a:defRPr sz="1125" b="0" i="0">
                <a:solidFill>
                  <a:srgbClr val="FFFFFF">
                    <a:alpha val="72000"/>
                  </a:srgbClr>
                </a:solidFill>
                <a:latin typeface="Avenir Next"/>
                <a:ea typeface="Avenir Next"/>
                <a:cs typeface="Avenir Next"/>
              </a:defRPr>
            </a:pPr>
            <a:r>
              <a:rPr sz="1125" b="0" i="0">
                <a:solidFill>
                  <a:srgbClr val="FFFFFF">
                    <a:alpha val="72000"/>
                  </a:srgbClr>
                </a:solidFill>
                <a:latin typeface="Avenir Next"/>
                <a:ea typeface="Avenir Next"/>
                <a:cs typeface="Avenir Next"/>
              </a:rPr>
              <a:t>— Finanzas valida costo, cupos y términos de retorno</a:t>
            </a:r>
          </a:p>
        </p:txBody>
      </p:sp>
      <p:sp>
        <p:nvSpPr>
          <p:cNvPr id="22" name="">
            <a:extLst xmlns:a="http://schemas.openxmlformats.org/drawingml/2006/main">
              <a:ext uri="{FF2B5EF4-FFF2-40B4-BE49-F238E27FC236}">
                <a16:creationId xmlns:a16="http://schemas.microsoft.com/office/drawing/2014/main" id="{12ADB497-ADE0-49E4-BE14-889DBB094C35}"/>
              </a:ext>
            </a:extLst>
          </p:cNvPr>
          <p:cNvSpPr>
            <a:spLocks xmlns:a="http://schemas.openxmlformats.org/drawingml/2006/main" noGrp="1"/>
          </p:cNvSpPr>
          <p:nvPr/>
        </p:nvSpPr>
        <p:spPr>
          <a:xfrm xmlns:a="http://schemas.openxmlformats.org/drawingml/2006/main">
            <a:off x="1809750" y="5562600"/>
            <a:ext cx="9715500" cy="6286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F6D4FA3-C52E-4EC2-ABB7-BB6F3064A2CB}"/>
              </a:ext>
            </a:extLst>
          </p:cNvPr>
          <p:cNvSpPr>
            <a:spLocks xmlns:a="http://schemas.openxmlformats.org/drawingml/2006/main" noGrp="1"/>
          </p:cNvSpPr>
          <p:nvPr/>
        </p:nvSpPr>
        <p:spPr>
          <a:xfrm xmlns:a="http://schemas.openxmlformats.org/drawingml/2006/main">
            <a:off x="2019300" y="5753100"/>
            <a:ext cx="9296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050" b="1" i="0">
                <a:solidFill>
                  <a:srgbClr val="FFFFFF"/>
                </a:solidFill>
                <a:latin typeface="Avenir Next"/>
                <a:ea typeface="Avenir Next"/>
                <a:cs typeface="Avenir Next"/>
              </a:defRPr>
            </a:pPr>
            <a:r>
              <a:rPr sz="1050" b="1" i="0">
                <a:solidFill>
                  <a:srgbClr val="FFFFFF"/>
                </a:solidFill>
                <a:latin typeface="Avenir Next"/>
                <a:ea typeface="Avenir Next"/>
                <a:cs typeface="Avenir Next"/>
              </a:rPr>
              <a:t>UNA FUENTE, TODAS LAS SALIDAS. SI CAMBIA EL DATO, CAMBIA EL SISTEMA COMPLETO.</a:t>
            </a:r>
          </a:p>
        </p:txBody>
      </p:sp>
      <p:sp>
        <p:nvSpPr>
          <p:cNvPr id="24" name="">
            <a:extLst xmlns:a="http://schemas.openxmlformats.org/drawingml/2006/main">
              <a:ext uri="{FF2B5EF4-FFF2-40B4-BE49-F238E27FC236}">
                <a16:creationId xmlns:a16="http://schemas.microsoft.com/office/drawing/2014/main" id="{9027B497-3CE1-4B10-B4CE-2C17466FD8A0}"/>
              </a:ext>
            </a:extLst>
          </p:cNvPr>
          <p:cNvSpPr>
            <a:spLocks xmlns:a="http://schemas.openxmlformats.org/drawingml/2006/main" noGrp="1"/>
          </p:cNvSpPr>
          <p:nvPr/>
        </p:nvSpPr>
        <p:spPr>
          <a:xfrm xmlns:a="http://schemas.openxmlformats.org/drawingml/2006/main">
            <a:off x="180975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Tree>
    <p:extLst>
      <p:ext uri="{BB962C8B-B14F-4D97-AF65-F5344CB8AC3E}">
        <p14:creationId xmlns:p14="http://schemas.microsoft.com/office/powerpoint/2010/main" val="1053447914"/>
      </p:ext>
    </p:extLst>
  </p:cSld>
</p:sld>
</file>

<file path=ppt/slides/slide43.xml><?xml version="1.0" encoding="utf-8"?>
<p:sld xmlns:p="http://schemas.openxmlformats.org/presentationml/2006/main">
  <p:cSld>
    <p:bg>
      <p:bgPr>
        <a:solidFill xmlns:a="http://schemas.openxmlformats.org/drawingml/2006/main">
          <a:srgbClr val="315BFF"/>
        </a:solidFill>
      </p:bgPr>
    </p:bg>
    <p:spTree>
      <p:nvGrpSpPr>
        <p:cNvPr id="1" name=""/>
        <p:cNvGrpSpPr/>
        <p:nvPr/>
      </p:nvGrpSpPr>
      <p:grpSpPr>
        <a:xfrm xmlns:a="http://schemas.openxmlformats.org/drawingml/2006/main"/>
      </p:grpSpPr>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2049b383e00491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2F92580-4427-413C-9D32-DF022E96BB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60A22">
                  <a:alpha val="92000"/>
                </a:srgbClr>
              </a:gs>
              <a:gs pos="50000">
                <a:srgbClr val="315BFF">
                  <a:alpha val="52000"/>
                </a:srgbClr>
              </a:gs>
              <a:gs pos="100000">
                <a:srgbClr val="160A22">
                  <a:alpha val="38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4BA226C-642B-43A5-868E-55E19B0794C3}"/>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649F9F1-5A35-428E-A4B0-139648BC281B}"/>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121EBAA-BDC8-4C55-962C-09CC9724E553}"/>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CB4731-5640-405C-AB6D-B86038EACB2F}"/>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90802B1-1482-4115-9B91-3CED52F3F612}"/>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90D8B91-732D-4164-8B11-83E238D749AD}"/>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EN VIVO</a:t>
            </a:r>
          </a:p>
        </p:txBody>
      </p:sp>
      <p:sp>
        <p:nvSpPr>
          <p:cNvPr id="9" name="">
            <a:extLst xmlns:a="http://schemas.openxmlformats.org/drawingml/2006/main">
              <a:ext uri="{FF2B5EF4-FFF2-40B4-BE49-F238E27FC236}">
                <a16:creationId xmlns:a16="http://schemas.microsoft.com/office/drawing/2014/main" id="{21130D8E-AE3B-4E83-A47C-536780003D2B}"/>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0" name="">
            <a:extLst xmlns:a="http://schemas.openxmlformats.org/drawingml/2006/main">
              <a:ext uri="{FF2B5EF4-FFF2-40B4-BE49-F238E27FC236}">
                <a16:creationId xmlns:a16="http://schemas.microsoft.com/office/drawing/2014/main" id="{04C23596-86CA-448F-9CE1-4737FF156A7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43</a:t>
            </a:r>
          </a:p>
        </p:txBody>
      </p:sp>
      <p:sp>
        <p:nvSpPr>
          <p:cNvPr id="11" name="">
            <a:extLst xmlns:a="http://schemas.openxmlformats.org/drawingml/2006/main">
              <a:ext uri="{FF2B5EF4-FFF2-40B4-BE49-F238E27FC236}">
                <a16:creationId xmlns:a16="http://schemas.microsoft.com/office/drawing/2014/main" id="{639DADAF-5D05-4D87-B7A6-EB44C04932DF}"/>
              </a:ext>
            </a:extLst>
          </p:cNvPr>
          <p:cNvSpPr>
            <a:spLocks xmlns:a="http://schemas.openxmlformats.org/drawingml/2006/main" noGrp="1"/>
          </p:cNvSpPr>
          <p:nvPr/>
        </p:nvSpPr>
        <p:spPr>
          <a:xfrm xmlns:a="http://schemas.openxmlformats.org/drawingml/2006/main">
            <a:off x="609600" y="666750"/>
            <a:ext cx="933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29 OCT–2 NOV</a:t>
            </a:r>
          </a:p>
        </p:txBody>
      </p:sp>
      <p:sp>
        <p:nvSpPr>
          <p:cNvPr id="12" name="">
            <a:extLst xmlns:a="http://schemas.openxmlformats.org/drawingml/2006/main">
              <a:ext uri="{FF2B5EF4-FFF2-40B4-BE49-F238E27FC236}">
                <a16:creationId xmlns:a16="http://schemas.microsoft.com/office/drawing/2014/main" id="{3BDCFD4A-F4CA-45DB-8E05-25595E9193DF}"/>
              </a:ext>
            </a:extLst>
          </p:cNvPr>
          <p:cNvSpPr>
            <a:spLocks xmlns:a="http://schemas.openxmlformats.org/drawingml/2006/main" noGrp="1"/>
          </p:cNvSpPr>
          <p:nvPr/>
        </p:nvSpPr>
        <p:spPr>
          <a:xfrm xmlns:a="http://schemas.openxmlformats.org/drawingml/2006/main">
            <a:off x="609600" y="990600"/>
            <a:ext cx="9334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00" b="1" i="0">
                <a:solidFill>
                  <a:srgbClr val="FFFFFF"/>
                </a:solidFill>
                <a:latin typeface="DIN Condensed"/>
                <a:ea typeface="DIN Condensed"/>
                <a:cs typeface="DIN Condensed"/>
              </a:defRPr>
            </a:pPr>
            <a:r>
              <a:rPr sz="4200" b="1" i="0">
                <a:solidFill>
                  <a:srgbClr val="FFFFFF"/>
                </a:solidFill>
                <a:latin typeface="DIN Condensed"/>
                <a:ea typeface="DIN Condensed"/>
                <a:cs typeface="DIN Condensed"/>
              </a:rPr>
              <a:t>Cinco días. Un comando por territorio.</a:t>
            </a:r>
          </a:p>
        </p:txBody>
      </p:sp>
      <p:sp>
        <p:nvSpPr>
          <p:cNvPr id="13" name="">
            <a:extLst xmlns:a="http://schemas.openxmlformats.org/drawingml/2006/main">
              <a:ext uri="{FF2B5EF4-FFF2-40B4-BE49-F238E27FC236}">
                <a16:creationId xmlns:a16="http://schemas.microsoft.com/office/drawing/2014/main" id="{8B762015-F00A-47BA-8C1A-EDAC04D97029}"/>
              </a:ext>
            </a:extLst>
          </p:cNvPr>
          <p:cNvSpPr>
            <a:spLocks xmlns:a="http://schemas.openxmlformats.org/drawingml/2006/main" noGrp="1"/>
          </p:cNvSpPr>
          <p:nvPr/>
        </p:nvSpPr>
        <p:spPr>
          <a:xfrm xmlns:a="http://schemas.openxmlformats.org/drawingml/2006/main">
            <a:off x="609600" y="1828800"/>
            <a:ext cx="933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FFFFFF">
                    <a:alpha val="78000"/>
                  </a:srgbClr>
                </a:solidFill>
                <a:latin typeface="Avenir Next"/>
                <a:ea typeface="Avenir Next"/>
                <a:cs typeface="Avenir Next"/>
              </a:defRPr>
            </a:pPr>
            <a:r>
              <a:rPr sz="1500" b="0" i="0">
                <a:solidFill>
                  <a:srgbClr val="FFFFFF">
                    <a:alpha val="78000"/>
                  </a:srgbClr>
                </a:solidFill>
                <a:latin typeface="Avenir Next"/>
                <a:ea typeface="Avenir Next"/>
                <a:cs typeface="Avenir Next"/>
              </a:rPr>
              <a:t>La cobertura equilibra servicio, feria, familia, tradición y música; cada zona tiene una misión y una fuente vigente.</a:t>
            </a:r>
          </a:p>
        </p:txBody>
      </p:sp>
      <p:sp>
        <p:nvSpPr>
          <p:cNvPr id="14" name="">
            <a:extLst xmlns:a="http://schemas.openxmlformats.org/drawingml/2006/main">
              <a:ext uri="{FF2B5EF4-FFF2-40B4-BE49-F238E27FC236}">
                <a16:creationId xmlns:a16="http://schemas.microsoft.com/office/drawing/2014/main" id="{621EC9C9-9B7C-4399-B714-FAFDFD495D9C}"/>
              </a:ext>
            </a:extLst>
          </p:cNvPr>
          <p:cNvSpPr>
            <a:spLocks xmlns:a="http://schemas.openxmlformats.org/drawingml/2006/main" noGrp="1"/>
          </p:cNvSpPr>
          <p:nvPr/>
        </p:nvSpPr>
        <p:spPr>
          <a:xfrm xmlns:a="http://schemas.openxmlformats.org/drawingml/2006/main">
            <a:off x="609600" y="3162300"/>
            <a:ext cx="1962150" cy="16002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454289-B852-4A6B-AD11-E49C805DB173}"/>
              </a:ext>
            </a:extLst>
          </p:cNvPr>
          <p:cNvSpPr>
            <a:spLocks xmlns:a="http://schemas.openxmlformats.org/drawingml/2006/main" noGrp="1"/>
          </p:cNvSpPr>
          <p:nvPr/>
        </p:nvSpPr>
        <p:spPr>
          <a:xfrm xmlns:a="http://schemas.openxmlformats.org/drawingml/2006/main">
            <a:off x="76200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APERTURA</a:t>
            </a:r>
          </a:p>
        </p:txBody>
      </p:sp>
      <p:sp>
        <p:nvSpPr>
          <p:cNvPr id="16" name="">
            <a:extLst xmlns:a="http://schemas.openxmlformats.org/drawingml/2006/main">
              <a:ext uri="{FF2B5EF4-FFF2-40B4-BE49-F238E27FC236}">
                <a16:creationId xmlns:a16="http://schemas.microsoft.com/office/drawing/2014/main" id="{79A8D396-6823-427B-8D2B-C00FBDFD200F}"/>
              </a:ext>
            </a:extLst>
          </p:cNvPr>
          <p:cNvSpPr>
            <a:spLocks xmlns:a="http://schemas.openxmlformats.org/drawingml/2006/main" noGrp="1"/>
          </p:cNvSpPr>
          <p:nvPr/>
        </p:nvSpPr>
        <p:spPr>
          <a:xfrm xmlns:a="http://schemas.openxmlformats.org/drawingml/2006/main">
            <a:off x="76200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PORTADA + AGENDA</a:t>
            </a:r>
          </a:p>
        </p:txBody>
      </p:sp>
      <p:sp>
        <p:nvSpPr>
          <p:cNvPr id="17" name="">
            <a:extLst xmlns:a="http://schemas.openxmlformats.org/drawingml/2006/main">
              <a:ext uri="{FF2B5EF4-FFF2-40B4-BE49-F238E27FC236}">
                <a16:creationId xmlns:a16="http://schemas.microsoft.com/office/drawing/2014/main" id="{667B4E73-1111-464D-94B0-7F22D4E5922E}"/>
              </a:ext>
            </a:extLst>
          </p:cNvPr>
          <p:cNvSpPr>
            <a:spLocks xmlns:a="http://schemas.openxmlformats.org/drawingml/2006/main" noGrp="1"/>
          </p:cNvSpPr>
          <p:nvPr/>
        </p:nvSpPr>
        <p:spPr>
          <a:xfrm xmlns:a="http://schemas.openxmlformats.org/drawingml/2006/main">
            <a:off x="2800350" y="3162300"/>
            <a:ext cx="1962150" cy="16002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15DB6D7-6FE7-4CBC-A049-948EA563013F}"/>
              </a:ext>
            </a:extLst>
          </p:cNvPr>
          <p:cNvSpPr>
            <a:spLocks xmlns:a="http://schemas.openxmlformats.org/drawingml/2006/main" noGrp="1"/>
          </p:cNvSpPr>
          <p:nvPr/>
        </p:nvSpPr>
        <p:spPr>
          <a:xfrm xmlns:a="http://schemas.openxmlformats.org/drawingml/2006/main">
            <a:off x="295275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DÍA</a:t>
            </a:r>
          </a:p>
        </p:txBody>
      </p:sp>
      <p:sp>
        <p:nvSpPr>
          <p:cNvPr id="19" name="">
            <a:extLst xmlns:a="http://schemas.openxmlformats.org/drawingml/2006/main">
              <a:ext uri="{FF2B5EF4-FFF2-40B4-BE49-F238E27FC236}">
                <a16:creationId xmlns:a16="http://schemas.microsoft.com/office/drawing/2014/main" id="{7BFB60A5-0A8A-4694-B74F-55941FE1C6D6}"/>
              </a:ext>
            </a:extLst>
          </p:cNvPr>
          <p:cNvSpPr>
            <a:spLocks xmlns:a="http://schemas.openxmlformats.org/drawingml/2006/main" noGrp="1"/>
          </p:cNvSpPr>
          <p:nvPr/>
        </p:nvSpPr>
        <p:spPr>
          <a:xfrm xmlns:a="http://schemas.openxmlformats.org/drawingml/2006/main">
            <a:off x="295275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FERIA + RUTAS</a:t>
            </a:r>
          </a:p>
        </p:txBody>
      </p:sp>
      <p:sp>
        <p:nvSpPr>
          <p:cNvPr id="20" name="">
            <a:extLst xmlns:a="http://schemas.openxmlformats.org/drawingml/2006/main">
              <a:ext uri="{FF2B5EF4-FFF2-40B4-BE49-F238E27FC236}">
                <a16:creationId xmlns:a16="http://schemas.microsoft.com/office/drawing/2014/main" id="{A7E13891-54D1-4198-92DD-981B8C79C04F}"/>
              </a:ext>
            </a:extLst>
          </p:cNvPr>
          <p:cNvSpPr>
            <a:spLocks xmlns:a="http://schemas.openxmlformats.org/drawingml/2006/main" noGrp="1"/>
          </p:cNvSpPr>
          <p:nvPr/>
        </p:nvSpPr>
        <p:spPr>
          <a:xfrm xmlns:a="http://schemas.openxmlformats.org/drawingml/2006/main">
            <a:off x="4991100" y="3162300"/>
            <a:ext cx="1962150" cy="16002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42C65BB-40A3-47ED-AE26-735760097AF3}"/>
              </a:ext>
            </a:extLst>
          </p:cNvPr>
          <p:cNvSpPr>
            <a:spLocks xmlns:a="http://schemas.openxmlformats.org/drawingml/2006/main" noGrp="1"/>
          </p:cNvSpPr>
          <p:nvPr/>
        </p:nvSpPr>
        <p:spPr>
          <a:xfrm xmlns:a="http://schemas.openxmlformats.org/drawingml/2006/main">
            <a:off x="514350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FAMILIA</a:t>
            </a:r>
          </a:p>
        </p:txBody>
      </p:sp>
      <p:sp>
        <p:nvSpPr>
          <p:cNvPr id="22" name="">
            <a:extLst xmlns:a="http://schemas.openxmlformats.org/drawingml/2006/main">
              <a:ext uri="{FF2B5EF4-FFF2-40B4-BE49-F238E27FC236}">
                <a16:creationId xmlns:a16="http://schemas.microsoft.com/office/drawing/2014/main" id="{CBF26640-451C-40A2-9A8F-13ACF750D4CA}"/>
              </a:ext>
            </a:extLst>
          </p:cNvPr>
          <p:cNvSpPr>
            <a:spLocks xmlns:a="http://schemas.openxmlformats.org/drawingml/2006/main" noGrp="1"/>
          </p:cNvSpPr>
          <p:nvPr/>
        </p:nvSpPr>
        <p:spPr>
          <a:xfrm xmlns:a="http://schemas.openxmlformats.org/drawingml/2006/main">
            <a:off x="514350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TRADICIÓN + SERVICIO</a:t>
            </a:r>
          </a:p>
        </p:txBody>
      </p:sp>
      <p:sp>
        <p:nvSpPr>
          <p:cNvPr id="23" name="">
            <a:extLst xmlns:a="http://schemas.openxmlformats.org/drawingml/2006/main">
              <a:ext uri="{FF2B5EF4-FFF2-40B4-BE49-F238E27FC236}">
                <a16:creationId xmlns:a16="http://schemas.microsoft.com/office/drawing/2014/main" id="{72ECB460-D821-4A59-9DC4-A80C6257279F}"/>
              </a:ext>
            </a:extLst>
          </p:cNvPr>
          <p:cNvSpPr>
            <a:spLocks xmlns:a="http://schemas.openxmlformats.org/drawingml/2006/main" noGrp="1"/>
          </p:cNvSpPr>
          <p:nvPr/>
        </p:nvSpPr>
        <p:spPr>
          <a:xfrm xmlns:a="http://schemas.openxmlformats.org/drawingml/2006/main">
            <a:off x="7181850" y="3162300"/>
            <a:ext cx="1962150" cy="16002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E9BB447-7AE6-4E9C-B4EC-E7443005C50F}"/>
              </a:ext>
            </a:extLst>
          </p:cNvPr>
          <p:cNvSpPr>
            <a:spLocks xmlns:a="http://schemas.openxmlformats.org/drawingml/2006/main" noGrp="1"/>
          </p:cNvSpPr>
          <p:nvPr/>
        </p:nvSpPr>
        <p:spPr>
          <a:xfrm xmlns:a="http://schemas.openxmlformats.org/drawingml/2006/main">
            <a:off x="733425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NOCHE</a:t>
            </a:r>
          </a:p>
        </p:txBody>
      </p:sp>
      <p:sp>
        <p:nvSpPr>
          <p:cNvPr id="25" name="">
            <a:extLst xmlns:a="http://schemas.openxmlformats.org/drawingml/2006/main">
              <a:ext uri="{FF2B5EF4-FFF2-40B4-BE49-F238E27FC236}">
                <a16:creationId xmlns:a16="http://schemas.microsoft.com/office/drawing/2014/main" id="{0C5E2691-1F8A-4EF4-847F-53F0A8CF33E5}"/>
              </a:ext>
            </a:extLst>
          </p:cNvPr>
          <p:cNvSpPr>
            <a:spLocks xmlns:a="http://schemas.openxmlformats.org/drawingml/2006/main" noGrp="1"/>
          </p:cNvSpPr>
          <p:nvPr/>
        </p:nvSpPr>
        <p:spPr>
          <a:xfrm xmlns:a="http://schemas.openxmlformats.org/drawingml/2006/main">
            <a:off x="733425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MÚSICA + EXPERIENCIA</a:t>
            </a:r>
          </a:p>
        </p:txBody>
      </p:sp>
      <p:sp>
        <p:nvSpPr>
          <p:cNvPr id="26" name="">
            <a:extLst xmlns:a="http://schemas.openxmlformats.org/drawingml/2006/main">
              <a:ext uri="{FF2B5EF4-FFF2-40B4-BE49-F238E27FC236}">
                <a16:creationId xmlns:a16="http://schemas.microsoft.com/office/drawing/2014/main" id="{386087D0-2292-4927-A7CF-99F9576B81BD}"/>
              </a:ext>
            </a:extLst>
          </p:cNvPr>
          <p:cNvSpPr>
            <a:spLocks xmlns:a="http://schemas.openxmlformats.org/drawingml/2006/main" noGrp="1"/>
          </p:cNvSpPr>
          <p:nvPr/>
        </p:nvSpPr>
        <p:spPr>
          <a:xfrm xmlns:a="http://schemas.openxmlformats.org/drawingml/2006/main">
            <a:off x="9372600" y="3162300"/>
            <a:ext cx="1962150" cy="1600200"/>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66B7EBC-02AE-4C21-BA3C-18B9C4680DC5}"/>
              </a:ext>
            </a:extLst>
          </p:cNvPr>
          <p:cNvSpPr>
            <a:spLocks xmlns:a="http://schemas.openxmlformats.org/drawingml/2006/main" noGrp="1"/>
          </p:cNvSpPr>
          <p:nvPr/>
        </p:nvSpPr>
        <p:spPr>
          <a:xfrm xmlns:a="http://schemas.openxmlformats.org/drawingml/2006/main">
            <a:off x="9525000" y="3333750"/>
            <a:ext cx="1657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CIERRE</a:t>
            </a:r>
          </a:p>
        </p:txBody>
      </p:sp>
      <p:sp>
        <p:nvSpPr>
          <p:cNvPr id="28" name="">
            <a:extLst xmlns:a="http://schemas.openxmlformats.org/drawingml/2006/main">
              <a:ext uri="{FF2B5EF4-FFF2-40B4-BE49-F238E27FC236}">
                <a16:creationId xmlns:a16="http://schemas.microsoft.com/office/drawing/2014/main" id="{0F3B7B60-EF6F-4FEF-A2D9-A01265B6DBC3}"/>
              </a:ext>
            </a:extLst>
          </p:cNvPr>
          <p:cNvSpPr>
            <a:spLocks xmlns:a="http://schemas.openxmlformats.org/drawingml/2006/main" noGrp="1"/>
          </p:cNvSpPr>
          <p:nvPr/>
        </p:nvSpPr>
        <p:spPr>
          <a:xfrm xmlns:a="http://schemas.openxmlformats.org/drawingml/2006/main">
            <a:off x="9525000" y="3848100"/>
            <a:ext cx="16573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i="0">
                <a:solidFill>
                  <a:srgbClr val="FFFFFF"/>
                </a:solidFill>
                <a:latin typeface="DIN Condensed"/>
                <a:ea typeface="DIN Condensed"/>
                <a:cs typeface="DIN Condensed"/>
              </a:defRPr>
            </a:pPr>
            <a:r>
              <a:rPr sz="1650" b="1" i="0">
                <a:solidFill>
                  <a:srgbClr val="FFFFFF"/>
                </a:solidFill>
                <a:latin typeface="DIN Condensed"/>
                <a:ea typeface="DIN Condensed"/>
                <a:cs typeface="DIN Condensed"/>
              </a:rPr>
              <a:t>BALANCE + PRÓXIMO DÍA</a:t>
            </a:r>
          </a:p>
        </p:txBody>
      </p:sp>
      <p:sp>
        <p:nvSpPr>
          <p:cNvPr id="29" name="">
            <a:extLst xmlns:a="http://schemas.openxmlformats.org/drawingml/2006/main">
              <a:ext uri="{FF2B5EF4-FFF2-40B4-BE49-F238E27FC236}">
                <a16:creationId xmlns:a16="http://schemas.microsoft.com/office/drawing/2014/main" id="{67ECB31B-BCAE-4943-BAF4-DA82D69E78CB}"/>
              </a:ext>
            </a:extLst>
          </p:cNvPr>
          <p:cNvSpPr>
            <a:spLocks xmlns:a="http://schemas.openxmlformats.org/drawingml/2006/main" noGrp="1"/>
          </p:cNvSpPr>
          <p:nvPr/>
        </p:nvSpPr>
        <p:spPr>
          <a:xfrm xmlns:a="http://schemas.openxmlformats.org/drawingml/2006/main">
            <a:off x="609600" y="5086350"/>
            <a:ext cx="10725150" cy="704850"/>
          </a:xfrm>
          <a:prstGeom xmlns:a="http://schemas.openxmlformats.org/drawingml/2006/main" prst="rect">
            <a:avLst/>
          </a:prstGeom>
          <a:solidFill xmlns:a="http://schemas.openxmlformats.org/drawingml/2006/main">
            <a:srgbClr val="160A22"/>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B6B9BEA-011B-4369-B0F7-FFFCFB9F149E}"/>
              </a:ext>
            </a:extLst>
          </p:cNvPr>
          <p:cNvSpPr>
            <a:spLocks xmlns:a="http://schemas.openxmlformats.org/drawingml/2006/main" noGrp="1"/>
          </p:cNvSpPr>
          <p:nvPr/>
        </p:nvSpPr>
        <p:spPr>
          <a:xfrm xmlns:a="http://schemas.openxmlformats.org/drawingml/2006/main">
            <a:off x="800100" y="5295900"/>
            <a:ext cx="10344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FFFFFF"/>
                </a:solidFill>
                <a:latin typeface="Avenir Next"/>
                <a:ea typeface="Avenir Next"/>
                <a:cs typeface="Avenir Next"/>
              </a:defRPr>
            </a:pPr>
            <a:r>
              <a:rPr sz="1275" b="1" i="0">
                <a:solidFill>
                  <a:srgbClr val="FFFFFF"/>
                </a:solidFill>
                <a:latin typeface="Avenir Next"/>
                <a:ea typeface="Avenir Next"/>
                <a:cs typeface="Avenir Next"/>
              </a:rPr>
              <a:t>TURNOS + SUPLENTES + CORTE OPERATIVO + ESCALAMIENTO + RESPALDO</a:t>
            </a:r>
          </a:p>
        </p:txBody>
      </p:sp>
    </p:spTree>
    <p:extLst>
      <p:ext uri="{BB962C8B-B14F-4D97-AF65-F5344CB8AC3E}">
        <p14:creationId xmlns:p14="http://schemas.microsoft.com/office/powerpoint/2010/main" val="1879477429"/>
      </p:ext>
    </p:extLst>
  </p:cSld>
</p:sld>
</file>

<file path=ppt/slides/slide44.xml><?xml version="1.0" encoding="utf-8"?>
<p:sld xmlns:p="http://schemas.openxmlformats.org/presentationml/2006/main">
  <p:cSld>
    <p:bg>
      <p:bgPr>
        <a:solidFill xmlns:a="http://schemas.openxmlformats.org/drawingml/2006/main">
          <a:srgbClr val="FFF7EA"/>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B487F21-7716-4E87-A414-FFB94284705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5C9716-CD80-48C9-BDF7-7CE17670BC4D}"/>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2A9B835-F6DB-4D53-8A55-8A15A9B38002}"/>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5F0825-46CE-41D6-8025-344404F2458E}"/>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BCBE46A-85D9-4DF3-BB63-E6247221E809}"/>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3E4F3DA-449E-4128-8F8C-1B8515F1D869}"/>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E72D78"/>
                </a:solidFill>
                <a:latin typeface="Avenir Next"/>
                <a:ea typeface="Avenir Next"/>
                <a:cs typeface="Avenir Next"/>
              </a:defRPr>
            </a:pPr>
            <a:r>
              <a:rPr sz="825" b="1" i="0">
                <a:solidFill>
                  <a:srgbClr val="E72D78"/>
                </a:solidFill>
                <a:latin typeface="Avenir Next"/>
                <a:ea typeface="Avenir Next"/>
                <a:cs typeface="Avenir Next"/>
              </a:rPr>
              <a:t>CIERRE Y CONFIANZA</a:t>
            </a:r>
          </a:p>
        </p:txBody>
      </p:sp>
      <p:sp>
        <p:nvSpPr>
          <p:cNvPr id="7" name="">
            <a:extLst xmlns:a="http://schemas.openxmlformats.org/drawingml/2006/main">
              <a:ext uri="{FF2B5EF4-FFF2-40B4-BE49-F238E27FC236}">
                <a16:creationId xmlns:a16="http://schemas.microsoft.com/office/drawing/2014/main" id="{6861AC7D-4640-4BB3-96E3-A93C44AD94AB}"/>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25112C">
                    <a:alpha val="55000"/>
                  </a:srgbClr>
                </a:solidFill>
                <a:latin typeface="Avenir Next"/>
                <a:ea typeface="Avenir Next"/>
                <a:cs typeface="Avenir Next"/>
              </a:defRPr>
            </a:pPr>
            <a:r>
              <a:rPr sz="675" b="1" i="0">
                <a:solidFill>
                  <a:srgbClr val="25112C">
                    <a:alpha val="55000"/>
                  </a:srgbClr>
                </a:solidFill>
                <a:latin typeface="Avenir Next"/>
                <a:ea typeface="Avenir Next"/>
                <a:cs typeface="Avenir Next"/>
              </a:rPr>
              <a:t>DOCUMENTO INTERNO · PROPUESTA EN REVISIÓN</a:t>
            </a:r>
          </a:p>
        </p:txBody>
      </p:sp>
      <p:sp>
        <p:nvSpPr>
          <p:cNvPr id="8" name="">
            <a:extLst xmlns:a="http://schemas.openxmlformats.org/drawingml/2006/main">
              <a:ext uri="{FF2B5EF4-FFF2-40B4-BE49-F238E27FC236}">
                <a16:creationId xmlns:a16="http://schemas.microsoft.com/office/drawing/2014/main" id="{E81EC437-6724-4331-8F87-2B5644317CD2}"/>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25112C">
                    <a:alpha val="55000"/>
                  </a:srgbClr>
                </a:solidFill>
                <a:latin typeface="Avenir Next"/>
                <a:ea typeface="Avenir Next"/>
                <a:cs typeface="Avenir Next"/>
              </a:defRPr>
            </a:pPr>
            <a:r>
              <a:rPr sz="750" b="1" i="0">
                <a:solidFill>
                  <a:srgbClr val="25112C">
                    <a:alpha val="55000"/>
                  </a:srgbClr>
                </a:solidFill>
                <a:latin typeface="Avenir Next"/>
                <a:ea typeface="Avenir Next"/>
                <a:cs typeface="Avenir Next"/>
              </a:rPr>
              <a:t>44</a:t>
            </a:r>
          </a:p>
        </p:txBody>
      </p:sp>
      <p:sp>
        <p:nvSpPr>
          <p:cNvPr id="9" name="">
            <a:extLst xmlns:a="http://schemas.openxmlformats.org/drawingml/2006/main">
              <a:ext uri="{FF2B5EF4-FFF2-40B4-BE49-F238E27FC236}">
                <a16:creationId xmlns:a16="http://schemas.microsoft.com/office/drawing/2014/main" id="{A783ACEB-B981-4B61-A2C8-2FF026F942B7}"/>
              </a:ext>
            </a:extLst>
          </p:cNvPr>
          <p:cNvSpPr>
            <a:spLocks xmlns:a="http://schemas.openxmlformats.org/drawingml/2006/main" noGrp="1"/>
          </p:cNvSpPr>
          <p:nvPr/>
        </p:nvSpPr>
        <p:spPr>
          <a:xfrm xmlns:a="http://schemas.openxmlformats.org/drawingml/2006/main">
            <a:off x="609600" y="6667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E72D78"/>
                </a:solidFill>
                <a:latin typeface="Avenir Next"/>
                <a:ea typeface="Avenir Next"/>
                <a:cs typeface="Avenir Next"/>
              </a:defRPr>
            </a:pPr>
            <a:r>
              <a:rPr sz="900" b="1" i="0">
                <a:solidFill>
                  <a:srgbClr val="E72D78"/>
                </a:solidFill>
                <a:latin typeface="Avenir Next"/>
                <a:ea typeface="Avenir Next"/>
                <a:cs typeface="Avenir Next"/>
              </a:rPr>
              <a:t>3–13 NOV · DESPUÉS DE LA FERIA</a:t>
            </a:r>
          </a:p>
        </p:txBody>
      </p:sp>
      <p:sp>
        <p:nvSpPr>
          <p:cNvPr id="10" name="">
            <a:extLst xmlns:a="http://schemas.openxmlformats.org/drawingml/2006/main">
              <a:ext uri="{FF2B5EF4-FFF2-40B4-BE49-F238E27FC236}">
                <a16:creationId xmlns:a16="http://schemas.microsoft.com/office/drawing/2014/main" id="{80D1EBB1-9D6D-487C-8448-2C624490380E}"/>
              </a:ext>
            </a:extLst>
          </p:cNvPr>
          <p:cNvSpPr>
            <a:spLocks xmlns:a="http://schemas.openxmlformats.org/drawingml/2006/main" noGrp="1"/>
          </p:cNvSpPr>
          <p:nvPr/>
        </p:nvSpPr>
        <p:spPr>
          <a:xfrm xmlns:a="http://schemas.openxmlformats.org/drawingml/2006/main">
            <a:off x="609600" y="9906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050" b="1" i="0">
                <a:solidFill>
                  <a:srgbClr val="25112C"/>
                </a:solidFill>
                <a:latin typeface="DIN Condensed"/>
                <a:ea typeface="DIN Condensed"/>
                <a:cs typeface="DIN Condensed"/>
              </a:defRPr>
            </a:pPr>
            <a:r>
              <a:rPr sz="4050" b="1" i="0">
                <a:solidFill>
                  <a:srgbClr val="25112C"/>
                </a:solidFill>
                <a:latin typeface="DIN Condensed"/>
                <a:ea typeface="DIN Condensed"/>
                <a:cs typeface="DIN Condensed"/>
              </a:rPr>
              <a:t>Cumplir, medir y proteger la confianza.</a:t>
            </a:r>
          </a:p>
        </p:txBody>
      </p:sp>
      <p:sp>
        <p:nvSpPr>
          <p:cNvPr id="11" name="">
            <a:extLst xmlns:a="http://schemas.openxmlformats.org/drawingml/2006/main">
              <a:ext uri="{FF2B5EF4-FFF2-40B4-BE49-F238E27FC236}">
                <a16:creationId xmlns:a16="http://schemas.microsoft.com/office/drawing/2014/main" id="{F9FFF743-F44F-4B47-B0EB-A8FC10C0E60A}"/>
              </a:ext>
            </a:extLst>
          </p:cNvPr>
          <p:cNvSpPr>
            <a:spLocks xmlns:a="http://schemas.openxmlformats.org/drawingml/2006/main" noGrp="1"/>
          </p:cNvSpPr>
          <p:nvPr/>
        </p:nvSpPr>
        <p:spPr>
          <a:xfrm xmlns:a="http://schemas.openxmlformats.org/drawingml/2006/main">
            <a:off x="609600" y="18288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6D6470"/>
                </a:solidFill>
                <a:latin typeface="Avenir Next"/>
                <a:ea typeface="Avenir Next"/>
                <a:cs typeface="Avenir Next"/>
              </a:defRPr>
            </a:pPr>
            <a:r>
              <a:rPr sz="1500" b="0" i="0">
                <a:solidFill>
                  <a:srgbClr val="6D6470"/>
                </a:solidFill>
                <a:latin typeface="Avenir Next"/>
                <a:ea typeface="Avenir Next"/>
                <a:cs typeface="Avenir Next"/>
              </a:rPr>
              <a:t>El cierre prueba si la promesa se convirtió en experiencia, conversación y regreso; también deja reglas para no repetir errores.</a:t>
            </a:r>
          </a:p>
        </p:txBody>
      </p:sp>
      <p:sp>
        <p:nvSpPr>
          <p:cNvPr id="12" name="">
            <a:extLst xmlns:a="http://schemas.openxmlformats.org/drawingml/2006/main">
              <a:ext uri="{FF2B5EF4-FFF2-40B4-BE49-F238E27FC236}">
                <a16:creationId xmlns:a16="http://schemas.microsoft.com/office/drawing/2014/main" id="{7E633ECA-64CF-4666-A550-6B268A9F33AB}"/>
              </a:ext>
            </a:extLst>
          </p:cNvPr>
          <p:cNvSpPr>
            <a:spLocks xmlns:a="http://schemas.openxmlformats.org/drawingml/2006/main" noGrp="1"/>
          </p:cNvSpPr>
          <p:nvPr/>
        </p:nvSpPr>
        <p:spPr>
          <a:xfrm xmlns:a="http://schemas.openxmlformats.org/drawingml/2006/main">
            <a:off x="609600" y="2857500"/>
            <a:ext cx="2438400" cy="148590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C6A16A1-B04D-43C4-B007-58E593393FEF}"/>
              </a:ext>
            </a:extLst>
          </p:cNvPr>
          <p:cNvSpPr>
            <a:spLocks xmlns:a="http://schemas.openxmlformats.org/drawingml/2006/main" noGrp="1"/>
          </p:cNvSpPr>
          <p:nvPr/>
        </p:nvSpPr>
        <p:spPr>
          <a:xfrm xmlns:a="http://schemas.openxmlformats.org/drawingml/2006/main">
            <a:off x="781050" y="30861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ASISTENCIA</a:t>
            </a:r>
          </a:p>
        </p:txBody>
      </p:sp>
      <p:sp>
        <p:nvSpPr>
          <p:cNvPr id="14" name="">
            <a:extLst xmlns:a="http://schemas.openxmlformats.org/drawingml/2006/main">
              <a:ext uri="{FF2B5EF4-FFF2-40B4-BE49-F238E27FC236}">
                <a16:creationId xmlns:a16="http://schemas.microsoft.com/office/drawing/2014/main" id="{32BF56CA-E52A-4FF0-A923-B48CFE245E77}"/>
              </a:ext>
            </a:extLst>
          </p:cNvPr>
          <p:cNvSpPr>
            <a:spLocks xmlns:a="http://schemas.openxmlformats.org/drawingml/2006/main" noGrp="1"/>
          </p:cNvSpPr>
          <p:nvPr/>
        </p:nvSpPr>
        <p:spPr>
          <a:xfrm xmlns:a="http://schemas.openxmlformats.org/drawingml/2006/main">
            <a:off x="781050" y="3638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visitas por día · personas únicas · entradas válidas · retorno</a:t>
            </a:r>
          </a:p>
        </p:txBody>
      </p:sp>
      <p:sp>
        <p:nvSpPr>
          <p:cNvPr id="15" name="">
            <a:extLst xmlns:a="http://schemas.openxmlformats.org/drawingml/2006/main">
              <a:ext uri="{FF2B5EF4-FFF2-40B4-BE49-F238E27FC236}">
                <a16:creationId xmlns:a16="http://schemas.microsoft.com/office/drawing/2014/main" id="{79F226BB-56CC-4435-B0A7-9CFF54E0CA0E}"/>
              </a:ext>
            </a:extLst>
          </p:cNvPr>
          <p:cNvSpPr>
            <a:spLocks xmlns:a="http://schemas.openxmlformats.org/drawingml/2006/main" noGrp="1"/>
          </p:cNvSpPr>
          <p:nvPr/>
        </p:nvSpPr>
        <p:spPr>
          <a:xfrm xmlns:a="http://schemas.openxmlformats.org/drawingml/2006/main">
            <a:off x="3390900" y="2857500"/>
            <a:ext cx="2438400" cy="148590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8B13283-3D98-49D4-A5D3-37991A1AA5D7}"/>
              </a:ext>
            </a:extLst>
          </p:cNvPr>
          <p:cNvSpPr>
            <a:spLocks xmlns:a="http://schemas.openxmlformats.org/drawingml/2006/main" noGrp="1"/>
          </p:cNvSpPr>
          <p:nvPr/>
        </p:nvSpPr>
        <p:spPr>
          <a:xfrm xmlns:a="http://schemas.openxmlformats.org/drawingml/2006/main">
            <a:off x="3562350" y="30861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EXPERIENCIA</a:t>
            </a:r>
          </a:p>
        </p:txBody>
      </p:sp>
      <p:sp>
        <p:nvSpPr>
          <p:cNvPr id="17" name="">
            <a:extLst xmlns:a="http://schemas.openxmlformats.org/drawingml/2006/main">
              <a:ext uri="{FF2B5EF4-FFF2-40B4-BE49-F238E27FC236}">
                <a16:creationId xmlns:a16="http://schemas.microsoft.com/office/drawing/2014/main" id="{E4B94E9A-3BCA-4110-9E33-34BB52B05A04}"/>
              </a:ext>
            </a:extLst>
          </p:cNvPr>
          <p:cNvSpPr>
            <a:spLocks xmlns:a="http://schemas.openxmlformats.org/drawingml/2006/main" noGrp="1"/>
          </p:cNvSpPr>
          <p:nvPr/>
        </p:nvSpPr>
        <p:spPr>
          <a:xfrm xmlns:a="http://schemas.openxmlformats.org/drawingml/2006/main">
            <a:off x="3562350" y="3638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espera · orientación · satisfacción · reclamos</a:t>
            </a:r>
          </a:p>
        </p:txBody>
      </p:sp>
      <p:sp>
        <p:nvSpPr>
          <p:cNvPr id="18" name="">
            <a:extLst xmlns:a="http://schemas.openxmlformats.org/drawingml/2006/main">
              <a:ext uri="{FF2B5EF4-FFF2-40B4-BE49-F238E27FC236}">
                <a16:creationId xmlns:a16="http://schemas.microsoft.com/office/drawing/2014/main" id="{B4B07108-61C6-474E-8976-68F139918051}"/>
              </a:ext>
            </a:extLst>
          </p:cNvPr>
          <p:cNvSpPr>
            <a:spLocks xmlns:a="http://schemas.openxmlformats.org/drawingml/2006/main" noGrp="1"/>
          </p:cNvSpPr>
          <p:nvPr/>
        </p:nvSpPr>
        <p:spPr>
          <a:xfrm xmlns:a="http://schemas.openxmlformats.org/drawingml/2006/main">
            <a:off x="6172200" y="2857500"/>
            <a:ext cx="2438400" cy="148590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9B96C86-5866-4BF3-9E8F-7E652857367D}"/>
              </a:ext>
            </a:extLst>
          </p:cNvPr>
          <p:cNvSpPr>
            <a:spLocks xmlns:a="http://schemas.openxmlformats.org/drawingml/2006/main" noGrp="1"/>
          </p:cNvSpPr>
          <p:nvPr/>
        </p:nvSpPr>
        <p:spPr>
          <a:xfrm xmlns:a="http://schemas.openxmlformats.org/drawingml/2006/main">
            <a:off x="6343650" y="30861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PARTICIPACIÓN</a:t>
            </a:r>
          </a:p>
        </p:txBody>
      </p:sp>
      <p:sp>
        <p:nvSpPr>
          <p:cNvPr id="20" name="">
            <a:extLst xmlns:a="http://schemas.openxmlformats.org/drawingml/2006/main">
              <a:ext uri="{FF2B5EF4-FFF2-40B4-BE49-F238E27FC236}">
                <a16:creationId xmlns:a16="http://schemas.microsoft.com/office/drawing/2014/main" id="{286A4198-50A2-42AC-91CD-BC4A0F38CFE6}"/>
              </a:ext>
            </a:extLst>
          </p:cNvPr>
          <p:cNvSpPr>
            <a:spLocks xmlns:a="http://schemas.openxmlformats.org/drawingml/2006/main" noGrp="1"/>
          </p:cNvSpPr>
          <p:nvPr/>
        </p:nvSpPr>
        <p:spPr>
          <a:xfrm xmlns:a="http://schemas.openxmlformats.org/drawingml/2006/main">
            <a:off x="6343650" y="3638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postulaciones válidas · códigos · redenciones</a:t>
            </a:r>
          </a:p>
        </p:txBody>
      </p:sp>
      <p:sp>
        <p:nvSpPr>
          <p:cNvPr id="21" name="">
            <a:extLst xmlns:a="http://schemas.openxmlformats.org/drawingml/2006/main">
              <a:ext uri="{FF2B5EF4-FFF2-40B4-BE49-F238E27FC236}">
                <a16:creationId xmlns:a16="http://schemas.microsoft.com/office/drawing/2014/main" id="{5DB4FB8C-B10E-4D26-89DD-968DC8A9C84C}"/>
              </a:ext>
            </a:extLst>
          </p:cNvPr>
          <p:cNvSpPr>
            <a:spLocks xmlns:a="http://schemas.openxmlformats.org/drawingml/2006/main" noGrp="1"/>
          </p:cNvSpPr>
          <p:nvPr/>
        </p:nvSpPr>
        <p:spPr>
          <a:xfrm xmlns:a="http://schemas.openxmlformats.org/drawingml/2006/main">
            <a:off x="8953500" y="2857500"/>
            <a:ext cx="2438400" cy="148590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0E69327-DB87-4248-9473-BC60FE9BEB27}"/>
              </a:ext>
            </a:extLst>
          </p:cNvPr>
          <p:cNvSpPr>
            <a:spLocks xmlns:a="http://schemas.openxmlformats.org/drawingml/2006/main" noGrp="1"/>
          </p:cNvSpPr>
          <p:nvPr/>
        </p:nvSpPr>
        <p:spPr>
          <a:xfrm xmlns:a="http://schemas.openxmlformats.org/drawingml/2006/main">
            <a:off x="9124950" y="30861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i="0">
                <a:solidFill>
                  <a:srgbClr val="FFFFFF"/>
                </a:solidFill>
                <a:latin typeface="DIN Condensed"/>
                <a:ea typeface="DIN Condensed"/>
                <a:cs typeface="DIN Condensed"/>
              </a:defRPr>
            </a:pPr>
            <a:r>
              <a:rPr sz="1725" b="1" i="0">
                <a:solidFill>
                  <a:srgbClr val="FFFFFF"/>
                </a:solidFill>
                <a:latin typeface="DIN Condensed"/>
                <a:ea typeface="DIN Condensed"/>
                <a:cs typeface="DIN Condensed"/>
              </a:rPr>
              <a:t>OPERACIÓN</a:t>
            </a:r>
          </a:p>
        </p:txBody>
      </p:sp>
      <p:sp>
        <p:nvSpPr>
          <p:cNvPr id="23" name="">
            <a:extLst xmlns:a="http://schemas.openxmlformats.org/drawingml/2006/main">
              <a:ext uri="{FF2B5EF4-FFF2-40B4-BE49-F238E27FC236}">
                <a16:creationId xmlns:a16="http://schemas.microsoft.com/office/drawing/2014/main" id="{C7763C2A-EC51-4530-82BB-784170E3355F}"/>
              </a:ext>
            </a:extLst>
          </p:cNvPr>
          <p:cNvSpPr>
            <a:spLocks xmlns:a="http://schemas.openxmlformats.org/drawingml/2006/main" noGrp="1"/>
          </p:cNvSpPr>
          <p:nvPr/>
        </p:nvSpPr>
        <p:spPr>
          <a:xfrm xmlns:a="http://schemas.openxmlformats.org/drawingml/2006/main">
            <a:off x="9124950" y="36385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842"/>
          </a:bodyPr>
          <a:lstStyle xmlns:a="http://schemas.openxmlformats.org/drawingml/2006/main"/>
          <a:p xmlns:a="http://schemas.openxmlformats.org/drawingml/2006/main">
            <a:pPr algn="l">
              <a:lnSpc>
                <a:spcPct val="105000"/>
              </a:lnSpc>
              <a:buNone/>
              <a:defRPr sz="975" b="1" i="0">
                <a:solidFill>
                  <a:srgbClr val="FFFFFF"/>
                </a:solidFill>
                <a:latin typeface="Avenir Next"/>
                <a:ea typeface="Avenir Next"/>
                <a:cs typeface="Avenir Next"/>
              </a:defRPr>
            </a:pPr>
            <a:r>
              <a:rPr sz="975" b="1" i="0">
                <a:solidFill>
                  <a:srgbClr val="FFFFFF"/>
                </a:solidFill>
                <a:latin typeface="Avenir Next"/>
                <a:ea typeface="Avenir Next"/>
                <a:cs typeface="Avenir Next"/>
              </a:rPr>
              <a:t>vasos entregados · estacionamiento · limpieza · incidentes</a:t>
            </a:r>
          </a:p>
        </p:txBody>
      </p:sp>
      <p:sp>
        <p:nvSpPr>
          <p:cNvPr id="24" name="">
            <a:extLst xmlns:a="http://schemas.openxmlformats.org/drawingml/2006/main">
              <a:ext uri="{FF2B5EF4-FFF2-40B4-BE49-F238E27FC236}">
                <a16:creationId xmlns:a16="http://schemas.microsoft.com/office/drawing/2014/main" id="{49918F1B-6620-42D6-94E7-F193F016933D}"/>
              </a:ext>
            </a:extLst>
          </p:cNvPr>
          <p:cNvSpPr>
            <a:spLocks xmlns:a="http://schemas.openxmlformats.org/drawingml/2006/main" noGrp="1"/>
          </p:cNvSpPr>
          <p:nvPr/>
        </p:nvSpPr>
        <p:spPr>
          <a:xfrm xmlns:a="http://schemas.openxmlformats.org/drawingml/2006/main">
            <a:off x="609600" y="4762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E53D42"/>
                </a:solidFill>
                <a:latin typeface="DIN Condensed"/>
                <a:ea typeface="DIN Condensed"/>
                <a:cs typeface="DIN Condensed"/>
              </a:defRPr>
            </a:pPr>
            <a:r>
              <a:rPr sz="2250" b="1" i="0">
                <a:solidFill>
                  <a:srgbClr val="E53D42"/>
                </a:solidFill>
                <a:latin typeface="DIN Condensed"/>
                <a:ea typeface="DIN Condensed"/>
                <a:cs typeface="DIN Condensed"/>
              </a:rPr>
              <a:t>×</a:t>
            </a:r>
          </a:p>
        </p:txBody>
      </p:sp>
      <p:sp>
        <p:nvSpPr>
          <p:cNvPr id="25" name="">
            <a:extLst xmlns:a="http://schemas.openxmlformats.org/drawingml/2006/main">
              <a:ext uri="{FF2B5EF4-FFF2-40B4-BE49-F238E27FC236}">
                <a16:creationId xmlns:a16="http://schemas.microsoft.com/office/drawing/2014/main" id="{23D7D3B9-221F-449F-A0B7-5AA57C0A87BE}"/>
              </a:ext>
            </a:extLst>
          </p:cNvPr>
          <p:cNvSpPr>
            <a:spLocks xmlns:a="http://schemas.openxmlformats.org/drawingml/2006/main" noGrp="1"/>
          </p:cNvSpPr>
          <p:nvPr/>
        </p:nvSpPr>
        <p:spPr>
          <a:xfrm xmlns:a="http://schemas.openxmlformats.org/drawingml/2006/main">
            <a:off x="1009650" y="4819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sin agotados simulados</a:t>
            </a:r>
          </a:p>
        </p:txBody>
      </p:sp>
      <p:sp>
        <p:nvSpPr>
          <p:cNvPr id="26" name="">
            <a:extLst xmlns:a="http://schemas.openxmlformats.org/drawingml/2006/main">
              <a:ext uri="{FF2B5EF4-FFF2-40B4-BE49-F238E27FC236}">
                <a16:creationId xmlns:a16="http://schemas.microsoft.com/office/drawing/2014/main" id="{44B66D9C-7C14-4F0F-9CC6-5EFC59616B33}"/>
              </a:ext>
            </a:extLst>
          </p:cNvPr>
          <p:cNvSpPr>
            <a:spLocks xmlns:a="http://schemas.openxmlformats.org/drawingml/2006/main" noGrp="1"/>
          </p:cNvSpPr>
          <p:nvPr/>
        </p:nvSpPr>
        <p:spPr>
          <a:xfrm xmlns:a="http://schemas.openxmlformats.org/drawingml/2006/main">
            <a:off x="3390900" y="4762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E53D42"/>
                </a:solidFill>
                <a:latin typeface="DIN Condensed"/>
                <a:ea typeface="DIN Condensed"/>
                <a:cs typeface="DIN Condensed"/>
              </a:defRPr>
            </a:pPr>
            <a:r>
              <a:rPr sz="2250" b="1" i="0">
                <a:solidFill>
                  <a:srgbClr val="E53D42"/>
                </a:solidFill>
                <a:latin typeface="DIN Condensed"/>
                <a:ea typeface="DIN Condensed"/>
                <a:cs typeface="DIN Condensed"/>
              </a:rPr>
              <a:t>×</a:t>
            </a:r>
          </a:p>
        </p:txBody>
      </p:sp>
      <p:sp>
        <p:nvSpPr>
          <p:cNvPr id="27" name="">
            <a:extLst xmlns:a="http://schemas.openxmlformats.org/drawingml/2006/main">
              <a:ext uri="{FF2B5EF4-FFF2-40B4-BE49-F238E27FC236}">
                <a16:creationId xmlns:a16="http://schemas.microsoft.com/office/drawing/2014/main" id="{225836B1-3DE5-47E2-8765-188185C5B052}"/>
              </a:ext>
            </a:extLst>
          </p:cNvPr>
          <p:cNvSpPr>
            <a:spLocks xmlns:a="http://schemas.openxmlformats.org/drawingml/2006/main" noGrp="1"/>
          </p:cNvSpPr>
          <p:nvPr/>
        </p:nvSpPr>
        <p:spPr>
          <a:xfrm xmlns:a="http://schemas.openxmlformats.org/drawingml/2006/main">
            <a:off x="3790950" y="4819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sin ganar por más me gusta</a:t>
            </a:r>
          </a:p>
        </p:txBody>
      </p:sp>
      <p:sp>
        <p:nvSpPr>
          <p:cNvPr id="28" name="">
            <a:extLst xmlns:a="http://schemas.openxmlformats.org/drawingml/2006/main">
              <a:ext uri="{FF2B5EF4-FFF2-40B4-BE49-F238E27FC236}">
                <a16:creationId xmlns:a16="http://schemas.microsoft.com/office/drawing/2014/main" id="{82E0353F-2037-4336-B6C0-9981427FADFD}"/>
              </a:ext>
            </a:extLst>
          </p:cNvPr>
          <p:cNvSpPr>
            <a:spLocks xmlns:a="http://schemas.openxmlformats.org/drawingml/2006/main" noGrp="1"/>
          </p:cNvSpPr>
          <p:nvPr/>
        </p:nvSpPr>
        <p:spPr>
          <a:xfrm xmlns:a="http://schemas.openxmlformats.org/drawingml/2006/main">
            <a:off x="6172200" y="4762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E53D42"/>
                </a:solidFill>
                <a:latin typeface="DIN Condensed"/>
                <a:ea typeface="DIN Condensed"/>
                <a:cs typeface="DIN Condensed"/>
              </a:defRPr>
            </a:pPr>
            <a:r>
              <a:rPr sz="2250" b="1" i="0">
                <a:solidFill>
                  <a:srgbClr val="E53D42"/>
                </a:solidFill>
                <a:latin typeface="DIN Condensed"/>
                <a:ea typeface="DIN Condensed"/>
                <a:cs typeface="DIN Condensed"/>
              </a:rPr>
              <a:t>×</a:t>
            </a:r>
          </a:p>
        </p:txBody>
      </p:sp>
      <p:sp>
        <p:nvSpPr>
          <p:cNvPr id="29" name="">
            <a:extLst xmlns:a="http://schemas.openxmlformats.org/drawingml/2006/main">
              <a:ext uri="{FF2B5EF4-FFF2-40B4-BE49-F238E27FC236}">
                <a16:creationId xmlns:a16="http://schemas.microsoft.com/office/drawing/2014/main" id="{007190BD-0EA5-4E04-A408-07BE3F1B07E4}"/>
              </a:ext>
            </a:extLst>
          </p:cNvPr>
          <p:cNvSpPr>
            <a:spLocks xmlns:a="http://schemas.openxmlformats.org/drawingml/2006/main" noGrp="1"/>
          </p:cNvSpPr>
          <p:nvPr/>
        </p:nvSpPr>
        <p:spPr>
          <a:xfrm xmlns:a="http://schemas.openxmlformats.org/drawingml/2006/main">
            <a:off x="6572250" y="4819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sin pago abierto por vistas</a:t>
            </a:r>
          </a:p>
        </p:txBody>
      </p:sp>
      <p:sp>
        <p:nvSpPr>
          <p:cNvPr id="30" name="">
            <a:extLst xmlns:a="http://schemas.openxmlformats.org/drawingml/2006/main">
              <a:ext uri="{FF2B5EF4-FFF2-40B4-BE49-F238E27FC236}">
                <a16:creationId xmlns:a16="http://schemas.microsoft.com/office/drawing/2014/main" id="{434D85FF-4B19-46DF-B283-74E74A962E39}"/>
              </a:ext>
            </a:extLst>
          </p:cNvPr>
          <p:cNvSpPr>
            <a:spLocks xmlns:a="http://schemas.openxmlformats.org/drawingml/2006/main" noGrp="1"/>
          </p:cNvSpPr>
          <p:nvPr/>
        </p:nvSpPr>
        <p:spPr>
          <a:xfrm xmlns:a="http://schemas.openxmlformats.org/drawingml/2006/main">
            <a:off x="8953500" y="4762500"/>
            <a:ext cx="361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i="0">
                <a:solidFill>
                  <a:srgbClr val="E53D42"/>
                </a:solidFill>
                <a:latin typeface="DIN Condensed"/>
                <a:ea typeface="DIN Condensed"/>
                <a:cs typeface="DIN Condensed"/>
              </a:defRPr>
            </a:pPr>
            <a:r>
              <a:rPr sz="2250" b="1" i="0">
                <a:solidFill>
                  <a:srgbClr val="E53D42"/>
                </a:solidFill>
                <a:latin typeface="DIN Condensed"/>
                <a:ea typeface="DIN Condensed"/>
                <a:cs typeface="DIN Condensed"/>
              </a:rPr>
              <a:t>×</a:t>
            </a:r>
          </a:p>
        </p:txBody>
      </p:sp>
      <p:sp>
        <p:nvSpPr>
          <p:cNvPr id="31" name="">
            <a:extLst xmlns:a="http://schemas.openxmlformats.org/drawingml/2006/main">
              <a:ext uri="{FF2B5EF4-FFF2-40B4-BE49-F238E27FC236}">
                <a16:creationId xmlns:a16="http://schemas.microsoft.com/office/drawing/2014/main" id="{9127E97A-DDD8-49DF-BCC8-ED99095D8F21}"/>
              </a:ext>
            </a:extLst>
          </p:cNvPr>
          <p:cNvSpPr>
            <a:spLocks xmlns:a="http://schemas.openxmlformats.org/drawingml/2006/main" noGrp="1"/>
          </p:cNvSpPr>
          <p:nvPr/>
        </p:nvSpPr>
        <p:spPr>
          <a:xfrm xmlns:a="http://schemas.openxmlformats.org/drawingml/2006/main">
            <a:off x="9353550" y="4819650"/>
            <a:ext cx="1962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050" b="1" i="0">
                <a:solidFill>
                  <a:srgbClr val="25112C"/>
                </a:solidFill>
                <a:latin typeface="Avenir Next"/>
                <a:ea typeface="Avenir Next"/>
                <a:cs typeface="Avenir Next"/>
              </a:defRPr>
            </a:pPr>
            <a:r>
              <a:rPr sz="1050" b="1" i="0">
                <a:solidFill>
                  <a:srgbClr val="25112C"/>
                </a:solidFill>
                <a:latin typeface="Avenir Next"/>
                <a:ea typeface="Avenir Next"/>
                <a:cs typeface="Avenir Next"/>
              </a:rPr>
              <a:t>sin dato público sin control</a:t>
            </a:r>
          </a:p>
        </p:txBody>
      </p:sp>
      <p:sp>
        <p:nvSpPr>
          <p:cNvPr id="32" name="">
            <a:extLst xmlns:a="http://schemas.openxmlformats.org/drawingml/2006/main">
              <a:ext uri="{FF2B5EF4-FFF2-40B4-BE49-F238E27FC236}">
                <a16:creationId xmlns:a16="http://schemas.microsoft.com/office/drawing/2014/main" id="{C6F719BC-EB22-4B2E-9ACA-83F8621BC56E}"/>
              </a:ext>
            </a:extLst>
          </p:cNvPr>
          <p:cNvSpPr>
            <a:spLocks xmlns:a="http://schemas.openxmlformats.org/drawingml/2006/main" noGrp="1"/>
          </p:cNvSpPr>
          <p:nvPr/>
        </p:nvSpPr>
        <p:spPr>
          <a:xfrm xmlns:a="http://schemas.openxmlformats.org/drawingml/2006/main">
            <a:off x="609600" y="5391150"/>
            <a:ext cx="10744200" cy="590550"/>
          </a:xfrm>
          <a:prstGeom xmlns:a="http://schemas.openxmlformats.org/drawingml/2006/main" prst="rect">
            <a:avLst/>
          </a:prstGeom>
          <a:solidFill xmlns:a="http://schemas.openxmlformats.org/drawingml/2006/main">
            <a:srgbClr val="E53D42"/>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D80E78D-05A8-4295-AA1E-C6B2450EDEFF}"/>
              </a:ext>
            </a:extLst>
          </p:cNvPr>
          <p:cNvSpPr>
            <a:spLocks xmlns:a="http://schemas.openxmlformats.org/drawingml/2006/main" noGrp="1"/>
          </p:cNvSpPr>
          <p:nvPr/>
        </p:nvSpPr>
        <p:spPr>
          <a:xfrm xmlns:a="http://schemas.openxmlformats.org/drawingml/2006/main">
            <a:off x="800100" y="5581650"/>
            <a:ext cx="10363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00" b="1" i="0">
                <a:solidFill>
                  <a:srgbClr val="FFFFFF"/>
                </a:solidFill>
                <a:latin typeface="Avenir Next"/>
                <a:ea typeface="Avenir Next"/>
                <a:cs typeface="Avenir Next"/>
              </a:defRPr>
            </a:pPr>
            <a:r>
              <a:rPr sz="1200" b="1" i="0">
                <a:solidFill>
                  <a:srgbClr val="FFFFFF"/>
                </a:solidFill>
                <a:latin typeface="Avenir Next"/>
                <a:ea typeface="Avenir Next"/>
                <a:cs typeface="Avenir Next"/>
              </a:rPr>
              <a:t>DUEÑO + FUENTE + APROBACIÓN + EVIDENCIA. SI FALTA UNO, NO SE PUBLICA.</a:t>
            </a:r>
          </a:p>
        </p:txBody>
      </p:sp>
    </p:spTree>
    <p:extLst>
      <p:ext uri="{BB962C8B-B14F-4D97-AF65-F5344CB8AC3E}">
        <p14:creationId xmlns:p14="http://schemas.microsoft.com/office/powerpoint/2010/main" val="1233862525"/>
      </p:ext>
    </p:extLst>
  </p:cSld>
</p:sld>
</file>

<file path=ppt/slides/slide45.xml><?xml version="1.0" encoding="utf-8"?>
<p:sld xmlns:p="http://schemas.openxmlformats.org/presentationml/2006/main">
  <p:cSld>
    <p:bg>
      <p:bgPr>
        <a:solidFill xmlns:a="http://schemas.openxmlformats.org/drawingml/2006/main">
          <a:srgbClr val="160A22"/>
        </a:solidFill>
      </p:bgPr>
    </p:bg>
    <p:spTree>
      <p:nvGrpSpPr>
        <p:cNvPr id="1" name=""/>
        <p:cNvGrpSpPr/>
        <p:nvPr/>
      </p:nvGrpSpPr>
      <p:grpSpPr>
        <a:xfrm xmlns:a="http://schemas.openxmlformats.org/drawingml/2006/main"/>
      </p:grpSpPr>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f6697c6d467495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F89324-1F2F-42B1-9709-22F4181CC5E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60A22">
                  <a:alpha val="94000"/>
                </a:srgbClr>
              </a:gs>
              <a:gs pos="50000">
                <a:srgbClr val="160A22">
                  <a:alpha val="58000"/>
                </a:srgbClr>
              </a:gs>
              <a:gs pos="100000">
                <a:srgbClr val="E72D78">
                  <a:alpha val="32000"/>
                </a:srgbClr>
              </a:gs>
            </a:gsLst>
            <a:lin ang="0"/>
          </a:gra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49D9B7E-6F91-4E50-B140-800F8378864F}"/>
              </a:ext>
            </a:extLst>
          </p:cNvPr>
          <p:cNvSpPr>
            <a:spLocks xmlns:a="http://schemas.openxmlformats.org/drawingml/2006/main" noGrp="1"/>
          </p:cNvSpPr>
          <p:nvPr/>
        </p:nvSpPr>
        <p:spPr>
          <a:xfrm xmlns:a="http://schemas.openxmlformats.org/drawingml/2006/main">
            <a:off x="0" y="0"/>
            <a:ext cx="2438400" cy="66675"/>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BC674AD-D926-4D22-BBF8-FF019231D940}"/>
              </a:ext>
            </a:extLst>
          </p:cNvPr>
          <p:cNvSpPr>
            <a:spLocks xmlns:a="http://schemas.openxmlformats.org/drawingml/2006/main" noGrp="1"/>
          </p:cNvSpPr>
          <p:nvPr/>
        </p:nvSpPr>
        <p:spPr>
          <a:xfrm xmlns:a="http://schemas.openxmlformats.org/drawingml/2006/main">
            <a:off x="2438400" y="0"/>
            <a:ext cx="2438400" cy="66675"/>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841DD16-609D-4B95-9437-9E6AEFC2865C}"/>
              </a:ext>
            </a:extLst>
          </p:cNvPr>
          <p:cNvSpPr>
            <a:spLocks xmlns:a="http://schemas.openxmlformats.org/drawingml/2006/main" noGrp="1"/>
          </p:cNvSpPr>
          <p:nvPr/>
        </p:nvSpPr>
        <p:spPr>
          <a:xfrm xmlns:a="http://schemas.openxmlformats.org/drawingml/2006/main">
            <a:off x="4876800" y="0"/>
            <a:ext cx="2438400" cy="66675"/>
          </a:xfrm>
          <a:prstGeom xmlns:a="http://schemas.openxmlformats.org/drawingml/2006/main" prst="rect">
            <a:avLst/>
          </a:prstGeom>
          <a:solidFill xmlns:a="http://schemas.openxmlformats.org/drawingml/2006/main">
            <a:srgbClr val="FFC92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920C4C0-3064-4E9A-B0C7-9BA2D187F058}"/>
              </a:ext>
            </a:extLst>
          </p:cNvPr>
          <p:cNvSpPr>
            <a:spLocks xmlns:a="http://schemas.openxmlformats.org/drawingml/2006/main" noGrp="1"/>
          </p:cNvSpPr>
          <p:nvPr/>
        </p:nvSpPr>
        <p:spPr>
          <a:xfrm xmlns:a="http://schemas.openxmlformats.org/drawingml/2006/main">
            <a:off x="7315200" y="0"/>
            <a:ext cx="2438400" cy="66675"/>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F062C0E-0B84-4818-AE0C-0DDCDDCEDD11}"/>
              </a:ext>
            </a:extLst>
          </p:cNvPr>
          <p:cNvSpPr>
            <a:spLocks xmlns:a="http://schemas.openxmlformats.org/drawingml/2006/main" noGrp="1"/>
          </p:cNvSpPr>
          <p:nvPr/>
        </p:nvSpPr>
        <p:spPr>
          <a:xfrm xmlns:a="http://schemas.openxmlformats.org/drawingml/2006/main">
            <a:off x="9753600" y="0"/>
            <a:ext cx="2438400" cy="66675"/>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2A0A88-58D9-48FF-890D-01DE34F8D497}"/>
              </a:ext>
            </a:extLst>
          </p:cNvPr>
          <p:cNvSpPr>
            <a:spLocks xmlns:a="http://schemas.openxmlformats.org/drawingml/2006/main" noGrp="1"/>
          </p:cNvSpPr>
          <p:nvPr/>
        </p:nvSpPr>
        <p:spPr>
          <a:xfrm xmlns:a="http://schemas.openxmlformats.org/drawingml/2006/main">
            <a:off x="609600" y="26670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DECISIÓN</a:t>
            </a:r>
          </a:p>
        </p:txBody>
      </p:sp>
      <p:sp>
        <p:nvSpPr>
          <p:cNvPr id="9" name="">
            <a:extLst xmlns:a="http://schemas.openxmlformats.org/drawingml/2006/main">
              <a:ext uri="{FF2B5EF4-FFF2-40B4-BE49-F238E27FC236}">
                <a16:creationId xmlns:a16="http://schemas.microsoft.com/office/drawing/2014/main" id="{C450277D-9292-464D-BB43-99435743A946}"/>
              </a:ext>
            </a:extLst>
          </p:cNvPr>
          <p:cNvSpPr>
            <a:spLocks xmlns:a="http://schemas.openxmlformats.org/drawingml/2006/main" noGrp="1"/>
          </p:cNvSpPr>
          <p:nvPr/>
        </p:nvSpPr>
        <p:spPr>
          <a:xfrm xmlns:a="http://schemas.openxmlformats.org/drawingml/2006/main">
            <a:off x="609600" y="6534150"/>
            <a:ext cx="47625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675" b="1" i="0">
                <a:solidFill>
                  <a:srgbClr val="FFFFFF">
                    <a:alpha val="52000"/>
                  </a:srgbClr>
                </a:solidFill>
                <a:latin typeface="Avenir Next"/>
                <a:ea typeface="Avenir Next"/>
                <a:cs typeface="Avenir Next"/>
              </a:defRPr>
            </a:pPr>
            <a:r>
              <a:rPr sz="675" b="1" i="0">
                <a:solidFill>
                  <a:srgbClr val="FFFFFF">
                    <a:alpha val="52000"/>
                  </a:srgbClr>
                </a:solidFill>
                <a:latin typeface="Avenir Next"/>
                <a:ea typeface="Avenir Next"/>
                <a:cs typeface="Avenir Next"/>
              </a:rPr>
              <a:t>DOCUMENTO INTERNO · PROPUESTA EN REVISIÓN</a:t>
            </a:r>
          </a:p>
        </p:txBody>
      </p:sp>
      <p:sp>
        <p:nvSpPr>
          <p:cNvPr id="10" name="">
            <a:extLst xmlns:a="http://schemas.openxmlformats.org/drawingml/2006/main">
              <a:ext uri="{FF2B5EF4-FFF2-40B4-BE49-F238E27FC236}">
                <a16:creationId xmlns:a16="http://schemas.microsoft.com/office/drawing/2014/main" id="{4F701F1A-4134-42A8-AD70-6DF085109C3D}"/>
              </a:ext>
            </a:extLst>
          </p:cNvPr>
          <p:cNvSpPr>
            <a:spLocks xmlns:a="http://schemas.openxmlformats.org/drawingml/2006/main" noGrp="1"/>
          </p:cNvSpPr>
          <p:nvPr/>
        </p:nvSpPr>
        <p:spPr>
          <a:xfrm xmlns:a="http://schemas.openxmlformats.org/drawingml/2006/main">
            <a:off x="11239500" y="6505575"/>
            <a:ext cx="342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750" b="1" i="0">
                <a:solidFill>
                  <a:srgbClr val="FFFFFF">
                    <a:alpha val="52000"/>
                  </a:srgbClr>
                </a:solidFill>
                <a:latin typeface="Avenir Next"/>
                <a:ea typeface="Avenir Next"/>
                <a:cs typeface="Avenir Next"/>
              </a:defRPr>
            </a:pPr>
            <a:r>
              <a:rPr sz="750" b="1" i="0">
                <a:solidFill>
                  <a:srgbClr val="FFFFFF">
                    <a:alpha val="52000"/>
                  </a:srgbClr>
                </a:solidFill>
                <a:latin typeface="Avenir Next"/>
                <a:ea typeface="Avenir Next"/>
                <a:cs typeface="Avenir Next"/>
              </a:rPr>
              <a:t>45</a:t>
            </a:r>
          </a:p>
        </p:txBody>
      </p:sp>
      <p:sp>
        <p:nvSpPr>
          <p:cNvPr id="11" name="">
            <a:extLst xmlns:a="http://schemas.openxmlformats.org/drawingml/2006/main">
              <a:ext uri="{FF2B5EF4-FFF2-40B4-BE49-F238E27FC236}">
                <a16:creationId xmlns:a16="http://schemas.microsoft.com/office/drawing/2014/main" id="{F8060FE8-F7BD-4A55-8BC7-19A1D49FECD7}"/>
              </a:ext>
            </a:extLst>
          </p:cNvPr>
          <p:cNvSpPr>
            <a:spLocks xmlns:a="http://schemas.openxmlformats.org/drawingml/2006/main" noGrp="1"/>
          </p:cNvSpPr>
          <p:nvPr/>
        </p:nvSpPr>
        <p:spPr>
          <a:xfrm xmlns:a="http://schemas.openxmlformats.org/drawingml/2006/main">
            <a:off x="609600" y="914400"/>
            <a:ext cx="7429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4000"/>
              </a:lnSpc>
              <a:buNone/>
              <a:defRPr sz="7050" b="1" i="0">
                <a:solidFill>
                  <a:srgbClr val="FFFFFF"/>
                </a:solidFill>
                <a:latin typeface="DIN Condensed"/>
                <a:ea typeface="DIN Condensed"/>
                <a:cs typeface="DIN Condensed"/>
              </a:defRPr>
            </a:pPr>
            <a:r>
              <a:rPr sz="7050" b="1" i="0">
                <a:solidFill>
                  <a:srgbClr val="FFFFFF"/>
                </a:solidFill>
                <a:latin typeface="DIN Condensed"/>
                <a:ea typeface="DIN Condensed"/>
                <a:cs typeface="DIN Condensed"/>
              </a:rPr>
              <a:t>LISTOS PARA</a:t>
            </a:r>
          </a:p>
          <a:p xmlns:a="http://schemas.openxmlformats.org/drawingml/2006/main">
            <a:pPr algn="l">
              <a:lnSpc>
                <a:spcPct val="84000"/>
              </a:lnSpc>
              <a:buNone/>
              <a:defRPr sz="7050" b="1" i="0">
                <a:solidFill>
                  <a:srgbClr val="FFFFFF"/>
                </a:solidFill>
                <a:latin typeface="DIN Condensed"/>
                <a:ea typeface="DIN Condensed"/>
                <a:cs typeface="DIN Condensed"/>
              </a:defRPr>
            </a:pPr>
            <a:r>
              <a:rPr sz="7050" b="1" i="0">
                <a:solidFill>
                  <a:srgbClr val="FFFFFF"/>
                </a:solidFill>
                <a:latin typeface="DIN Condensed"/>
                <a:ea typeface="DIN Condensed"/>
                <a:cs typeface="DIN Condensed"/>
              </a:rPr>
              <a:t>CONSTRUIRLA.</a:t>
            </a:r>
          </a:p>
        </p:txBody>
      </p:sp>
      <p:sp>
        <p:nvSpPr>
          <p:cNvPr id="12" name="">
            <a:extLst xmlns:a="http://schemas.openxmlformats.org/drawingml/2006/main">
              <a:ext uri="{FF2B5EF4-FFF2-40B4-BE49-F238E27FC236}">
                <a16:creationId xmlns:a16="http://schemas.microsoft.com/office/drawing/2014/main" id="{EF031D8C-EC93-483A-9498-B822B090E1AC}"/>
              </a:ext>
            </a:extLst>
          </p:cNvPr>
          <p:cNvSpPr>
            <a:spLocks xmlns:a="http://schemas.openxmlformats.org/drawingml/2006/main" noGrp="1"/>
          </p:cNvSpPr>
          <p:nvPr/>
        </p:nvSpPr>
        <p:spPr>
          <a:xfrm xmlns:a="http://schemas.openxmlformats.org/drawingml/2006/main">
            <a:off x="647700" y="3028950"/>
            <a:ext cx="6191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FFF7EA"/>
                </a:solidFill>
                <a:latin typeface="Avenir Next"/>
                <a:ea typeface="Avenir Next"/>
                <a:cs typeface="Avenir Next"/>
              </a:defRPr>
            </a:pPr>
            <a:r>
              <a:rPr sz="2025" b="1" i="0">
                <a:solidFill>
                  <a:srgbClr val="FFF7EA"/>
                </a:solidFill>
                <a:latin typeface="Avenir Next"/>
                <a:ea typeface="Avenir Next"/>
                <a:cs typeface="Avenir Next"/>
              </a:rPr>
              <a:t>La decisión de hoy activa un sistema de trabajo.</a:t>
            </a:r>
          </a:p>
          <a:p xmlns:a="http://schemas.openxmlformats.org/drawingml/2006/main">
            <a:pPr algn="l">
              <a:lnSpc>
                <a:spcPct val="105000"/>
              </a:lnSpc>
              <a:buNone/>
              <a:defRPr sz="2025" b="1" i="0">
                <a:solidFill>
                  <a:srgbClr val="FFF7EA"/>
                </a:solidFill>
                <a:latin typeface="Avenir Next"/>
                <a:ea typeface="Avenir Next"/>
                <a:cs typeface="Avenir Next"/>
              </a:defRPr>
            </a:pPr>
            <a:r>
              <a:rPr sz="2025" b="1" i="0">
                <a:solidFill>
                  <a:srgbClr val="FFF7EA"/>
                </a:solidFill>
                <a:latin typeface="Avenir Next"/>
                <a:ea typeface="Avenir Next"/>
                <a:cs typeface="Avenir Next"/>
              </a:rPr>
              <a:t>No autoriza publicaciones externas.</a:t>
            </a:r>
          </a:p>
        </p:txBody>
      </p:sp>
      <p:sp>
        <p:nvSpPr>
          <p:cNvPr id="13" name="">
            <a:extLst xmlns:a="http://schemas.openxmlformats.org/drawingml/2006/main">
              <a:ext uri="{FF2B5EF4-FFF2-40B4-BE49-F238E27FC236}">
                <a16:creationId xmlns:a16="http://schemas.microsoft.com/office/drawing/2014/main" id="{0683B375-B1FF-4E9F-A795-28BF5A521A98}"/>
              </a:ext>
            </a:extLst>
          </p:cNvPr>
          <p:cNvSpPr>
            <a:spLocks xmlns:a="http://schemas.openxmlformats.org/drawingml/2006/main" noGrp="1"/>
          </p:cNvSpPr>
          <p:nvPr/>
        </p:nvSpPr>
        <p:spPr>
          <a:xfrm xmlns:a="http://schemas.openxmlformats.org/drawingml/2006/main">
            <a:off x="647700" y="4305300"/>
            <a:ext cx="3429000" cy="552450"/>
          </a:xfrm>
          <a:prstGeom xmlns:a="http://schemas.openxmlformats.org/drawingml/2006/main" prst="rect">
            <a:avLst/>
          </a:prstGeom>
          <a:solidFill xmlns:a="http://schemas.openxmlformats.org/drawingml/2006/main">
            <a:srgbClr val="E72D7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5CB919-A44D-4109-8160-3C074E04F82C}"/>
              </a:ext>
            </a:extLst>
          </p:cNvPr>
          <p:cNvSpPr>
            <a:spLocks xmlns:a="http://schemas.openxmlformats.org/drawingml/2006/main" noGrp="1"/>
          </p:cNvSpPr>
          <p:nvPr/>
        </p:nvSpPr>
        <p:spPr>
          <a:xfrm xmlns:a="http://schemas.openxmlformats.org/drawingml/2006/main">
            <a:off x="781050" y="44100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1</a:t>
            </a:r>
          </a:p>
        </p:txBody>
      </p:sp>
      <p:sp>
        <p:nvSpPr>
          <p:cNvPr id="15" name="">
            <a:extLst xmlns:a="http://schemas.openxmlformats.org/drawingml/2006/main">
              <a:ext uri="{FF2B5EF4-FFF2-40B4-BE49-F238E27FC236}">
                <a16:creationId xmlns:a16="http://schemas.microsoft.com/office/drawing/2014/main" id="{DBB15357-B82A-47EE-8FF0-DA3264919933}"/>
              </a:ext>
            </a:extLst>
          </p:cNvPr>
          <p:cNvSpPr>
            <a:spLocks xmlns:a="http://schemas.openxmlformats.org/drawingml/2006/main" noGrp="1"/>
          </p:cNvSpPr>
          <p:nvPr/>
        </p:nvSpPr>
        <p:spPr>
          <a:xfrm xmlns:a="http://schemas.openxmlformats.org/drawingml/2006/main">
            <a:off x="1181100" y="445770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APROBAR ES TRADICIÓN Y SUS MOTORES</a:t>
            </a:r>
          </a:p>
        </p:txBody>
      </p:sp>
      <p:sp>
        <p:nvSpPr>
          <p:cNvPr id="16" name="">
            <a:extLst xmlns:a="http://schemas.openxmlformats.org/drawingml/2006/main">
              <a:ext uri="{FF2B5EF4-FFF2-40B4-BE49-F238E27FC236}">
                <a16:creationId xmlns:a16="http://schemas.microsoft.com/office/drawing/2014/main" id="{097B020F-A875-4208-8DD7-5D2A1F7720B1}"/>
              </a:ext>
            </a:extLst>
          </p:cNvPr>
          <p:cNvSpPr>
            <a:spLocks xmlns:a="http://schemas.openxmlformats.org/drawingml/2006/main" noGrp="1"/>
          </p:cNvSpPr>
          <p:nvPr/>
        </p:nvSpPr>
        <p:spPr>
          <a:xfrm xmlns:a="http://schemas.openxmlformats.org/drawingml/2006/main">
            <a:off x="4362450" y="4305300"/>
            <a:ext cx="3429000" cy="552450"/>
          </a:xfrm>
          <a:prstGeom xmlns:a="http://schemas.openxmlformats.org/drawingml/2006/main" prst="rect">
            <a:avLst/>
          </a:prstGeom>
          <a:solidFill xmlns:a="http://schemas.openxmlformats.org/drawingml/2006/main">
            <a:srgbClr val="FF6A1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4156F98-A920-4340-AFA8-21A9036C3E87}"/>
              </a:ext>
            </a:extLst>
          </p:cNvPr>
          <p:cNvSpPr>
            <a:spLocks xmlns:a="http://schemas.openxmlformats.org/drawingml/2006/main" noGrp="1"/>
          </p:cNvSpPr>
          <p:nvPr/>
        </p:nvSpPr>
        <p:spPr>
          <a:xfrm xmlns:a="http://schemas.openxmlformats.org/drawingml/2006/main">
            <a:off x="4495800" y="44100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2</a:t>
            </a:r>
          </a:p>
        </p:txBody>
      </p:sp>
      <p:sp>
        <p:nvSpPr>
          <p:cNvPr id="18" name="">
            <a:extLst xmlns:a="http://schemas.openxmlformats.org/drawingml/2006/main">
              <a:ext uri="{FF2B5EF4-FFF2-40B4-BE49-F238E27FC236}">
                <a16:creationId xmlns:a16="http://schemas.microsoft.com/office/drawing/2014/main" id="{A9971A54-36A6-442C-AE71-BBD341F26965}"/>
              </a:ext>
            </a:extLst>
          </p:cNvPr>
          <p:cNvSpPr>
            <a:spLocks xmlns:a="http://schemas.openxmlformats.org/drawingml/2006/main" noGrp="1"/>
          </p:cNvSpPr>
          <p:nvPr/>
        </p:nvSpPr>
        <p:spPr>
          <a:xfrm xmlns:a="http://schemas.openxmlformats.org/drawingml/2006/main">
            <a:off x="4895850" y="445770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RATIFICAR RESPONSABLES Y SUPLENTES</a:t>
            </a:r>
          </a:p>
        </p:txBody>
      </p:sp>
      <p:sp>
        <p:nvSpPr>
          <p:cNvPr id="19" name="">
            <a:extLst xmlns:a="http://schemas.openxmlformats.org/drawingml/2006/main">
              <a:ext uri="{FF2B5EF4-FFF2-40B4-BE49-F238E27FC236}">
                <a16:creationId xmlns:a16="http://schemas.microsoft.com/office/drawing/2014/main" id="{9EB5866D-DD3B-41A6-85B3-5DE408CC4969}"/>
              </a:ext>
            </a:extLst>
          </p:cNvPr>
          <p:cNvSpPr>
            <a:spLocks xmlns:a="http://schemas.openxmlformats.org/drawingml/2006/main" noGrp="1"/>
          </p:cNvSpPr>
          <p:nvPr/>
        </p:nvSpPr>
        <p:spPr>
          <a:xfrm xmlns:a="http://schemas.openxmlformats.org/drawingml/2006/main">
            <a:off x="647700" y="5010150"/>
            <a:ext cx="3429000" cy="552450"/>
          </a:xfrm>
          <a:prstGeom xmlns:a="http://schemas.openxmlformats.org/drawingml/2006/main" prst="rect">
            <a:avLst/>
          </a:prstGeom>
          <a:solidFill xmlns:a="http://schemas.openxmlformats.org/drawingml/2006/main">
            <a:srgbClr val="00AFA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8E61D89-58F6-49FE-8748-1CE210BE92FF}"/>
              </a:ext>
            </a:extLst>
          </p:cNvPr>
          <p:cNvSpPr>
            <a:spLocks xmlns:a="http://schemas.openxmlformats.org/drawingml/2006/main" noGrp="1"/>
          </p:cNvSpPr>
          <p:nvPr/>
        </p:nvSpPr>
        <p:spPr>
          <a:xfrm xmlns:a="http://schemas.openxmlformats.org/drawingml/2006/main">
            <a:off x="781050" y="51149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3</a:t>
            </a:r>
          </a:p>
        </p:txBody>
      </p:sp>
      <p:sp>
        <p:nvSpPr>
          <p:cNvPr id="21" name="">
            <a:extLst xmlns:a="http://schemas.openxmlformats.org/drawingml/2006/main">
              <a:ext uri="{FF2B5EF4-FFF2-40B4-BE49-F238E27FC236}">
                <a16:creationId xmlns:a16="http://schemas.microsoft.com/office/drawing/2014/main" id="{818C101C-538C-43AD-9882-284E0D7DFCA0}"/>
              </a:ext>
            </a:extLst>
          </p:cNvPr>
          <p:cNvSpPr>
            <a:spLocks xmlns:a="http://schemas.openxmlformats.org/drawingml/2006/main" noGrp="1"/>
          </p:cNvSpPr>
          <p:nvPr/>
        </p:nvSpPr>
        <p:spPr>
          <a:xfrm xmlns:a="http://schemas.openxmlformats.org/drawingml/2006/main">
            <a:off x="1181100" y="51625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979"/>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CERRAR AFIRMACIONES, PREMIOS, DERECHOS Y CONTROLES</a:t>
            </a:r>
          </a:p>
        </p:txBody>
      </p:sp>
      <p:sp>
        <p:nvSpPr>
          <p:cNvPr id="22" name="">
            <a:extLst xmlns:a="http://schemas.openxmlformats.org/drawingml/2006/main">
              <a:ext uri="{FF2B5EF4-FFF2-40B4-BE49-F238E27FC236}">
                <a16:creationId xmlns:a16="http://schemas.microsoft.com/office/drawing/2014/main" id="{B624B57D-709A-4889-9E1F-3B08103CAF12}"/>
              </a:ext>
            </a:extLst>
          </p:cNvPr>
          <p:cNvSpPr>
            <a:spLocks xmlns:a="http://schemas.openxmlformats.org/drawingml/2006/main" noGrp="1"/>
          </p:cNvSpPr>
          <p:nvPr/>
        </p:nvSpPr>
        <p:spPr>
          <a:xfrm xmlns:a="http://schemas.openxmlformats.org/drawingml/2006/main">
            <a:off x="4362450" y="5010150"/>
            <a:ext cx="3429000" cy="552450"/>
          </a:xfrm>
          <a:prstGeom xmlns:a="http://schemas.openxmlformats.org/drawingml/2006/main" prst="rect">
            <a:avLst/>
          </a:prstGeom>
          <a:solidFill xmlns:a="http://schemas.openxmlformats.org/drawingml/2006/main">
            <a:srgbClr val="315B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E132A0A-3B75-4EBE-A4C4-12EE67C2A57B}"/>
              </a:ext>
            </a:extLst>
          </p:cNvPr>
          <p:cNvSpPr>
            <a:spLocks xmlns:a="http://schemas.openxmlformats.org/drawingml/2006/main" noGrp="1"/>
          </p:cNvSpPr>
          <p:nvPr/>
        </p:nvSpPr>
        <p:spPr>
          <a:xfrm xmlns:a="http://schemas.openxmlformats.org/drawingml/2006/main">
            <a:off x="4495800" y="51149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i="0">
                <a:solidFill>
                  <a:srgbClr val="FFFFFF"/>
                </a:solidFill>
                <a:latin typeface="DIN Condensed"/>
                <a:ea typeface="DIN Condensed"/>
                <a:cs typeface="DIN Condensed"/>
              </a:defRPr>
            </a:pPr>
            <a:r>
              <a:rPr sz="1875" b="1" i="0">
                <a:solidFill>
                  <a:srgbClr val="FFFFFF"/>
                </a:solidFill>
                <a:latin typeface="DIN Condensed"/>
                <a:ea typeface="DIN Condensed"/>
                <a:cs typeface="DIN Condensed"/>
              </a:rPr>
              <a:t>4</a:t>
            </a:r>
          </a:p>
        </p:txBody>
      </p:sp>
      <p:sp>
        <p:nvSpPr>
          <p:cNvPr id="24" name="">
            <a:extLst xmlns:a="http://schemas.openxmlformats.org/drawingml/2006/main">
              <a:ext uri="{FF2B5EF4-FFF2-40B4-BE49-F238E27FC236}">
                <a16:creationId xmlns:a16="http://schemas.microsoft.com/office/drawing/2014/main" id="{0CBA3F99-504D-417F-9E53-81CD6A9B7FBF}"/>
              </a:ext>
            </a:extLst>
          </p:cNvPr>
          <p:cNvSpPr>
            <a:spLocks xmlns:a="http://schemas.openxmlformats.org/drawingml/2006/main" noGrp="1"/>
          </p:cNvSpPr>
          <p:nvPr/>
        </p:nvSpPr>
        <p:spPr>
          <a:xfrm xmlns:a="http://schemas.openxmlformats.org/drawingml/2006/main">
            <a:off x="4895850" y="51625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54"/>
          </a:bodyPr>
          <a:lstStyle xmlns:a="http://schemas.openxmlformats.org/drawingml/2006/main"/>
          <a:p xmlns:a="http://schemas.openxmlformats.org/drawingml/2006/main">
            <a:pPr algn="l">
              <a:lnSpc>
                <a:spcPct val="105000"/>
              </a:lnSpc>
              <a:buNone/>
              <a:defRPr sz="900" b="1" i="0">
                <a:solidFill>
                  <a:srgbClr val="FFFFFF"/>
                </a:solidFill>
                <a:latin typeface="Avenir Next"/>
                <a:ea typeface="Avenir Next"/>
                <a:cs typeface="Avenir Next"/>
              </a:defRPr>
            </a:pPr>
            <a:r>
              <a:rPr sz="900" b="1" i="0">
                <a:solidFill>
                  <a:srgbClr val="FFFFFF"/>
                </a:solidFill>
                <a:latin typeface="Avenir Next"/>
                <a:ea typeface="Avenir Next"/>
                <a:cs typeface="Avenir Next"/>
              </a:rPr>
              <a:t>AUTORIZAR PILOTOS INTERNOS, BASES Y TABLERO</a:t>
            </a:r>
          </a:p>
        </p:txBody>
      </p:sp>
      <p:sp>
        <p:nvSpPr>
          <p:cNvPr id="25" name="">
            <a:extLst xmlns:a="http://schemas.openxmlformats.org/drawingml/2006/main">
              <a:ext uri="{FF2B5EF4-FFF2-40B4-BE49-F238E27FC236}">
                <a16:creationId xmlns:a16="http://schemas.microsoft.com/office/drawing/2014/main" id="{DDE0CCE8-9E3C-4E09-8463-88E5AAE29E42}"/>
              </a:ext>
            </a:extLst>
          </p:cNvPr>
          <p:cNvSpPr>
            <a:spLocks xmlns:a="http://schemas.openxmlformats.org/drawingml/2006/main" noGrp="1"/>
          </p:cNvSpPr>
          <p:nvPr/>
        </p:nvSpPr>
        <p:spPr>
          <a:xfrm xmlns:a="http://schemas.openxmlformats.org/drawingml/2006/main">
            <a:off x="647700" y="598170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825" b="1" i="0">
                <a:solidFill>
                  <a:srgbClr val="FFC928"/>
                </a:solidFill>
                <a:latin typeface="Avenir Next"/>
                <a:ea typeface="Avenir Next"/>
                <a:cs typeface="Avenir Next"/>
              </a:defRPr>
            </a:pPr>
            <a:r>
              <a:rPr sz="825" b="1" i="0">
                <a:solidFill>
                  <a:srgbClr val="FFC928"/>
                </a:solidFill>
                <a:latin typeface="Avenir Next"/>
                <a:ea typeface="Avenir Next"/>
                <a:cs typeface="Avenir Next"/>
              </a:rPr>
              <a:t>ESTA PRESENTACIÓN NO AUTORIZA PUBLICACIÓN, PAUTA, VENTA NI REVELACIÓN.</a:t>
            </a:r>
          </a:p>
        </p:txBody>
      </p:sp>
    </p:spTree>
    <p:extLst>
      <p:ext uri="{BB962C8B-B14F-4D97-AF65-F5344CB8AC3E}">
        <p14:creationId xmlns:p14="http://schemas.microsoft.com/office/powerpoint/2010/main" val="13738752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2026-08-26T11:09:45.1370000Z</dcterms:created>
  <dcterms:modified xsi:type="dcterms:W3CDTF">2026-08-26T11:09:45.1370000Z</dcterms:modified>
</coreProperties>
</file>