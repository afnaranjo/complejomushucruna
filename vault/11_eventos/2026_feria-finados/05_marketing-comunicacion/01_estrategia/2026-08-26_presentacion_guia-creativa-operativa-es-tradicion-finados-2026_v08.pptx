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be7df27906f4311" /><Relationship Type="http://schemas.openxmlformats.org/officeDocument/2006/relationships/extended-properties" Target="/docProps/app.xml" Id="R9177688e3d324837" /><Relationship Type="http://schemas.openxmlformats.org/officeDocument/2006/relationships/officeDocument" Target="/ppt/presentation.xml" Id="R788b613c3538475b" /></Relationships>
</file>

<file path=ppt/presentation.xml><?xml version="1.0" encoding="utf-8"?>
<p:presentation xmlns:p="http://schemas.openxmlformats.org/presentationml/2006/main">
  <p:sldMasterIdLst>
    <p:sldMasterId xmlns:r="http://schemas.openxmlformats.org/officeDocument/2006/relationships" id="2147483648" r:id="R73ec9f2914ab41b5"/>
  </p:sldMasterIdLst>
  <p:notesMasterIdLst>
    <p:notesMasterId xmlns:r="http://schemas.openxmlformats.org/officeDocument/2006/relationships" r:id="R90d16a9bfec44c9c"/>
  </p:notesMasterIdLst>
  <p:sldIdLst>
    <p:sldId xmlns:r="http://schemas.openxmlformats.org/officeDocument/2006/relationships" id="256" r:id="Ra66406f7c4b24c20"/>
    <p:sldId xmlns:r="http://schemas.openxmlformats.org/officeDocument/2006/relationships" id="257" r:id="Rcba5712d9404480e"/>
    <p:sldId xmlns:r="http://schemas.openxmlformats.org/officeDocument/2006/relationships" id="258" r:id="Re78dd2a83e10433d"/>
    <p:sldId xmlns:r="http://schemas.openxmlformats.org/officeDocument/2006/relationships" id="259" r:id="R1d3508e703e54ab7"/>
    <p:sldId xmlns:r="http://schemas.openxmlformats.org/officeDocument/2006/relationships" id="260" r:id="R7cdba16953764357"/>
    <p:sldId xmlns:r="http://schemas.openxmlformats.org/officeDocument/2006/relationships" id="261" r:id="R03afbb0b0dcf4247"/>
    <p:sldId xmlns:r="http://schemas.openxmlformats.org/officeDocument/2006/relationships" id="262" r:id="Re961ba9181b34018"/>
    <p:sldId xmlns:r="http://schemas.openxmlformats.org/officeDocument/2006/relationships" id="263" r:id="R70f0b6b68a554c43"/>
    <p:sldId xmlns:r="http://schemas.openxmlformats.org/officeDocument/2006/relationships" id="264" r:id="Re19ecbcdcd7c4c54"/>
    <p:sldId xmlns:r="http://schemas.openxmlformats.org/officeDocument/2006/relationships" id="265" r:id="Re6ce903586fe4e3c"/>
    <p:sldId xmlns:r="http://schemas.openxmlformats.org/officeDocument/2006/relationships" id="266" r:id="R66339966424749e4"/>
    <p:sldId xmlns:r="http://schemas.openxmlformats.org/officeDocument/2006/relationships" id="267" r:id="R454293b402454a9a"/>
    <p:sldId xmlns:r="http://schemas.openxmlformats.org/officeDocument/2006/relationships" id="268" r:id="Rdebdb23128fa4f33"/>
    <p:sldId xmlns:r="http://schemas.openxmlformats.org/officeDocument/2006/relationships" id="269" r:id="R266074bd7f8d4fe6"/>
    <p:sldId xmlns:r="http://schemas.openxmlformats.org/officeDocument/2006/relationships" id="270" r:id="R44ac63c422c64288"/>
    <p:sldId xmlns:r="http://schemas.openxmlformats.org/officeDocument/2006/relationships" id="271" r:id="R6c0c4892460b48a5"/>
    <p:sldId xmlns:r="http://schemas.openxmlformats.org/officeDocument/2006/relationships" id="272" r:id="R73d8e98f02ef42c1"/>
    <p:sldId xmlns:r="http://schemas.openxmlformats.org/officeDocument/2006/relationships" id="273" r:id="R0c62cfeb045744d5"/>
    <p:sldId xmlns:r="http://schemas.openxmlformats.org/officeDocument/2006/relationships" id="274" r:id="Rc330e9d420644f7e"/>
    <p:sldId xmlns:r="http://schemas.openxmlformats.org/officeDocument/2006/relationships" id="275" r:id="Recf77390715d46f8"/>
    <p:sldId xmlns:r="http://schemas.openxmlformats.org/officeDocument/2006/relationships" id="276" r:id="R37536057b3a84975"/>
    <p:sldId xmlns:r="http://schemas.openxmlformats.org/officeDocument/2006/relationships" id="277" r:id="Re30d2af75bde4c6f"/>
    <p:sldId xmlns:r="http://schemas.openxmlformats.org/officeDocument/2006/relationships" id="278" r:id="R83849c178bb34c78"/>
    <p:sldId xmlns:r="http://schemas.openxmlformats.org/officeDocument/2006/relationships" id="279" r:id="Raae5ee734c1f40dd"/>
    <p:sldId xmlns:r="http://schemas.openxmlformats.org/officeDocument/2006/relationships" id="280" r:id="R40e9d1b0dbd64da5"/>
    <p:sldId xmlns:r="http://schemas.openxmlformats.org/officeDocument/2006/relationships" id="281" r:id="R0e4e20ac4f62407f"/>
    <p:sldId xmlns:r="http://schemas.openxmlformats.org/officeDocument/2006/relationships" id="282" r:id="R54de9c508a8e4778"/>
    <p:sldId xmlns:r="http://schemas.openxmlformats.org/officeDocument/2006/relationships" id="283" r:id="Rfc5d3e89a6cc4047"/>
    <p:sldId xmlns:r="http://schemas.openxmlformats.org/officeDocument/2006/relationships" id="284" r:id="R357a97802bee45b7"/>
    <p:sldId xmlns:r="http://schemas.openxmlformats.org/officeDocument/2006/relationships" id="285" r:id="R003f621060394547"/>
    <p:sldId xmlns:r="http://schemas.openxmlformats.org/officeDocument/2006/relationships" id="286" r:id="Rbb4e45df3daa4c91"/>
    <p:sldId xmlns:r="http://schemas.openxmlformats.org/officeDocument/2006/relationships" id="287" r:id="R0b1c2ed1c82445fc"/>
    <p:sldId xmlns:r="http://schemas.openxmlformats.org/officeDocument/2006/relationships" id="288" r:id="R152f5cbd56c94bbf"/>
    <p:sldId xmlns:r="http://schemas.openxmlformats.org/officeDocument/2006/relationships" id="289" r:id="Rb4d0b4d9dbb242bd"/>
    <p:sldId xmlns:r="http://schemas.openxmlformats.org/officeDocument/2006/relationships" id="290" r:id="Rdf42d6f1d6154925"/>
    <p:sldId xmlns:r="http://schemas.openxmlformats.org/officeDocument/2006/relationships" id="291" r:id="R7ee6f02339ff4c93"/>
    <p:sldId xmlns:r="http://schemas.openxmlformats.org/officeDocument/2006/relationships" id="292" r:id="Ra4214556e4bb4a1f"/>
    <p:sldId xmlns:r="http://schemas.openxmlformats.org/officeDocument/2006/relationships" id="293" r:id="Rdb7dc700da964887"/>
    <p:sldId xmlns:r="http://schemas.openxmlformats.org/officeDocument/2006/relationships" id="294" r:id="R4f224134d99a406e"/>
    <p:sldId xmlns:r="http://schemas.openxmlformats.org/officeDocument/2006/relationships" id="295" r:id="R30d66ab82b9241c1"/>
    <p:sldId xmlns:r="http://schemas.openxmlformats.org/officeDocument/2006/relationships" id="296" r:id="R64097c321f78484b"/>
    <p:sldId xmlns:r="http://schemas.openxmlformats.org/officeDocument/2006/relationships" id="297" r:id="R23ceace96f8b4e5f"/>
    <p:sldId xmlns:r="http://schemas.openxmlformats.org/officeDocument/2006/relationships" id="298" r:id="R62ae2ee149694eb4"/>
    <p:sldId xmlns:r="http://schemas.openxmlformats.org/officeDocument/2006/relationships" id="299" r:id="R4e40ca4db23e4c46"/>
    <p:sldId xmlns:r="http://schemas.openxmlformats.org/officeDocument/2006/relationships" id="300" r:id="Re08d8ad92e8345ea"/>
    <p:sldId xmlns:r="http://schemas.openxmlformats.org/officeDocument/2006/relationships" id="301" r:id="Rf2f3cfb3e6c340e1"/>
    <p:sldId xmlns:r="http://schemas.openxmlformats.org/officeDocument/2006/relationships" id="302" r:id="R553d40e0936d40cf"/>
    <p:sldId xmlns:r="http://schemas.openxmlformats.org/officeDocument/2006/relationships" id="303" r:id="R2c5b59b5d8964045"/>
    <p:sldId xmlns:r="http://schemas.openxmlformats.org/officeDocument/2006/relationships" id="304" r:id="Rf574cccb0abf4973"/>
    <p:sldId xmlns:r="http://schemas.openxmlformats.org/officeDocument/2006/relationships" id="305" r:id="R0b2435b13a8c4e66"/>
    <p:sldId xmlns:r="http://schemas.openxmlformats.org/officeDocument/2006/relationships" id="306" r:id="R3623cdafecdf4013"/>
    <p:sldId xmlns:r="http://schemas.openxmlformats.org/officeDocument/2006/relationships" id="307" r:id="R999d4c0b7c5c45df"/>
    <p:sldId xmlns:r="http://schemas.openxmlformats.org/officeDocument/2006/relationships" id="308" r:id="R9b4f1c24555f43dc"/>
    <p:sldId xmlns:r="http://schemas.openxmlformats.org/officeDocument/2006/relationships" id="309" r:id="R495cf0ee3cf5473d"/>
    <p:sldId xmlns:r="http://schemas.openxmlformats.org/officeDocument/2006/relationships" id="310" r:id="R1c38f8eb900a4922"/>
    <p:sldId xmlns:r="http://schemas.openxmlformats.org/officeDocument/2006/relationships" id="311" r:id="Rf5f6ff2f8a594e34"/>
    <p:sldId xmlns:r="http://schemas.openxmlformats.org/officeDocument/2006/relationships" id="312" r:id="R50343db6b3234a89"/>
    <p:sldId xmlns:r="http://schemas.openxmlformats.org/officeDocument/2006/relationships" id="313" r:id="Radd4da29c7e74223"/>
    <p:sldId xmlns:r="http://schemas.openxmlformats.org/officeDocument/2006/relationships" id="314" r:id="R517a928b86a9408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66c80e3f8d24804" /><Relationship Type="http://schemas.openxmlformats.org/officeDocument/2006/relationships/slideMaster" Target="/ppt/slideMasters/slideMaster1.xml" Id="R73ec9f2914ab41b5" /><Relationship Type="http://schemas.openxmlformats.org/officeDocument/2006/relationships/notesMaster" Target="/ppt/notesMasters/notesMaster1.xml" Id="R90d16a9bfec44c9c" /><Relationship Type="http://schemas.openxmlformats.org/officeDocument/2006/relationships/presProps" Target="/ppt/presProps.xml" Id="R2d1318c6fc0d4edb" /><Relationship Type="http://schemas.openxmlformats.org/officeDocument/2006/relationships/tableStyles" Target="/ppt/tableStyles.xml" Id="Rf942fb4bc24f4ad6" /><Relationship Type="http://schemas.openxmlformats.org/officeDocument/2006/relationships/slide" Target="/ppt/slides/slide1.xml" Id="Ra66406f7c4b24c20" /><Relationship Type="http://schemas.openxmlformats.org/officeDocument/2006/relationships/slide" Target="/ppt/slides/slide2.xml" Id="Rcba5712d9404480e" /><Relationship Type="http://schemas.openxmlformats.org/officeDocument/2006/relationships/slide" Target="/ppt/slides/slide3.xml" Id="Re78dd2a83e10433d" /><Relationship Type="http://schemas.openxmlformats.org/officeDocument/2006/relationships/slide" Target="/ppt/slides/slide4.xml" Id="R1d3508e703e54ab7" /><Relationship Type="http://schemas.openxmlformats.org/officeDocument/2006/relationships/slide" Target="/ppt/slides/slide5.xml" Id="R7cdba16953764357" /><Relationship Type="http://schemas.openxmlformats.org/officeDocument/2006/relationships/slide" Target="/ppt/slides/slide6.xml" Id="R03afbb0b0dcf4247" /><Relationship Type="http://schemas.openxmlformats.org/officeDocument/2006/relationships/slide" Target="/ppt/slides/slide7.xml" Id="Re961ba9181b34018" /><Relationship Type="http://schemas.openxmlformats.org/officeDocument/2006/relationships/slide" Target="/ppt/slides/slide8.xml" Id="R70f0b6b68a554c43" /><Relationship Type="http://schemas.openxmlformats.org/officeDocument/2006/relationships/slide" Target="/ppt/slides/slide9.xml" Id="Re19ecbcdcd7c4c54" /><Relationship Type="http://schemas.openxmlformats.org/officeDocument/2006/relationships/slide" Target="/ppt/slides/slide10.xml" Id="Re6ce903586fe4e3c" /><Relationship Type="http://schemas.openxmlformats.org/officeDocument/2006/relationships/slide" Target="/ppt/slides/slide11.xml" Id="R66339966424749e4" /><Relationship Type="http://schemas.openxmlformats.org/officeDocument/2006/relationships/slide" Target="/ppt/slides/slide12.xml" Id="R454293b402454a9a" /><Relationship Type="http://schemas.openxmlformats.org/officeDocument/2006/relationships/slide" Target="/ppt/slides/slide13.xml" Id="Rdebdb23128fa4f33" /><Relationship Type="http://schemas.openxmlformats.org/officeDocument/2006/relationships/slide" Target="/ppt/slides/slide14.xml" Id="R266074bd7f8d4fe6" /><Relationship Type="http://schemas.openxmlformats.org/officeDocument/2006/relationships/slide" Target="/ppt/slides/slide15.xml" Id="R44ac63c422c64288" /><Relationship Type="http://schemas.openxmlformats.org/officeDocument/2006/relationships/slide" Target="/ppt/slides/slide16.xml" Id="R6c0c4892460b48a5" /><Relationship Type="http://schemas.openxmlformats.org/officeDocument/2006/relationships/slide" Target="/ppt/slides/slide17.xml" Id="R73d8e98f02ef42c1" /><Relationship Type="http://schemas.openxmlformats.org/officeDocument/2006/relationships/slide" Target="/ppt/slides/slide18.xml" Id="R0c62cfeb045744d5" /><Relationship Type="http://schemas.openxmlformats.org/officeDocument/2006/relationships/slide" Target="/ppt/slides/slide19.xml" Id="Rc330e9d420644f7e" /><Relationship Type="http://schemas.openxmlformats.org/officeDocument/2006/relationships/slide" Target="/ppt/slides/slide20.xml" Id="Recf77390715d46f8" /><Relationship Type="http://schemas.openxmlformats.org/officeDocument/2006/relationships/slide" Target="/ppt/slides/slide21.xml" Id="R37536057b3a84975" /><Relationship Type="http://schemas.openxmlformats.org/officeDocument/2006/relationships/slide" Target="/ppt/slides/slide22.xml" Id="Re30d2af75bde4c6f" /><Relationship Type="http://schemas.openxmlformats.org/officeDocument/2006/relationships/slide" Target="/ppt/slides/slide23.xml" Id="R83849c178bb34c78" /><Relationship Type="http://schemas.openxmlformats.org/officeDocument/2006/relationships/slide" Target="/ppt/slides/slide24.xml" Id="Raae5ee734c1f40dd" /><Relationship Type="http://schemas.openxmlformats.org/officeDocument/2006/relationships/slide" Target="/ppt/slides/slide25.xml" Id="R40e9d1b0dbd64da5" /><Relationship Type="http://schemas.openxmlformats.org/officeDocument/2006/relationships/slide" Target="/ppt/slides/slide26.xml" Id="R0e4e20ac4f62407f" /><Relationship Type="http://schemas.openxmlformats.org/officeDocument/2006/relationships/slide" Target="/ppt/slides/slide27.xml" Id="R54de9c508a8e4778" /><Relationship Type="http://schemas.openxmlformats.org/officeDocument/2006/relationships/slide" Target="/ppt/slides/slide28.xml" Id="Rfc5d3e89a6cc4047" /><Relationship Type="http://schemas.openxmlformats.org/officeDocument/2006/relationships/slide" Target="/ppt/slides/slide29.xml" Id="R357a97802bee45b7" /><Relationship Type="http://schemas.openxmlformats.org/officeDocument/2006/relationships/slide" Target="/ppt/slides/slide30.xml" Id="R003f621060394547" /><Relationship Type="http://schemas.openxmlformats.org/officeDocument/2006/relationships/slide" Target="/ppt/slides/slide31.xml" Id="Rbb4e45df3daa4c91" /><Relationship Type="http://schemas.openxmlformats.org/officeDocument/2006/relationships/slide" Target="/ppt/slides/slide32.xml" Id="R0b1c2ed1c82445fc" /><Relationship Type="http://schemas.openxmlformats.org/officeDocument/2006/relationships/slide" Target="/ppt/slides/slide33.xml" Id="R152f5cbd56c94bbf" /><Relationship Type="http://schemas.openxmlformats.org/officeDocument/2006/relationships/slide" Target="/ppt/slides/slide34.xml" Id="Rb4d0b4d9dbb242bd" /><Relationship Type="http://schemas.openxmlformats.org/officeDocument/2006/relationships/slide" Target="/ppt/slides/slide35.xml" Id="Rdf42d6f1d6154925" /><Relationship Type="http://schemas.openxmlformats.org/officeDocument/2006/relationships/slide" Target="/ppt/slides/slide36.xml" Id="R7ee6f02339ff4c93" /><Relationship Type="http://schemas.openxmlformats.org/officeDocument/2006/relationships/slide" Target="/ppt/slides/slide37.xml" Id="Ra4214556e4bb4a1f" /><Relationship Type="http://schemas.openxmlformats.org/officeDocument/2006/relationships/slide" Target="/ppt/slides/slide38.xml" Id="Rdb7dc700da964887" /><Relationship Type="http://schemas.openxmlformats.org/officeDocument/2006/relationships/slide" Target="/ppt/slides/slide39.xml" Id="R4f224134d99a406e" /><Relationship Type="http://schemas.openxmlformats.org/officeDocument/2006/relationships/slide" Target="/ppt/slides/slide40.xml" Id="R30d66ab82b9241c1" /><Relationship Type="http://schemas.openxmlformats.org/officeDocument/2006/relationships/slide" Target="/ppt/slides/slide41.xml" Id="R64097c321f78484b" /><Relationship Type="http://schemas.openxmlformats.org/officeDocument/2006/relationships/slide" Target="/ppt/slides/slide42.xml" Id="R23ceace96f8b4e5f" /><Relationship Type="http://schemas.openxmlformats.org/officeDocument/2006/relationships/slide" Target="/ppt/slides/slide43.xml" Id="R62ae2ee149694eb4" /><Relationship Type="http://schemas.openxmlformats.org/officeDocument/2006/relationships/slide" Target="/ppt/slides/slide44.xml" Id="R4e40ca4db23e4c46" /><Relationship Type="http://schemas.openxmlformats.org/officeDocument/2006/relationships/slide" Target="/ppt/slides/slide45.xml" Id="Re08d8ad92e8345ea" /><Relationship Type="http://schemas.openxmlformats.org/officeDocument/2006/relationships/slide" Target="/ppt/slides/slide46.xml" Id="Rf2f3cfb3e6c340e1" /><Relationship Type="http://schemas.openxmlformats.org/officeDocument/2006/relationships/slide" Target="/ppt/slides/slide47.xml" Id="R553d40e0936d40cf" /><Relationship Type="http://schemas.openxmlformats.org/officeDocument/2006/relationships/slide" Target="/ppt/slides/slide48.xml" Id="R2c5b59b5d8964045" /><Relationship Type="http://schemas.openxmlformats.org/officeDocument/2006/relationships/slide" Target="/ppt/slides/slide49.xml" Id="Rf574cccb0abf4973" /><Relationship Type="http://schemas.openxmlformats.org/officeDocument/2006/relationships/slide" Target="/ppt/slides/slide50.xml" Id="R0b2435b13a8c4e66" /><Relationship Type="http://schemas.openxmlformats.org/officeDocument/2006/relationships/slide" Target="/ppt/slides/slide51.xml" Id="R3623cdafecdf4013" /><Relationship Type="http://schemas.openxmlformats.org/officeDocument/2006/relationships/slide" Target="/ppt/slides/slide52.xml" Id="R999d4c0b7c5c45df" /><Relationship Type="http://schemas.openxmlformats.org/officeDocument/2006/relationships/slide" Target="/ppt/slides/slide53.xml" Id="R9b4f1c24555f43dc" /><Relationship Type="http://schemas.openxmlformats.org/officeDocument/2006/relationships/slide" Target="/ppt/slides/slide54.xml" Id="R495cf0ee3cf5473d" /><Relationship Type="http://schemas.openxmlformats.org/officeDocument/2006/relationships/slide" Target="/ppt/slides/slide55.xml" Id="R1c38f8eb900a4922" /><Relationship Type="http://schemas.openxmlformats.org/officeDocument/2006/relationships/slide" Target="/ppt/slides/slide56.xml" Id="Rf5f6ff2f8a594e34" /><Relationship Type="http://schemas.openxmlformats.org/officeDocument/2006/relationships/slide" Target="/ppt/slides/slide57.xml" Id="R50343db6b3234a89" /><Relationship Type="http://schemas.openxmlformats.org/officeDocument/2006/relationships/slide" Target="/ppt/slides/slide58.xml" Id="Radd4da29c7e74223" /><Relationship Type="http://schemas.openxmlformats.org/officeDocument/2006/relationships/slide" Target="/ppt/slides/slide59.xml" Id="R517a928b86a9408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2ef57f3e73a447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8451b5a038f43c1" /><Relationship Type="http://schemas.openxmlformats.org/officeDocument/2006/relationships/notesMaster" Target="/ppt/notesMasters/notesMaster1.xml" Id="R8f5e16350c2c4ea4" /></Relationships>
</file>

<file path=ppt/notesSlides/_rels/notesSlide2.xml.rels>&#65279;<?xml version="1.0" encoding="utf-8"?><Relationships xmlns="http://schemas.openxmlformats.org/package/2006/relationships"><Relationship Type="http://schemas.openxmlformats.org/officeDocument/2006/relationships/slide" Target="/ppt/slides/slide2.xml" Id="Rb98bccae46fb48de" /><Relationship Type="http://schemas.openxmlformats.org/officeDocument/2006/relationships/notesMaster" Target="/ppt/notesMasters/notesMaster1.xml" Id="Re8921a9a305f44eb" /></Relationships>
</file>

<file path=ppt/notesSlides/_rels/notesSlide3.xml.rels>&#65279;<?xml version="1.0" encoding="utf-8"?><Relationships xmlns="http://schemas.openxmlformats.org/package/2006/relationships"><Relationship Type="http://schemas.openxmlformats.org/officeDocument/2006/relationships/slide" Target="/ppt/slides/slide3.xml" Id="Rbc1cb393fe1b487e" /><Relationship Type="http://schemas.openxmlformats.org/officeDocument/2006/relationships/notesMaster" Target="/ppt/notesMasters/notesMaster1.xml" Id="R59ee89cf8a174d50" /></Relationships>
</file>

<file path=ppt/notesSlides/_rels/notesSlide4.xml.rels>&#65279;<?xml version="1.0" encoding="utf-8"?><Relationships xmlns="http://schemas.openxmlformats.org/package/2006/relationships"><Relationship Type="http://schemas.openxmlformats.org/officeDocument/2006/relationships/slide" Target="/ppt/slides/slide4.xml" Id="Rfc93fa49e0c044bf" /><Relationship Type="http://schemas.openxmlformats.org/officeDocument/2006/relationships/notesMaster" Target="/ppt/notesMasters/notesMaster1.xml" Id="R63afc3bdc1674e5c" /></Relationships>
</file>

<file path=ppt/notesSlides/_rels/notesSlide5.xml.rels>&#65279;<?xml version="1.0" encoding="utf-8"?><Relationships xmlns="http://schemas.openxmlformats.org/package/2006/relationships"><Relationship Type="http://schemas.openxmlformats.org/officeDocument/2006/relationships/slide" Target="/ppt/slides/slide5.xml" Id="R67269a3d608e40f0" /><Relationship Type="http://schemas.openxmlformats.org/officeDocument/2006/relationships/notesMaster" Target="/ppt/notesMasters/notesMaster1.xml" Id="R5d70189f872a4b4b" /></Relationships>
</file>

<file path=ppt/notesSlides/_rels/notesSlide6.xml.rels>&#65279;<?xml version="1.0" encoding="utf-8"?><Relationships xmlns="http://schemas.openxmlformats.org/package/2006/relationships"><Relationship Type="http://schemas.openxmlformats.org/officeDocument/2006/relationships/slide" Target="/ppt/slides/slide6.xml" Id="Reab5a0953a304708" /><Relationship Type="http://schemas.openxmlformats.org/officeDocument/2006/relationships/notesMaster" Target="/ppt/notesMasters/notesMaster1.xml" Id="Rdb9adb5d669d4845" /></Relationships>
</file>

<file path=ppt/notesSlides/_rels/notesSlide7.xml.rels>&#65279;<?xml version="1.0" encoding="utf-8"?><Relationships xmlns="http://schemas.openxmlformats.org/package/2006/relationships"><Relationship Type="http://schemas.openxmlformats.org/officeDocument/2006/relationships/slide" Target="/ppt/slides/slide7.xml" Id="R6129bfd0e28c4f1c" /><Relationship Type="http://schemas.openxmlformats.org/officeDocument/2006/relationships/notesMaster" Target="/ppt/notesMasters/notesMaster1.xml" Id="Rdbb79e8eac8c416d" /></Relationships>
</file>

<file path=ppt/notesSlides/_rels/notesSlide8.xml.rels>&#65279;<?xml version="1.0" encoding="utf-8"?><Relationships xmlns="http://schemas.openxmlformats.org/package/2006/relationships"><Relationship Type="http://schemas.openxmlformats.org/officeDocument/2006/relationships/slide" Target="/ppt/slides/slide8.xml" Id="R63126466653849be" /><Relationship Type="http://schemas.openxmlformats.org/officeDocument/2006/relationships/notesMaster" Target="/ppt/notesMasters/notesMaster1.xml" Id="R6269a1c5f6384c41" /></Relationships>
</file>

<file path=ppt/notesSlides/_rels/notesSlide9.xml.rels>&#65279;<?xml version="1.0" encoding="utf-8"?><Relationships xmlns="http://schemas.openxmlformats.org/package/2006/relationships"><Relationship Type="http://schemas.openxmlformats.org/officeDocument/2006/relationships/slide" Target="/ppt/slides/slide9.xml" Id="Rddf66d9f875f41da" /><Relationship Type="http://schemas.openxmlformats.org/officeDocument/2006/relationships/notesMaster" Target="/ppt/notesMasters/notesMaster1.xml" Id="R7fe5fb6824f44d5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1bb527601b34b6f" /><Relationship Type="http://schemas.openxmlformats.org/officeDocument/2006/relationships/notesMaster" Target="/ppt/notesMasters/notesMaster1.xml" Id="R65a8d7b1eb9040c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f685bb418d14c64" /><Relationship Type="http://schemas.openxmlformats.org/officeDocument/2006/relationships/notesMaster" Target="/ppt/notesMasters/notesMaster1.xml" Id="R1be669e2961449d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fe6d1c060074b87" /><Relationship Type="http://schemas.openxmlformats.org/officeDocument/2006/relationships/notesMaster" Target="/ppt/notesMasters/notesMaster1.xml" Id="R031708f9bc2d4a9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9fa1be8a4304da0" /><Relationship Type="http://schemas.openxmlformats.org/officeDocument/2006/relationships/notesMaster" Target="/ppt/notesMasters/notesMaster1.xml" Id="R27085626dd0940d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bb7989edc1f4e66" /><Relationship Type="http://schemas.openxmlformats.org/officeDocument/2006/relationships/notesMaster" Target="/ppt/notesMasters/notesMaster1.xml" Id="R94e9a371a9fd497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7f73eacd74d4992" /><Relationship Type="http://schemas.openxmlformats.org/officeDocument/2006/relationships/notesMaster" Target="/ppt/notesMasters/notesMaster1.xml" Id="Ra6afbf092a2e417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e603e6bc45943af" /><Relationship Type="http://schemas.openxmlformats.org/officeDocument/2006/relationships/notesMaster" Target="/ppt/notesMasters/notesMaster1.xml" Id="R111173bb8c7d498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d49f79169194c9a" /><Relationship Type="http://schemas.openxmlformats.org/officeDocument/2006/relationships/notesMaster" Target="/ppt/notesMasters/notesMaster1.xml" Id="Re59a232c83b4490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f878ae81c5c4224" /><Relationship Type="http://schemas.openxmlformats.org/officeDocument/2006/relationships/notesMaster" Target="/ppt/notesMasters/notesMaster1.xml" Id="R60c80e66aed0449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1efb71078d84e67" /><Relationship Type="http://schemas.openxmlformats.org/officeDocument/2006/relationships/notesMaster" Target="/ppt/notesMasters/notesMaster1.xml" Id="Rfee0f2f23f6e45e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d4827a24e8e4eb0" /><Relationship Type="http://schemas.openxmlformats.org/officeDocument/2006/relationships/notesMaster" Target="/ppt/notesMasters/notesMaster1.xml" Id="R787ea78e225f4e85"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738db1791ea4849" /><Relationship Type="http://schemas.openxmlformats.org/officeDocument/2006/relationships/notesMaster" Target="/ppt/notesMasters/notesMaster1.xml" Id="R3fb0be2e4a2e404c"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13b8171af6bb453d" /><Relationship Type="http://schemas.openxmlformats.org/officeDocument/2006/relationships/notesMaster" Target="/ppt/notesMasters/notesMaster1.xml" Id="R348d6807b6f54167"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a5cb1e6c931447b8" /><Relationship Type="http://schemas.openxmlformats.org/officeDocument/2006/relationships/notesMaster" Target="/ppt/notesMasters/notesMaster1.xml" Id="R113d9be6d7c84d1c"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44bef9ddf032451c" /><Relationship Type="http://schemas.openxmlformats.org/officeDocument/2006/relationships/notesMaster" Target="/ppt/notesMasters/notesMaster1.xml" Id="R535c8fd1b94a42d4"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04af0ae7eecc4a77" /><Relationship Type="http://schemas.openxmlformats.org/officeDocument/2006/relationships/notesMaster" Target="/ppt/notesMasters/notesMaster1.xml" Id="R2c55a6d8017f4588"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0aeb5b8d2bcf4ce6" /><Relationship Type="http://schemas.openxmlformats.org/officeDocument/2006/relationships/notesMaster" Target="/ppt/notesMasters/notesMaster1.xml" Id="Rbebce182fb19404b"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32bf7dc0374c4773" /><Relationship Type="http://schemas.openxmlformats.org/officeDocument/2006/relationships/notesMaster" Target="/ppt/notesMasters/notesMaster1.xml" Id="R5e59a71066a8492d"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6c424509be6d44e1" /><Relationship Type="http://schemas.openxmlformats.org/officeDocument/2006/relationships/notesMaster" Target="/ppt/notesMasters/notesMaster1.xml" Id="R9456fdbdc4b94097"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91a88d6f5ec9484d" /><Relationship Type="http://schemas.openxmlformats.org/officeDocument/2006/relationships/notesMaster" Target="/ppt/notesMasters/notesMaster1.xml" Id="Reb536fc947fa4be4"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bdd5247b6a034db9" /><Relationship Type="http://schemas.openxmlformats.org/officeDocument/2006/relationships/notesMaster" Target="/ppt/notesMasters/notesMaster1.xml" Id="R6891089381c84555"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0f658dc8130a4062" /><Relationship Type="http://schemas.openxmlformats.org/officeDocument/2006/relationships/notesMaster" Target="/ppt/notesMasters/notesMaster1.xml" Id="Rc4bf9aa5f851495e"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27dc104a19f2491c" /><Relationship Type="http://schemas.openxmlformats.org/officeDocument/2006/relationships/notesMaster" Target="/ppt/notesMasters/notesMaster1.xml" Id="Rc40cfefb078246c3"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d450ba924f5340a1" /><Relationship Type="http://schemas.openxmlformats.org/officeDocument/2006/relationships/notesMaster" Target="/ppt/notesMasters/notesMaster1.xml" Id="R7097d82a7043491c"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8dba833aee5b46b3" /><Relationship Type="http://schemas.openxmlformats.org/officeDocument/2006/relationships/notesMaster" Target="/ppt/notesMasters/notesMaster1.xml" Id="R5b10e39cb4354a2a"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17da0dc83c404703" /><Relationship Type="http://schemas.openxmlformats.org/officeDocument/2006/relationships/notesMaster" Target="/ppt/notesMasters/notesMaster1.xml" Id="Rd0dbc5308eb34088"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1dbb0fd613634089" /><Relationship Type="http://schemas.openxmlformats.org/officeDocument/2006/relationships/notesMaster" Target="/ppt/notesMasters/notesMaster1.xml" Id="Re7da6a6363b94402"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d9cfbd9b8ebe40ff" /><Relationship Type="http://schemas.openxmlformats.org/officeDocument/2006/relationships/notesMaster" Target="/ppt/notesMasters/notesMaster1.xml" Id="R225a58d59c7e47bd"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a7c8ff0ba0564167" /><Relationship Type="http://schemas.openxmlformats.org/officeDocument/2006/relationships/notesMaster" Target="/ppt/notesMasters/notesMaster1.xml" Id="Refde0c744d844f62"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55cf20dc9820490f" /><Relationship Type="http://schemas.openxmlformats.org/officeDocument/2006/relationships/notesMaster" Target="/ppt/notesMasters/notesMaster1.xml" Id="R500aaed372424600"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5eb4b88eda3646ea" /><Relationship Type="http://schemas.openxmlformats.org/officeDocument/2006/relationships/notesMaster" Target="/ppt/notesMasters/notesMaster1.xml" Id="Rb2d9e9af16e34183"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13e4bbed64414cdc" /><Relationship Type="http://schemas.openxmlformats.org/officeDocument/2006/relationships/notesMaster" Target="/ppt/notesMasters/notesMaster1.xml" Id="Rcbec81cc13414183"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bebf1a4066cc4316" /><Relationship Type="http://schemas.openxmlformats.org/officeDocument/2006/relationships/notesMaster" Target="/ppt/notesMasters/notesMaster1.xml" Id="Rd0fa9547d450484c"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111c62c0ba0a40cf" /><Relationship Type="http://schemas.openxmlformats.org/officeDocument/2006/relationships/notesMaster" Target="/ppt/notesMasters/notesMaster1.xml" Id="R1dab7c360b8649d6"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73542d46df564bf0" /><Relationship Type="http://schemas.openxmlformats.org/officeDocument/2006/relationships/notesMaster" Target="/ppt/notesMasters/notesMaster1.xml" Id="R974e2614c4ee47d2"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b1fd1ec9598f4bf0" /><Relationship Type="http://schemas.openxmlformats.org/officeDocument/2006/relationships/notesMaster" Target="/ppt/notesMasters/notesMaster1.xml" Id="Raae15d4e4c4e4526"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29905f8dbee7468e" /><Relationship Type="http://schemas.openxmlformats.org/officeDocument/2006/relationships/notesMaster" Target="/ppt/notesMasters/notesMaster1.xml" Id="R0e624e961d544271"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6522d84b3a564ccd" /><Relationship Type="http://schemas.openxmlformats.org/officeDocument/2006/relationships/notesMaster" Target="/ppt/notesMasters/notesMaster1.xml" Id="R6580a0acde944b03"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97856b6d347a40f8" /><Relationship Type="http://schemas.openxmlformats.org/officeDocument/2006/relationships/notesMaster" Target="/ppt/notesMasters/notesMaster1.xml" Id="R098c03ccd1f24f7d"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bcd569db22d84641" /><Relationship Type="http://schemas.openxmlformats.org/officeDocument/2006/relationships/notesMaster" Target="/ppt/notesMasters/notesMaster1.xml" Id="R75235b82e1884e82"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010ba32b16054782" /><Relationship Type="http://schemas.openxmlformats.org/officeDocument/2006/relationships/notesMaster" Target="/ppt/notesMasters/notesMaster1.xml" Id="Rbd0de617d7904eb3"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0aa6a3c434d148e7" /><Relationship Type="http://schemas.openxmlformats.org/officeDocument/2006/relationships/notesMaster" Target="/ppt/notesMasters/notesMaster1.xml" Id="R72df5f15ede04ea8"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8bb5673554554883" /><Relationship Type="http://schemas.openxmlformats.org/officeDocument/2006/relationships/notesMaster" Target="/ppt/notesMasters/notesMaster1.xml" Id="Reebca7defa8b4ffb"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ded62c9e96ef417f" /><Relationship Type="http://schemas.openxmlformats.org/officeDocument/2006/relationships/notesMaster" Target="/ppt/notesMasters/notesMaster1.xml" Id="Ra1135261ada949f3"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b841799cff0f4bbc" /><Relationship Type="http://schemas.openxmlformats.org/officeDocument/2006/relationships/notesMaster" Target="/ppt/notesMasters/notesMaster1.xml" Id="Re86db53b915e4744"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de725d9b07f5478a" /><Relationship Type="http://schemas.openxmlformats.org/officeDocument/2006/relationships/notesMaster" Target="/ppt/notesMasters/notesMaster1.xml" Id="R4ac80395fd904a1a"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a2128af2b402485d" /><Relationship Type="http://schemas.openxmlformats.org/officeDocument/2006/relationships/notesMaster" Target="/ppt/notesMasters/notesMaster1.xml" Id="R146a21ac84694250"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c65db2c55fc04cff" /><Relationship Type="http://schemas.openxmlformats.org/officeDocument/2006/relationships/notesMaster" Target="/ppt/notesMasters/notesMaster1.xml" Id="R5beeca49c6264d3d"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a0479ee7aed74b35" /><Relationship Type="http://schemas.openxmlformats.org/officeDocument/2006/relationships/notesMaster" Target="/ppt/notesMasters/notesMaster1.xml" Id="R22a982035c5e496f"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6fad671b8ae84164" /><Relationship Type="http://schemas.openxmlformats.org/officeDocument/2006/relationships/notesMaster" Target="/ppt/notesMasters/notesMaster1.xml" Id="R77fd5de023e2498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Abrir con la idea: no vamos a presentar una lista de publicaciones; vamos a presentar el sistema que hará que la feria vuelva a sentirse propia, deseable y fácil de vivir.</a:t>
            </a:r>
          </a:p>
          <a:p xmlns:a="http://schemas.openxmlformats.org/drawingml/2006/main">
            <a:r>
              <a:t/>
            </a:r>
          </a:p>
          <a:p xmlns:a="http://schemas.openxmlformats.org/drawingml/2006/main">
            <a:r>
              <a:t>[Estado] Documento interno · propuesta en revisión · no autoriza publicación externa.</a:t>
            </a:r>
          </a:p>
          <a:p xmlns:a="http://schemas.openxmlformats.org/drawingml/2006/main">
            <a:r>
              <a:t>[Sources]</a:t>
            </a:r>
          </a:p>
          <a:p xmlns:a="http://schemas.openxmlformats.org/drawingml/2006/main">
            <a:r>
              <a:t>- vault/11_eventos/2026_feria-finados/05_marketing-comunicacion/01_estrategia/2026-08-25_plataforma-emocional-es-tradicion-finados-2026_v01.md</a:t>
            </a:r>
          </a:p>
          <a:p xmlns:a="http://schemas.openxmlformats.org/drawingml/2006/main">
            <a:r>
              <a:t>- vault/11_eventos/2026_feria-finados/05_marketing-comunicacion/2026-08-26_analisis-tareas-historicas-y-sistema-operativo-finados-2026_v01.md</a:t>
            </a:r>
          </a:p>
          <a:p xmlns:a="http://schemas.openxmlformats.org/drawingml/2006/main">
            <a:r>
              <a:t>- Fotografía histórica entregada por Alex; derechos publicitarios por confirmar.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competencia puede ofrecer espectáculos gratuitos. Nuestra defensa es una tradición reconocible, una experiencia completa y una operación que cumple. El cartel ayuda, pero no puede ser el único motivo de asistencia.</a:t>
            </a:r>
          </a:p>
          <a:p xmlns:a="http://schemas.openxmlformats.org/drawingml/2006/main">
            <a:r>
              <a:t/>
            </a:r>
          </a:p>
          <a:p xmlns:a="http://schemas.openxmlformats.org/drawingml/2006/main">
            <a:r>
              <a:t>[Estado] Documento interno · propuesta en revisión · no autoriza publicación externa.</a:t>
            </a:r>
          </a:p>
          <a:p xmlns:a="http://schemas.openxmlformats.org/drawingml/2006/main">
            <a:r>
              <a:t>[Sources]</a:t>
            </a:r>
          </a:p>
          <a:p xmlns:a="http://schemas.openxmlformats.org/drawingml/2006/main">
            <a:r>
              <a:t>- vault/11_eventos/2026_feria-finados/05_marketing-comunicacion/01_estrategia/2026-08-25_plataforma-emocional-es-tradicion-finados-2026_v01.md</a:t>
            </a:r>
          </a:p>
          <a:p xmlns:a="http://schemas.openxmlformats.org/drawingml/2006/main">
            <a:r>
              <a:t>- vault/11_eventos/2026_feria-finados/01_concepto-experiencia/2026-08-24_arquitectura-experiencia-asistencia-200k-finados-2026_v01.md</a:t>
            </a:r>
          </a:p>
          <a:p xmlns:a="http://schemas.openxmlformats.org/drawingml/2006/main">
            <a:r>
              <a:t>- vault/11_eventos/2026_feria-finados/05_marketing-comunicacion/2026-08-26_analisis-tareas-historicas-y-sistema-operativo-finados-2026_v01.md</a:t>
            </a:r>
          </a:p>
          <a:p xmlns:a="http://schemas.openxmlformats.org/drawingml/2006/main">
            <a:r>
              <a:t>- vault/05_audiencias-investigacion/02_reputacion-fortalezas-y-voz-positiva/</a:t>
            </a:r>
          </a:p>
          <a:p xmlns:a="http://schemas.openxmlformats.org/drawingml/2006/main">
            <a:r>
              <a:t>- Fotografía histórica entregada por Alex; derechos publicitarios por confirmar.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Las cifras se presentan como antecedentes: 25.000 vasos cumplidos en 2025, más de 10.000 espacios de estacionamiento comunicados en 2025 y asistencias históricas reportadas de seis cifras. Para 2026, cada una exige validación operativa.</a:t>
            </a:r>
          </a:p>
          <a:p xmlns:a="http://schemas.openxmlformats.org/drawingml/2006/main">
            <a:r>
              <a:t/>
            </a:r>
          </a:p>
          <a:p xmlns:a="http://schemas.openxmlformats.org/drawingml/2006/main">
            <a:r>
              <a:t>[Estado] Documento interno · propuesta en revisión · no autoriza publicación externa.</a:t>
            </a:r>
          </a:p>
          <a:p xmlns:a="http://schemas.openxmlformats.org/drawingml/2006/main">
            <a:r>
              <a:t>[Sources]</a:t>
            </a:r>
          </a:p>
          <a:p xmlns:a="http://schemas.openxmlformats.org/drawingml/2006/main">
            <a:r>
              <a:t>- https://www.facebook.com/reel/1177617657817288/</a:t>
            </a:r>
          </a:p>
          <a:p xmlns:a="http://schemas.openxmlformats.org/drawingml/2006/main">
            <a:r>
              <a:t>- https://www.facebook.com/122142325251017479/posts/122110559535017479</a:t>
            </a:r>
          </a:p>
          <a:p xmlns:a="http://schemas.openxmlformats.org/drawingml/2006/main">
            <a:r>
              <a:t>- https://www.pastaza.gob.ec/leytransparencia/2020/mayo/anexos/ce_347.pdf</a:t>
            </a:r>
          </a:p>
          <a:p xmlns:a="http://schemas.openxmlformats.org/drawingml/2006/main">
            <a:r>
              <a:t>- vault/11_eventos/2026_feria-finados/01_concepto-experiencia/2026-08-24_arquitectura-experiencia-asistencia-200k-finados-2026_v01.md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voz pública disponible mezcla visitas al complejo, fútbol y ferias; no representa una encuesta específica de Finados. Aun así, respalda con consistencia la propuesta familiar, natural, variada y de descubrimiento.</a:t>
            </a:r>
          </a:p>
          <a:p xmlns:a="http://schemas.openxmlformats.org/drawingml/2006/main">
            <a:r>
              <a:t/>
            </a:r>
          </a:p>
          <a:p xmlns:a="http://schemas.openxmlformats.org/drawingml/2006/main">
            <a:r>
              <a:t>[Estado] Documento interno · propuesta en revisión · no autoriza publicación externa.</a:t>
            </a:r>
          </a:p>
          <a:p xmlns:a="http://schemas.openxmlformats.org/drawingml/2006/main">
            <a:r>
              <a:t>[Sources]</a:t>
            </a:r>
          </a:p>
          <a:p xmlns:a="http://schemas.openxmlformats.org/drawingml/2006/main">
            <a:r>
              <a:t>- vault/05_audiencias-investigacion/02_reputacion-fortalezas-y-voz-positiva/</a:t>
            </a:r>
          </a:p>
          <a:p xmlns:a="http://schemas.openxmlformats.org/drawingml/2006/main">
            <a:r>
              <a:t>- https://www.expreso.ec/ocio/cultura/mushuc-runa-rescata-identidad-pueblo-chibuleo-6535.html</a:t>
            </a:r>
          </a:p>
          <a:p xmlns:a="http://schemas.openxmlformats.org/drawingml/2006/main">
            <a:r>
              <a:t>- https://ge.globo.com/futebol/times/cruzeiro/noticia/2025/04/08/adversario-do-cruzeiro-tem-zoologico-e-parque-dos-dinossauros-em-ct-gigante-veja-imagens-e-historia.ghtml</a:t>
            </a:r>
          </a:p>
          <a:p xmlns:a="http://schemas.openxmlformats.org/drawingml/2006/main">
            <a:r>
              <a:t>- https://www.pastaza.gob.ec/leytransparencia/2020/mayo/anexos/ce_347.pdf</a:t>
            </a:r>
          </a:p>
          <a:p xmlns:a="http://schemas.openxmlformats.org/drawingml/2006/main">
            <a:r>
              <a:t>- Fotografía histórica entregada por Alex; derechos publicitarios por confirmar.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dirección 2026 rescata lo que produjo conversación y utilidad, pero cambia el modelo de trabajo: menos saturación, más evidencia, responsables claros, reglas de participación y cierre medible.</a:t>
            </a:r>
          </a:p>
          <a:p xmlns:a="http://schemas.openxmlformats.org/drawingml/2006/main">
            <a:r>
              <a:t/>
            </a:r>
          </a:p>
          <a:p xmlns:a="http://schemas.openxmlformats.org/drawingml/2006/main">
            <a:r>
              <a:t>[Estado] Documento interno · propuesta en revisión · no autoriza publicación externa.</a:t>
            </a:r>
          </a:p>
          <a:p xmlns:a="http://schemas.openxmlformats.org/drawingml/2006/main">
            <a:r>
              <a:t>[Sources]</a:t>
            </a:r>
          </a:p>
          <a:p xmlns:a="http://schemas.openxmlformats.org/drawingml/2006/main">
            <a:r>
              <a:t>- vault/11_eventos/2026_feria-finados/05_marketing-comunicacion/2026-08-26_analisis-tareas-historicas-y-sistema-operativo-finados-2026_v01.md</a:t>
            </a:r>
          </a:p>
          <a:p xmlns:a="http://schemas.openxmlformats.org/drawingml/2006/main">
            <a:r>
              <a:t>- vault/11_eventos/2026_feria-finados/05_marketing-comunicacion/2026-08-26_matriz-operativa-equipo-finados-2026_v01.xlsx</a:t>
            </a:r>
          </a:p>
          <a:p xmlns:a="http://schemas.openxmlformats.org/drawingml/2006/main">
            <a:r>
              <a:t>- vault/13_datos-medicion/2026-08-24_auditoria-meta-2021-2026/2026-08-24_informe-auditoria-meta-2021-2026_v01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v08 recupera el modelo operativo explícito de la v06. La matriz no replica las 188 microtareas: las consolida en 73 entregables que pueden gobernarse, medirse y cerrarse sin concentrar toda la carga en una sola persona.</a:t>
            </a:r>
          </a:p>
          <a:p xmlns:a="http://schemas.openxmlformats.org/drawingml/2006/main">
            <a:r>
              <a:t/>
            </a:r>
          </a:p>
          <a:p xmlns:a="http://schemas.openxmlformats.org/drawingml/2006/main">
            <a:r>
              <a:t>[Estado] Documento interno · propuesta en revisión · no autoriza publicación externa.</a:t>
            </a:r>
          </a:p>
          <a:p xmlns:a="http://schemas.openxmlformats.org/drawingml/2006/main">
            <a:r>
              <a:t>[Sources]</a:t>
            </a:r>
          </a:p>
          <a:p xmlns:a="http://schemas.openxmlformats.org/drawingml/2006/main">
            <a:r>
              <a:t>- vault/11_eventos/2026_feria-finados/05_marketing-comunicacion/2026-08-26_analisis-tareas-historicas-y-sistema-operativo-finados-2026_v01.md</a:t>
            </a:r>
          </a:p>
          <a:p xmlns:a="http://schemas.openxmlformats.org/drawingml/2006/main">
            <a:r>
              <a:t>- vault/11_eventos/2026_feria-finados/05_marketing-comunicacion/2026-08-26_matriz-operativa-equipo-finados-2026_v01.xlsx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 TRADICIÓN es la idea que unifica todos los frentes. Debe sentirse en el archivo, la feria, las revelaciones, la señalética, la guía móvil y la forma de responder al público.</a:t>
            </a:r>
          </a:p>
          <a:p xmlns:a="http://schemas.openxmlformats.org/drawingml/2006/main">
            <a:r>
              <a:t/>
            </a:r>
          </a:p>
          <a:p xmlns:a="http://schemas.openxmlformats.org/drawingml/2006/main">
            <a:r>
              <a:t>[Estado] Documento interno · propuesta en revisión · no autoriza publicación externa.</a:t>
            </a:r>
          </a:p>
          <a:p xmlns:a="http://schemas.openxmlformats.org/drawingml/2006/main">
            <a:r>
              <a:t>[Sources]</a:t>
            </a:r>
          </a:p>
          <a:p xmlns:a="http://schemas.openxmlformats.org/drawingml/2006/main">
            <a:r>
              <a:t>- vault/11_eventos/2026_feria-finados/05_marketing-comunicacion/01_estrategia/2026-08-25_plataforma-emocional-es-tradicion-finados-2026_v01.md</a:t>
            </a:r>
          </a:p>
          <a:p xmlns:a="http://schemas.openxmlformats.org/drawingml/2006/main">
            <a:r>
              <a:t>- vault/11_eventos/2026_feria-finados/01_concepto-experiencia/2026-08-24_arquitectura-experiencia-asistencia-200k-finados-2026_v01.md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promesa obliga a integrar frentes: si el visitante no sabe qué incluye, dónde queda o cómo volver, la creatividad no compensa la fricción.</a:t>
            </a:r>
          </a:p>
          <a:p xmlns:a="http://schemas.openxmlformats.org/drawingml/2006/main">
            <a:r>
              <a:t/>
            </a:r>
          </a:p>
          <a:p xmlns:a="http://schemas.openxmlformats.org/drawingml/2006/main">
            <a:r>
              <a:t>[Estado] Documento interno · propuesta en revisión · no autoriza publicación externa.</a:t>
            </a:r>
          </a:p>
          <a:p xmlns:a="http://schemas.openxmlformats.org/drawingml/2006/main">
            <a:r>
              <a:t>[Sources]</a:t>
            </a:r>
          </a:p>
          <a:p xmlns:a="http://schemas.openxmlformats.org/drawingml/2006/main">
            <a:r>
              <a:t>- vault/11_eventos/2026_feria-finados/05_marketing-comunicacion/01_estrategia/2026-08-25_plataforma-emocional-es-tradicion-finados-2026_v01.md</a:t>
            </a:r>
          </a:p>
          <a:p xmlns:a="http://schemas.openxmlformats.org/drawingml/2006/main">
            <a:r>
              <a:t>- vault/11_eventos/2026_feria-finados/01_concepto-experiencia/2026-08-24_arquitectura-experiencia-asistencia-200k-finados-2026_v01.md</a:t>
            </a:r>
          </a:p>
          <a:p xmlns:a="http://schemas.openxmlformats.org/drawingml/2006/main">
            <a:r>
              <a:t>- vault/11_eventos/2026_feria-finados/06_ventas-entradas/2026-08-24_arquitectura-oferta-preventa-finados-2026_v01.md</a:t>
            </a:r>
          </a:p>
          <a:p xmlns:a="http://schemas.openxmlformats.org/drawingml/2006/main">
            <a:r>
              <a:t>- Fotografía histórica entregada por Alex; derechos publicitarios por confirmar.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equipo debe identificar en qué fase está cada pieza. Una revelación no sustituye expectativa; un mapa no sustituye deseo; una pieza emocional no sustituye servicio.</a:t>
            </a:r>
          </a:p>
          <a:p xmlns:a="http://schemas.openxmlformats.org/drawingml/2006/main">
            <a:r>
              <a:t/>
            </a:r>
          </a:p>
          <a:p xmlns:a="http://schemas.openxmlformats.org/drawingml/2006/main">
            <a:r>
              <a:t>[Estado] Documento interno · propuesta en revisión · no autoriza publicación externa.</a:t>
            </a:r>
          </a:p>
          <a:p xmlns:a="http://schemas.openxmlformats.org/drawingml/2006/main">
            <a:r>
              <a:t>[Sources]</a:t>
            </a:r>
          </a:p>
          <a:p xmlns:a="http://schemas.openxmlformats.org/drawingml/2006/main">
            <a:r>
              <a:t>- vault/11_eventos/2026_feria-finados/05_marketing-comunicacion/01_estrategia/2026-08-25_plataforma-emocional-es-tradicion-finados-2026_v01.md</a:t>
            </a:r>
          </a:p>
          <a:p xmlns:a="http://schemas.openxmlformats.org/drawingml/2006/main">
            <a:r>
              <a:t>- vault/11_eventos/2026_feria-finados/05_marketing-comunicacion/02_contenido/2026-08-25_calendario-expectativa-es-tradicion-finados-2026_v01.md</a:t>
            </a:r>
          </a:p>
          <a:p xmlns:a="http://schemas.openxmlformats.org/drawingml/2006/main">
            <a:r>
              <a:t>- vault/11_eventos/2026_feria-finados/01_concepto-experiencia/2026-08-24_arquitectura-experiencia-asistencia-200k-finados-2026_v01.md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Usar este journey como prueba de coherencia. Si una pieza no sabe qué fricción resuelve o qué paso prepara, probablemente es relleno editorial.</a:t>
            </a:r>
          </a:p>
          <a:p xmlns:a="http://schemas.openxmlformats.org/drawingml/2006/main">
            <a:r>
              <a:t/>
            </a:r>
          </a:p>
          <a:p xmlns:a="http://schemas.openxmlformats.org/drawingml/2006/main">
            <a:r>
              <a:t>[Estado] Documento interno · propuesta en revisión · no autoriza publicación externa.</a:t>
            </a:r>
          </a:p>
          <a:p xmlns:a="http://schemas.openxmlformats.org/drawingml/2006/main">
            <a:r>
              <a:t>[Sources]</a:t>
            </a:r>
          </a:p>
          <a:p xmlns:a="http://schemas.openxmlformats.org/drawingml/2006/main">
            <a:r>
              <a:t>- vault/11_eventos/2026_feria-finados/05_marketing-comunicacion/01_estrategia/2026-08-25_plataforma-emocional-es-tradicion-finados-2026_v01.md</a:t>
            </a:r>
          </a:p>
          <a:p xmlns:a="http://schemas.openxmlformats.org/drawingml/2006/main">
            <a:r>
              <a:t>- vault/11_eventos/2026_feria-finados/01_concepto-experiencia/2026-08-24_arquitectura-experiencia-asistencia-200k-finados-2026_v01.md</a:t>
            </a:r>
          </a:p>
          <a:p xmlns:a="http://schemas.openxmlformats.org/drawingml/2006/main">
            <a:r>
              <a:t>- vault/11_eventos/2026_feria-finados/06_ventas-entradas/2026-08-24_arquitectura-oferta-preventa-finados-2026_v01.md</a:t>
            </a:r>
          </a:p>
          <a:p xmlns:a="http://schemas.openxmlformats.org/drawingml/2006/main">
            <a:r>
              <a:t>- vault/11_eventos/2026_feria-finados/10_tecnologia-datos/2026-08-24_guia-movil-informativa-sin-backend-finados-2026_v01.md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programación final debe demostrar diferencias reales. Para fortalecer el Día 1 puede aplicarse Los primeros vuelven: una entrada validada habilita un beneficio limitado para otra jornada, solo con economía, términos, cupo y control de canje aprobados.</a:t>
            </a:r>
          </a:p>
          <a:p xmlns:a="http://schemas.openxmlformats.org/drawingml/2006/main">
            <a:r>
              <a:t/>
            </a:r>
          </a:p>
          <a:p xmlns:a="http://schemas.openxmlformats.org/drawingml/2006/main">
            <a:r>
              <a:t>[Estado] Documento interno · propuesta en revisión · no autoriza publicación externa.</a:t>
            </a:r>
          </a:p>
          <a:p xmlns:a="http://schemas.openxmlformats.org/drawingml/2006/main">
            <a:r>
              <a:t>[Sources]</a:t>
            </a:r>
          </a:p>
          <a:p xmlns:a="http://schemas.openxmlformats.org/drawingml/2006/main">
            <a:r>
              <a:t>- vault/11_eventos/2026_feria-finados/01_concepto-experiencia/2026-08-24_arquitectura-experiencia-asistencia-200k-finados-2026_v01.md</a:t>
            </a:r>
          </a:p>
          <a:p xmlns:a="http://schemas.openxmlformats.org/drawingml/2006/main">
            <a:r>
              <a:t>- vault/11_eventos/2026_feria-finados/05_marketing-comunicacion/01_estrategia/2026-08-25_plataforma-emocional-es-tradicion-finados-2026_v01.md</a:t>
            </a:r>
          </a:p>
          <a:p xmlns:a="http://schemas.openxmlformats.org/drawingml/2006/main">
            <a:r>
              <a:t>- vault/11_eventos/2026_feria-finados/06_ventas-entradas/2026-08-24_arquitectura-oferta-preventa-finados-2026_v01.md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Las zonas son históricas. Sus funciones y horarios 2026 solo se publican desde la programación maestra. Plaza de la Luna ha concentrado shows familiares; Plaza del Sol, demostraciones; la Granja, naturaleza; el Megaescenario, música nocturna.</a:t>
            </a:r>
          </a:p>
          <a:p xmlns:a="http://schemas.openxmlformats.org/drawingml/2006/main">
            <a:r>
              <a:t/>
            </a:r>
          </a:p>
          <a:p xmlns:a="http://schemas.openxmlformats.org/drawingml/2006/main">
            <a:r>
              <a:t>[Estado] Documento interno · propuesta en revisión · no autoriza publicación externa.</a:t>
            </a:r>
          </a:p>
          <a:p xmlns:a="http://schemas.openxmlformats.org/drawingml/2006/main">
            <a:r>
              <a:t>[Sources]</a:t>
            </a:r>
          </a:p>
          <a:p xmlns:a="http://schemas.openxmlformats.org/drawingml/2006/main">
            <a:r>
              <a:t>- vault/11_eventos/2026_feria-finados/01_concepto-experiencia/2026-08-24_arquitectura-experiencia-asistencia-200k-finados-2026_v01.md</a:t>
            </a:r>
          </a:p>
          <a:p xmlns:a="http://schemas.openxmlformats.org/drawingml/2006/main">
            <a:r>
              <a:t>- vault/05_audiencias-investigacion/02_reputacion-fortalezas-y-voz-positiva/</a:t>
            </a:r>
          </a:p>
          <a:p xmlns:a="http://schemas.openxmlformats.org/drawingml/2006/main">
            <a:r>
              <a:t>- https://www.facebook.com/122142325251017479/videos/2263479517457058</a:t>
            </a:r>
          </a:p>
          <a:p xmlns:a="http://schemas.openxmlformats.org/drawingml/2006/main">
            <a:r>
              <a:t>- vault/11_eventos/2026_feria-finados/05_marketing-comunicacion/2026-08-26_matriz-operativa-equipo-finados-2026_v01.xlsx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oferta histórica respalda naturaleza, granja, juegos, dinosaurios, resbaladera, gastronomía y shows familiares. La campaña puede usar el concepto de variedad; la lista concreta 2026 exige inventario operativo y seguridad.</a:t>
            </a:r>
          </a:p>
          <a:p xmlns:a="http://schemas.openxmlformats.org/drawingml/2006/main">
            <a:r>
              <a:t/>
            </a:r>
          </a:p>
          <a:p xmlns:a="http://schemas.openxmlformats.org/drawingml/2006/main">
            <a:r>
              <a:t>[Estado] Documento interno · propuesta en revisión · no autoriza publicación externa.</a:t>
            </a:r>
          </a:p>
          <a:p xmlns:a="http://schemas.openxmlformats.org/drawingml/2006/main">
            <a:r>
              <a:t>[Sources]</a:t>
            </a:r>
          </a:p>
          <a:p xmlns:a="http://schemas.openxmlformats.org/drawingml/2006/main">
            <a:r>
              <a:t>- vault/05_audiencias-investigacion/02_reputacion-fortalezas-y-voz-positiva/</a:t>
            </a:r>
          </a:p>
          <a:p xmlns:a="http://schemas.openxmlformats.org/drawingml/2006/main">
            <a:r>
              <a:t>- https://www.expreso.ec/ocio/cultura/mushuc-runa-rescata-identidad-pueblo-chibuleo-6535.html</a:t>
            </a:r>
          </a:p>
          <a:p xmlns:a="http://schemas.openxmlformats.org/drawingml/2006/main">
            <a:r>
              <a:t>- https://ge.globo.com/futebol/times/cruzeiro/noticia/2025/04/08/adversario-do-cruzeiro-tem-zoologico-e-parque-dos-dinossauros-em-ct-gigante-veja-imagens-e-historia.ghtml</a:t>
            </a:r>
          </a:p>
          <a:p xmlns:a="http://schemas.openxmlformats.org/drawingml/2006/main">
            <a:r>
              <a:t>- https://www.facebook.com/122142325251017479/videos/2263479517457058</a:t>
            </a:r>
          </a:p>
          <a:p xmlns:a="http://schemas.openxmlformats.org/drawingml/2006/main">
            <a:r>
              <a:t>- Fotografía histórica entregada por Alex; derechos publicitarios por confirmar.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historial muestra una expansión progresiva del estacionamiento y en 2025 se comunicaron más de 10.000 espacios. La capacidad vigente exige plano, nuevas zonas, entradas, salidas, peatones, tarifa y contingencia. La superficie publicada en fuentes externas discrepa y no se usa como afirmación pública.</a:t>
            </a:r>
          </a:p>
          <a:p xmlns:a="http://schemas.openxmlformats.org/drawingml/2006/main">
            <a:r>
              <a:t/>
            </a:r>
          </a:p>
          <a:p xmlns:a="http://schemas.openxmlformats.org/drawingml/2006/main">
            <a:r>
              <a:t>[Estado] Documento interno · propuesta en revisión · no autoriza publicación externa.</a:t>
            </a:r>
          </a:p>
          <a:p xmlns:a="http://schemas.openxmlformats.org/drawingml/2006/main">
            <a:r>
              <a:t>[Sources]</a:t>
            </a:r>
          </a:p>
          <a:p xmlns:a="http://schemas.openxmlformats.org/drawingml/2006/main">
            <a:r>
              <a:t>- https://www.facebook.com/122142325251017479/posts/122110559535017479</a:t>
            </a:r>
          </a:p>
          <a:p xmlns:a="http://schemas.openxmlformats.org/drawingml/2006/main">
            <a:r>
              <a:t>- vault/11_eventos/2026_feria-finados/10_tecnologia-datos/2026-08-24_guia-movil-informativa-sin-backend-finados-2026_v01.md</a:t>
            </a:r>
          </a:p>
          <a:p xmlns:a="http://schemas.openxmlformats.org/drawingml/2006/main">
            <a:r>
              <a:t>- vault/11_eventos/2026_feria-finados/01_concepto-experiencia/2026-08-24_arquitectura-experiencia-asistencia-200k-finados-2026_v01.md</a:t>
            </a:r>
          </a:p>
          <a:p xmlns:a="http://schemas.openxmlformats.org/drawingml/2006/main">
            <a:r>
              <a:t>- vault/05_audiencias-investigacion/02_reputacion-fortalezas-y-voz-positiva/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limpieza y el orden aparecen como fortalezas históricas, pero no existe prueba comparativa para afirmar la feria más limpia del país. Existen antecedentes de seguridad comunitaria, privada, Policía y Fuerzas Armadas; cualquier despliegue 2026 requiere confirmación.</a:t>
            </a:r>
          </a:p>
          <a:p xmlns:a="http://schemas.openxmlformats.org/drawingml/2006/main">
            <a:r>
              <a:t/>
            </a:r>
          </a:p>
          <a:p xmlns:a="http://schemas.openxmlformats.org/drawingml/2006/main">
            <a:r>
              <a:t>[Estado] Documento interno · propuesta en revisión · no autoriza publicación externa.</a:t>
            </a:r>
          </a:p>
          <a:p xmlns:a="http://schemas.openxmlformats.org/drawingml/2006/main">
            <a:r>
              <a:t>[Sources]</a:t>
            </a:r>
          </a:p>
          <a:p xmlns:a="http://schemas.openxmlformats.org/drawingml/2006/main">
            <a:r>
              <a:t>- vault/05_audiencias-investigacion/02_reputacion-fortalezas-y-voz-positiva/</a:t>
            </a:r>
          </a:p>
          <a:p xmlns:a="http://schemas.openxmlformats.org/drawingml/2006/main">
            <a:r>
              <a:t>- https://www.facebook.com/122142325251017479/posts/122112820695017479</a:t>
            </a:r>
          </a:p>
          <a:p xmlns:a="http://schemas.openxmlformats.org/drawingml/2006/main">
            <a:r>
              <a:t>- vault/11_eventos/2026_feria-finados/01_concepto-experiencia/2026-08-24_arquitectura-experiencia-asistencia-200k-finados-2026_v01.md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Los 25.000 vasos son un cumplimiento histórico de 2025. Rey Pan y Srta. Colada Morada tienen capacidad de alcance orgánico porque movilizan comunidades de candidatos, pero el resultado no debe depender de likes. Guardianes del Recuerdo reconoce 4–6 historias verificadas y consentidas.</a:t>
            </a:r>
          </a:p>
          <a:p xmlns:a="http://schemas.openxmlformats.org/drawingml/2006/main">
            <a:r>
              <a:t/>
            </a:r>
          </a:p>
          <a:p xmlns:a="http://schemas.openxmlformats.org/drawingml/2006/main">
            <a:r>
              <a:t>[Estado] Documento interno · propuesta en revisión · no autoriza publicación externa.</a:t>
            </a:r>
          </a:p>
          <a:p xmlns:a="http://schemas.openxmlformats.org/drawingml/2006/main">
            <a:r>
              <a:t>[Sources]</a:t>
            </a:r>
          </a:p>
          <a:p xmlns:a="http://schemas.openxmlformats.org/drawingml/2006/main">
            <a:r>
              <a:t>- https://www.facebook.com/reel/1177617657817288/</a:t>
            </a:r>
          </a:p>
          <a:p xmlns:a="http://schemas.openxmlformats.org/drawingml/2006/main">
            <a:r>
              <a:t>- vault/05_audiencias-investigacion/02_reputacion-fortalezas-y-voz-positiva/</a:t>
            </a:r>
          </a:p>
          <a:p xmlns:a="http://schemas.openxmlformats.org/drawingml/2006/main">
            <a:r>
              <a:t>- vault/13_datos-medicion/2026-08-24_auditoria-meta-2021-2026/2026-08-24_informe-auditoria-meta-2021-2026_v01</a:t>
            </a:r>
          </a:p>
          <a:p xmlns:a="http://schemas.openxmlformats.org/drawingml/2006/main">
            <a:r>
              <a:t>- vault/11_eventos/2026_feria-finados/01_concepto-experiencia/2026-08-24_arquitectura-experiencia-asistencia-200k-finados-2026_v01.md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prioridad es combinar memoria, embajadores, creación, familia, tradiciones y movilización. Cada dinámica requiere bases, premio/cupo, derechos, moderación, antifraude, responsable y dato de cierre antes de abrirse.</a:t>
            </a:r>
          </a:p>
          <a:p xmlns:a="http://schemas.openxmlformats.org/drawingml/2006/main">
            <a:r>
              <a:t/>
            </a:r>
          </a:p>
          <a:p xmlns:a="http://schemas.openxmlformats.org/drawingml/2006/main">
            <a:r>
              <a:t>[Estado] Documento interno · propuesta en revisión · no autoriza publicación externa.</a:t>
            </a:r>
          </a:p>
          <a:p xmlns:a="http://schemas.openxmlformats.org/drawingml/2006/main">
            <a:r>
              <a:t>[Sources]</a:t>
            </a:r>
          </a:p>
          <a:p xmlns:a="http://schemas.openxmlformats.org/drawingml/2006/main">
            <a:r>
              <a:t>- vault/11_eventos/2026_feria-finados/05_marketing-comunicacion/01_estrategia/2026-08-25_plataforma-emocional-es-tradicion-finados-2026_v01.md</a:t>
            </a:r>
          </a:p>
          <a:p xmlns:a="http://schemas.openxmlformats.org/drawingml/2006/main">
            <a:r>
              <a:t>- vault/11_eventos/2026_feria-finados/01_concepto-experiencia/2026-08-24_arquitectura-experiencia-asistencia-200k-finados-2026_v01.md</a:t>
            </a:r>
          </a:p>
          <a:p xmlns:a="http://schemas.openxmlformats.org/drawingml/2006/main">
            <a:r>
              <a:t>- vault/11_eventos/2026_feria-finados/05_marketing-comunicacion/2026-08-26_matriz-operativa-equipo-finados-2026_v01.xlsx</a:t>
            </a:r>
          </a:p>
          <a:p xmlns:a="http://schemas.openxmlformats.org/drawingml/2006/main">
            <a:r>
              <a:t>- vault/13_datos-medicion/2026-08-24_auditoria-meta-2021-2026/2026-08-24_informe-auditoria-meta-2021-2026_v01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Separar embajador comunitario, ganador, creador contratado, aliado y personal. La convocatoria definirá edad mínima, elegibilidad y consentimiento del representante cuando corresponda. No prometer acceso a un concierto específico hasta que exista cupo, condiciones y autorización.</a:t>
            </a:r>
          </a:p>
          <a:p xmlns:a="http://schemas.openxmlformats.org/drawingml/2006/main">
            <a:r>
              <a:t/>
            </a:r>
          </a:p>
          <a:p xmlns:a="http://schemas.openxmlformats.org/drawingml/2006/main">
            <a:r>
              <a:t>[Estado] Documento interno · propuesta en revisión · no autoriza publicación externa.</a:t>
            </a:r>
          </a:p>
          <a:p xmlns:a="http://schemas.openxmlformats.org/drawingml/2006/main">
            <a:r>
              <a:t>[Sources]</a:t>
            </a:r>
          </a:p>
          <a:p xmlns:a="http://schemas.openxmlformats.org/drawingml/2006/main">
            <a:r>
              <a:t>- vault/11_eventos/2026_feria-finados/01_concepto-experiencia/2026-08-24_arquitectura-experiencia-asistencia-200k-finados-2026_v01.md</a:t>
            </a:r>
          </a:p>
          <a:p xmlns:a="http://schemas.openxmlformats.org/drawingml/2006/main">
            <a:r>
              <a:t>- vault/11_eventos/2026_feria-finados/05_marketing-comunicacion/2026-08-26_matriz-operativa-equipo-finados-2026_v01.xlsx</a:t>
            </a:r>
          </a:p>
          <a:p xmlns:a="http://schemas.openxmlformats.org/drawingml/2006/main">
            <a:r>
              <a:t>- vault/11_eventos/2026_feria-finados/05_marketing-comunicacion/01_estrategia/2026-08-25_plataforma-emocional-es-tradicion-finados-2026_v01.md</a:t>
            </a:r>
          </a:p>
          <a:p xmlns:a="http://schemas.openxmlformats.org/drawingml/2006/main">
            <a:r>
              <a:t>- Fotografía histórica entregada por Alex; publicación y pauta requieren permisos verificables de las personas identificables.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 se abre una promesa de pago por cada millón de vistas. El hito 1M solo puede existir en un piloto cerrado con creadores contratados, un bono fijo máximo, auditoría de tráfico, ventana, territorio, plataforma, derechos y presupuesto aprobado. Los likes amplifican, pero no deciden.</a:t>
            </a:r>
          </a:p>
          <a:p xmlns:a="http://schemas.openxmlformats.org/drawingml/2006/main">
            <a:r>
              <a:t/>
            </a:r>
          </a:p>
          <a:p xmlns:a="http://schemas.openxmlformats.org/drawingml/2006/main">
            <a:r>
              <a:t>[Estado] Documento interno · propuesta en revisión · no autoriza publicación externa.</a:t>
            </a:r>
          </a:p>
          <a:p xmlns:a="http://schemas.openxmlformats.org/drawingml/2006/main">
            <a:r>
              <a:t>[Sources]</a:t>
            </a:r>
          </a:p>
          <a:p xmlns:a="http://schemas.openxmlformats.org/drawingml/2006/main">
            <a:r>
              <a:t>- vault/11_eventos/2026_feria-finados/01_concepto-experiencia/2026-08-24_arquitectura-experiencia-asistencia-200k-finados-2026_v01.md</a:t>
            </a:r>
          </a:p>
          <a:p xmlns:a="http://schemas.openxmlformats.org/drawingml/2006/main">
            <a:r>
              <a:t>- vault/11_eventos/2026_feria-finados/05_marketing-comunicacion/2026-08-26_matriz-operativa-equipo-finados-2026_v01.xlsx</a:t>
            </a:r>
          </a:p>
          <a:p xmlns:a="http://schemas.openxmlformats.org/drawingml/2006/main">
            <a:r>
              <a:t>- vault/13_datos-medicion/2026-08-24_auditoria-meta-2021-2026/2026-08-24_informe-auditoria-meta-2021-2026_v01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 adulto puede enviar una foto familiar o relato y participar por un pase familiar o juegos mecánicos solo cuando el premio, operador, cupo y seguridad estén aprobados. No exigir etiquetar amigos ni publicar el rostro del menor; debe existir alternativa sin foto pública.</a:t>
            </a:r>
          </a:p>
          <a:p xmlns:a="http://schemas.openxmlformats.org/drawingml/2006/main">
            <a:r>
              <a:t/>
            </a:r>
          </a:p>
          <a:p xmlns:a="http://schemas.openxmlformats.org/drawingml/2006/main">
            <a:r>
              <a:t>[Estado] Documento interno · propuesta en revisión · no autoriza publicación externa.</a:t>
            </a:r>
          </a:p>
          <a:p xmlns:a="http://schemas.openxmlformats.org/drawingml/2006/main">
            <a:r>
              <a:t>[Sources]</a:t>
            </a:r>
          </a:p>
          <a:p xmlns:a="http://schemas.openxmlformats.org/drawingml/2006/main">
            <a:r>
              <a:t>- vault/11_eventos/2026_feria-finados/01_concepto-experiencia/2026-08-24_arquitectura-experiencia-asistencia-200k-finados-2026_v01.md</a:t>
            </a:r>
          </a:p>
          <a:p xmlns:a="http://schemas.openxmlformats.org/drawingml/2006/main">
            <a:r>
              <a:t>- vault/11_eventos/2026_feria-finados/05_marketing-comunicacion/2026-08-26_matriz-operativa-equipo-finados-2026_v01.xlsx</a:t>
            </a:r>
          </a:p>
          <a:p xmlns:a="http://schemas.openxmlformats.org/drawingml/2006/main">
            <a:r>
              <a:t>- vault/11_eventos/2026_feria-finados/05_marketing-comunicacion/01_estrategia/2026-08-25_plataforma-emocional-es-tradicion-finados-2026_v01.md</a:t>
            </a:r>
          </a:p>
          <a:p xmlns:a="http://schemas.openxmlformats.org/drawingml/2006/main">
            <a:r>
              <a:t>- Fotografía histórica entregada por Alex; derechos publicitarios por confirmar.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referencia solicitada es la dramaturgia y el asombro de un gran espectáculo tipo Cirque du Soleil. La ejecución usa recursos propios, música original o licenciada y cultura validada.</a:t>
            </a:r>
          </a:p>
          <a:p xmlns:a="http://schemas.openxmlformats.org/drawingml/2006/main">
            <a:r>
              <a:t/>
            </a:r>
          </a:p>
          <a:p xmlns:a="http://schemas.openxmlformats.org/drawingml/2006/main">
            <a:r>
              <a:t>[Estado] Documento interno · propuesta en revisión · no autoriza publicación externa.</a:t>
            </a:r>
          </a:p>
          <a:p xmlns:a="http://schemas.openxmlformats.org/drawingml/2006/main">
            <a:r>
              <a:t>[Sources]</a:t>
            </a:r>
          </a:p>
          <a:p xmlns:a="http://schemas.openxmlformats.org/drawingml/2006/main">
            <a:r>
              <a:t>- vault/11_eventos/2026_feria-finados/05_marketing-comunicacion/01_estrategia/2026-08-25_plataforma-emocional-es-tradicion-finados-2026_v01.md</a:t>
            </a:r>
          </a:p>
          <a:p xmlns:a="http://schemas.openxmlformats.org/drawingml/2006/main">
            <a:r>
              <a:t>- vault/11_eventos/2026_feria-finados/05_marketing-comunicacion/02_contenido/2026-08-25_calendario-expectativa-es-tradicion-finados-2026_v01.md</a:t>
            </a:r>
          </a:p>
          <a:p xmlns:a="http://schemas.openxmlformats.org/drawingml/2006/main">
            <a:r>
              <a:t>- Fotografía histórica entregada por Alex; derechos publicitarios por confirmar.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Las tipografías son propuestas porque el manual oficial no está disponible. El archivo necesita año, evento, contexto y derechos; una escena histórica nunca se presenta como oferta vigente 2026.</a:t>
            </a:r>
          </a:p>
          <a:p xmlns:a="http://schemas.openxmlformats.org/drawingml/2006/main">
            <a:r>
              <a:t/>
            </a:r>
          </a:p>
          <a:p xmlns:a="http://schemas.openxmlformats.org/drawingml/2006/main">
            <a:r>
              <a:t>[Estado] Documento interno · propuesta en revisión · no autoriza publicación externa.</a:t>
            </a:r>
          </a:p>
          <a:p xmlns:a="http://schemas.openxmlformats.org/drawingml/2006/main">
            <a:r>
              <a:t>[Sources]</a:t>
            </a:r>
          </a:p>
          <a:p xmlns:a="http://schemas.openxmlformats.org/drawingml/2006/main">
            <a:r>
              <a:t>- vault/11_eventos/2026_feria-finados/05_marketing-comunicacion/01_estrategia/2026-08-25_plataforma-emocional-es-tradicion-finados-2026_v01.md</a:t>
            </a:r>
          </a:p>
          <a:p xmlns:a="http://schemas.openxmlformats.org/drawingml/2006/main">
            <a:r>
              <a:t>- vault/11_eventos/2026_feria-finados/05_marketing-comunicacion/02_contenido/2026-08-25_calendario-expectativa-es-tradicion-finados-2026_v01.md</a:t>
            </a:r>
          </a:p>
          <a:p xmlns:a="http://schemas.openxmlformats.org/drawingml/2006/main">
            <a:r>
              <a:t>- Presentación v06, sistema tipográfico heredado.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paleta es funcional: permite reconocer emoción, feria, utilidad y noche. No debe forzar todos los colores en todas las piezas.</a:t>
            </a:r>
          </a:p>
          <a:p xmlns:a="http://schemas.openxmlformats.org/drawingml/2006/main">
            <a:r>
              <a:t/>
            </a:r>
          </a:p>
          <a:p xmlns:a="http://schemas.openxmlformats.org/drawingml/2006/main">
            <a:r>
              <a:t>[Estado] Documento interno · propuesta en revisión · no autoriza publicación externa.</a:t>
            </a:r>
          </a:p>
          <a:p xmlns:a="http://schemas.openxmlformats.org/drawingml/2006/main">
            <a:r>
              <a:t>[Sources]</a:t>
            </a:r>
          </a:p>
          <a:p xmlns:a="http://schemas.openxmlformats.org/drawingml/2006/main">
            <a:r>
              <a:t>- vault/11_eventos/2026_feria-finados/05_marketing-comunicacion/01_estrategia/2026-08-25_plataforma-emocional-es-tradicion-finados-2026_v01.md</a:t>
            </a:r>
          </a:p>
          <a:p xmlns:a="http://schemas.openxmlformats.org/drawingml/2006/main">
            <a:r>
              <a:t>- Referencia cromática histórica compartida por Alex; identidad definitiva pendiente de aprobación.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Construir una sensación de gran espectáculo con tensión, contraste y resolución, no copiando música, repertorio o identidad de otra marca. El video debe funcionar sin sonido mediante imagen y subtítulos.</a:t>
            </a:r>
          </a:p>
          <a:p xmlns:a="http://schemas.openxmlformats.org/drawingml/2006/main">
            <a:r>
              <a:t/>
            </a:r>
          </a:p>
          <a:p xmlns:a="http://schemas.openxmlformats.org/drawingml/2006/main">
            <a:r>
              <a:t>[Estado] Documento interno · propuesta en revisión · no autoriza publicación externa.</a:t>
            </a:r>
          </a:p>
          <a:p xmlns:a="http://schemas.openxmlformats.org/drawingml/2006/main">
            <a:r>
              <a:t>[Sources]</a:t>
            </a:r>
          </a:p>
          <a:p xmlns:a="http://schemas.openxmlformats.org/drawingml/2006/main">
            <a:r>
              <a:t>- vault/11_eventos/2026_feria-finados/05_marketing-comunicacion/02_contenido/2026-08-25_calendario-expectativa-es-tradicion-finados-2026_v01.md</a:t>
            </a:r>
          </a:p>
          <a:p xmlns:a="http://schemas.openxmlformats.org/drawingml/2006/main">
            <a:r>
              <a:t>- vault/11_eventos/2026_feria-finados/05_marketing-comunicacion/01_estrategia/2026-08-25_plataforma-emocional-es-tradicion-finados-2026_v01.md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video de gran escala no significa edición acelerada todo el tiempo. El contraste entre silencio, detalle y expansión es lo que produce emoción.</a:t>
            </a:r>
          </a:p>
          <a:p xmlns:a="http://schemas.openxmlformats.org/drawingml/2006/main">
            <a:r>
              <a:t/>
            </a:r>
          </a:p>
          <a:p xmlns:a="http://schemas.openxmlformats.org/drawingml/2006/main">
            <a:r>
              <a:t>[Estado] Documento interno · propuesta en revisión · no autoriza publicación externa.</a:t>
            </a:r>
          </a:p>
          <a:p xmlns:a="http://schemas.openxmlformats.org/drawingml/2006/main">
            <a:r>
              <a:t>[Sources]</a:t>
            </a:r>
          </a:p>
          <a:p xmlns:a="http://schemas.openxmlformats.org/drawingml/2006/main">
            <a:r>
              <a:t>- vault/11_eventos/2026_feria-finados/05_marketing-comunicacion/02_contenido/2026-08-25_calendario-expectativa-es-tradicion-finados-2026_v01.md</a:t>
            </a:r>
          </a:p>
          <a:p xmlns:a="http://schemas.openxmlformats.org/drawingml/2006/main">
            <a:r>
              <a:t>- vault/11_eventos/2026_feria-finados/05_marketing-comunicacion/01_estrategia/2026-08-25_plataforma-emocional-es-tradicion-finados-2026_v01.md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primera película debe hacer sentir ‘yo he vivido esto’ o ‘quiero vivirlo con los míos’. El archivo requiere derechos y permisos de personas identificables. Cierra con una pregunta de recuerdo y no vende artistas.</a:t>
            </a:r>
          </a:p>
          <a:p xmlns:a="http://schemas.openxmlformats.org/drawingml/2006/main">
            <a:r>
              <a:t/>
            </a:r>
          </a:p>
          <a:p xmlns:a="http://schemas.openxmlformats.org/drawingml/2006/main">
            <a:r>
              <a:t>[Estado] Documento interno · propuesta en revisión · no autoriza publicación externa.</a:t>
            </a:r>
          </a:p>
          <a:p xmlns:a="http://schemas.openxmlformats.org/drawingml/2006/main">
            <a:r>
              <a:t>[Sources]</a:t>
            </a:r>
          </a:p>
          <a:p xmlns:a="http://schemas.openxmlformats.org/drawingml/2006/main">
            <a:r>
              <a:t>- vault/11_eventos/2026_feria-finados/05_marketing-comunicacion/01_estrategia/2026-08-25_plataforma-emocional-es-tradicion-finados-2026_v01.md</a:t>
            </a:r>
          </a:p>
          <a:p xmlns:a="http://schemas.openxmlformats.org/drawingml/2006/main">
            <a:r>
              <a:t>- vault/11_eventos/2026_feria-finados/05_marketing-comunicacion/02_contenido/2026-08-25_calendario-expectativa-es-tradicion-finados-2026_v01.md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expositor no es fondo decorativo. Su historia termina en una ruta verificable, con permisos, sin prometer resultados comerciales.</a:t>
            </a:r>
          </a:p>
          <a:p xmlns:a="http://schemas.openxmlformats.org/drawingml/2006/main">
            <a:r>
              <a:t/>
            </a:r>
          </a:p>
          <a:p xmlns:a="http://schemas.openxmlformats.org/drawingml/2006/main">
            <a:r>
              <a:t>[Estado] Documento interno · propuesta en revisión · no autoriza publicación externa.</a:t>
            </a:r>
          </a:p>
          <a:p xmlns:a="http://schemas.openxmlformats.org/drawingml/2006/main">
            <a:r>
              <a:t>[Sources]</a:t>
            </a:r>
          </a:p>
          <a:p xmlns:a="http://schemas.openxmlformats.org/drawingml/2006/main">
            <a:r>
              <a:t>- vault/11_eventos/2026_feria-finados/05_marketing-comunicacion/01_estrategia/2026-08-25_plataforma-emocional-es-tradicion-finados-2026_v01.md</a:t>
            </a:r>
          </a:p>
          <a:p xmlns:a="http://schemas.openxmlformats.org/drawingml/2006/main">
            <a:r>
              <a:t>- vault/11_eventos/2026_feria-finados/05_marketing-comunicacion/02_contenido/2026-08-25_calendario-expectativa-es-tradicion-finados-2026_v01.md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Todo hallazgo pasa por seguridad, operación, cultura y bienestar animal. Nunca revela zonas restringidas. La llamada a la guía móvil solo aparece si la PWA supera su gate.</a:t>
            </a:r>
          </a:p>
          <a:p xmlns:a="http://schemas.openxmlformats.org/drawingml/2006/main">
            <a:r>
              <a:t/>
            </a:r>
          </a:p>
          <a:p xmlns:a="http://schemas.openxmlformats.org/drawingml/2006/main">
            <a:r>
              <a:t>[Estado] Documento interno · propuesta en revisión · no autoriza publicación externa.</a:t>
            </a:r>
          </a:p>
          <a:p xmlns:a="http://schemas.openxmlformats.org/drawingml/2006/main">
            <a:r>
              <a:t>[Sources]</a:t>
            </a:r>
          </a:p>
          <a:p xmlns:a="http://schemas.openxmlformats.org/drawingml/2006/main">
            <a:r>
              <a:t>- vault/11_eventos/2026_feria-finados/05_marketing-comunicacion/01_estrategia/2026-08-25_plataforma-emocional-es-tradicion-finados-2026_v01.md</a:t>
            </a:r>
          </a:p>
          <a:p xmlns:a="http://schemas.openxmlformats.org/drawingml/2006/main">
            <a:r>
              <a:t>- vault/11_eventos/2026_feria-finados/05_marketing-comunicacion/02_contenido/2026-08-25_calendario-expectativa-es-tradicion-finados-2026_v01.md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música entra como prueba de ES TRADICIÓN, con audio original o licenciado. Nunca se publica un artista sin contrato, grafía, jornada, escenario, precio total, inclusiones, condiciones, derechos y compra de prueba.</a:t>
            </a:r>
          </a:p>
          <a:p xmlns:a="http://schemas.openxmlformats.org/drawingml/2006/main">
            <a:r>
              <a:t/>
            </a:r>
          </a:p>
          <a:p xmlns:a="http://schemas.openxmlformats.org/drawingml/2006/main">
            <a:r>
              <a:t>[Estado] Documento interno · propuesta en revisión · no autoriza publicación externa.</a:t>
            </a:r>
          </a:p>
          <a:p xmlns:a="http://schemas.openxmlformats.org/drawingml/2006/main">
            <a:r>
              <a:t>[Sources]</a:t>
            </a:r>
          </a:p>
          <a:p xmlns:a="http://schemas.openxmlformats.org/drawingml/2006/main">
            <a:r>
              <a:t>- vault/11_eventos/2026_feria-finados/05_marketing-comunicacion/01_estrategia/2026-08-25_plataforma-emocional-es-tradicion-finados-2026_v01.md</a:t>
            </a:r>
          </a:p>
          <a:p xmlns:a="http://schemas.openxmlformats.org/drawingml/2006/main">
            <a:r>
              <a:t>- vault/11_eventos/2026_feria-finados/05_marketing-comunicacion/02_contenido/2026-08-25_calendario-expectativa-es-tradicion-finados-2026_v01.md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Esta pieza conecta guía móvil, rutas, rituales y razones de retorno. Cada capítulo debe sostenerse con programación real.</a:t>
            </a:r>
          </a:p>
          <a:p xmlns:a="http://schemas.openxmlformats.org/drawingml/2006/main">
            <a:r>
              <a:t/>
            </a:r>
          </a:p>
          <a:p xmlns:a="http://schemas.openxmlformats.org/drawingml/2006/main">
            <a:r>
              <a:t>[Estado] Documento interno · propuesta en revisión · no autoriza publicación externa.</a:t>
            </a:r>
          </a:p>
          <a:p xmlns:a="http://schemas.openxmlformats.org/drawingml/2006/main">
            <a:r>
              <a:t>[Sources]</a:t>
            </a:r>
          </a:p>
          <a:p xmlns:a="http://schemas.openxmlformats.org/drawingml/2006/main">
            <a:r>
              <a:t>- vault/11_eventos/2026_feria-finados/05_marketing-comunicacion/01_estrategia/2026-08-25_plataforma-emocional-es-tradicion-finados-2026_v01.md</a:t>
            </a:r>
          </a:p>
          <a:p xmlns:a="http://schemas.openxmlformats.org/drawingml/2006/main">
            <a:r>
              <a:t>- vault/11_eventos/2026_feria-finados/05_marketing-comunicacion/02_contenido/2026-08-25_calendario-expectativa-es-tradicion-finados-2026_v01.md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matriz editorial evita publicar por inercia. Cada pilar debe tener insumos, aprobaciones y medición. La frecuencia se controla para no repetir la saturación de 2025.</a:t>
            </a:r>
          </a:p>
          <a:p xmlns:a="http://schemas.openxmlformats.org/drawingml/2006/main">
            <a:r>
              <a:t/>
            </a:r>
          </a:p>
          <a:p xmlns:a="http://schemas.openxmlformats.org/drawingml/2006/main">
            <a:r>
              <a:t>[Estado] Documento interno · propuesta en revisión · no autoriza publicación externa.</a:t>
            </a:r>
          </a:p>
          <a:p xmlns:a="http://schemas.openxmlformats.org/drawingml/2006/main">
            <a:r>
              <a:t>[Sources]</a:t>
            </a:r>
          </a:p>
          <a:p xmlns:a="http://schemas.openxmlformats.org/drawingml/2006/main">
            <a:r>
              <a:t>- vault/11_eventos/2026_feria-finados/05_marketing-comunicacion/2026-08-26_analisis-tareas-historicas-y-sistema-operativo-finados-2026_v01.md</a:t>
            </a:r>
          </a:p>
          <a:p xmlns:a="http://schemas.openxmlformats.org/drawingml/2006/main">
            <a:r>
              <a:t>- vault/11_eventos/2026_feria-finados/05_marketing-comunicacion/2026-08-26_matriz-operativa-equipo-finados-2026_v01.xlsx</a:t>
            </a:r>
          </a:p>
          <a:p xmlns:a="http://schemas.openxmlformats.org/drawingml/2006/main">
            <a:r>
              <a:t>- vault/11_eventos/2026_feria-finados/05_marketing-comunicacion/02_contenido/2026-08-25_calendario-expectativa-es-tradicion-finados-2026_v01.md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 revelar todo en una semana ni usar adivinanzas repetidas. Cada revelación debe conectar con una jornada, una experiencia completa y un destino de compra probado.</a:t>
            </a:r>
          </a:p>
          <a:p xmlns:a="http://schemas.openxmlformats.org/drawingml/2006/main">
            <a:r>
              <a:t/>
            </a:r>
          </a:p>
          <a:p xmlns:a="http://schemas.openxmlformats.org/drawingml/2006/main">
            <a:r>
              <a:t>[Estado] Documento interno · propuesta en revisión · no autoriza publicación externa.</a:t>
            </a:r>
          </a:p>
          <a:p xmlns:a="http://schemas.openxmlformats.org/drawingml/2006/main">
            <a:r>
              <a:t>[Sources]</a:t>
            </a:r>
          </a:p>
          <a:p xmlns:a="http://schemas.openxmlformats.org/drawingml/2006/main">
            <a:r>
              <a:t>- vault/11_eventos/2026_feria-finados/05_marketing-comunicacion/01_estrategia/2026-08-25_plan-confidencial-revelacion-cartel-finados-2026_v01.md</a:t>
            </a:r>
          </a:p>
          <a:p xmlns:a="http://schemas.openxmlformats.org/drawingml/2006/main">
            <a:r>
              <a:t>- vault/11_eventos/2026_feria-finados/06_ventas-entradas/2026-08-24_arquitectura-oferta-preventa-finados-2026_v01.md</a:t>
            </a:r>
          </a:p>
          <a:p xmlns:a="http://schemas.openxmlformats.org/drawingml/2006/main">
            <a:r>
              <a:t>- vault/11_eventos/2026_feria-finados/05_marketing-comunicacion/01_estrategia/2026-08-25_plataforma-emocional-es-tradicion-finados-2026_v01.md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app informativa es una PWA estática: abre por QR o enlace en el navegador y su instalación es opcional. A diferencia de una app nativa, no exige buscar una tienda, descargar, crear cuenta ni entregar datos personales antes de orientarse. El MVP excluye backend, cuentas, perfil, compras, reservas, control de entradas, aforo o filas en tiempo real, pedidos, notificaciones push, chatbot, crowdsourcing, panel administrativo y publicación en tiendas. El modo offline existe únicamente después de una primera carga con conexión.</a:t>
            </a:r>
          </a:p>
          <a:p xmlns:a="http://schemas.openxmlformats.org/drawingml/2006/main">
            <a:r>
              <a:t/>
            </a:r>
          </a:p>
          <a:p xmlns:a="http://schemas.openxmlformats.org/drawingml/2006/main">
            <a:r>
              <a:t>[Estado] Documento interno · propuesta en revisión · no autoriza publicación externa.</a:t>
            </a:r>
          </a:p>
          <a:p xmlns:a="http://schemas.openxmlformats.org/drawingml/2006/main">
            <a:r>
              <a:t>[Sources]</a:t>
            </a:r>
          </a:p>
          <a:p xmlns:a="http://schemas.openxmlformats.org/drawingml/2006/main">
            <a:r>
              <a:t>- vault/11_eventos/2026_feria-finados/10_tecnologia-datos/2026-08-24_guia-movil-informativa-sin-backend-finados-2026_v01.md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arquitectura visible del MVP incluye Inicio, Mapa, Agenda, Rutas, Servicios y Ayuda. Inicio prioriza Abrir mapa, selector manual de ubicación, Ahora/Próximo, baños, comida, escenarios, primeros auxilios y salida. La meta es abrir el mapa en menos de tres acciones. Siempre muestra estado online/offline, fecha y hora de última actualización y una advertencia si horarios o ubicaciones dependen de operación confirmada.</a:t>
            </a:r>
          </a:p>
          <a:p xmlns:a="http://schemas.openxmlformats.org/drawingml/2006/main">
            <a:r>
              <a:t/>
            </a:r>
          </a:p>
          <a:p xmlns:a="http://schemas.openxmlformats.org/drawingml/2006/main">
            <a:r>
              <a:t>[Estado] Documento interno · propuesta en revisión · no autoriza publicación externa.</a:t>
            </a:r>
          </a:p>
          <a:p xmlns:a="http://schemas.openxmlformats.org/drawingml/2006/main">
            <a:r>
              <a:t>[Sources]</a:t>
            </a:r>
          </a:p>
          <a:p xmlns:a="http://schemas.openxmlformats.org/drawingml/2006/main">
            <a:r>
              <a:t>- vault/11_eventos/2026_feria-finados/10_tecnologia-datos/2026-08-24_guia-movil-informativa-sin-backend-finados-2026_v01.md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mapa usa capas filtrables de entradas/salidas, escenarios, zonas de feria, baños, baños accesibles, comida, bebidas, agua, primeros auxilios, seguridad, información, parqueaderos, desembarque, transporte, rutas peatonales, atracciones familiares y expositores. La ubicación manual mediante hitos es el modo base. El GPS requiere permiso, se procesa en el dispositivo, puede ser impreciso y nunca sustituye los nombres, colores e iconos de la señalética física. La PWA estática no muestra disponibilidad o cupo de parqueaderos en vivo. Cualquier esquema visual debe rotularse ‘ESQUEMA · NO ES PLANO OFICIAL’ hasta recibir el plano aprobado.</a:t>
            </a:r>
          </a:p>
          <a:p xmlns:a="http://schemas.openxmlformats.org/drawingml/2006/main">
            <a:r>
              <a:t/>
            </a:r>
          </a:p>
          <a:p xmlns:a="http://schemas.openxmlformats.org/drawingml/2006/main">
            <a:r>
              <a:t>[Estado] Documento interno · propuesta en revisión · no autoriza publicación externa.</a:t>
            </a:r>
          </a:p>
          <a:p xmlns:a="http://schemas.openxmlformats.org/drawingml/2006/main">
            <a:r>
              <a:t>[Sources]</a:t>
            </a:r>
          </a:p>
          <a:p xmlns:a="http://schemas.openxmlformats.org/drawingml/2006/main">
            <a:r>
              <a:t>- vault/11_eventos/2026_feria-finados/10_tecnologia-datos/2026-08-24_guia-movil-informativa-sin-backend-finados-2026_v01.md</a:t>
            </a:r>
          </a:p>
          <a:p xmlns:a="http://schemas.openxmlformats.org/drawingml/2006/main">
            <a:r>
              <a:t>- vault/11_eventos/2026_feria-finados/01_concepto-experiencia/2026-08-24_arquitectura-experiencia-asistencia-200k-finados-2026_v01.md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Cada ficha de agenda debe mostrar horario, lugar, precio o inclusión, edad o restricción cuando corresponda y Ver en el mapa. Los filtros son día, hora, zona, familia, feria, música y tradición. Las rutas predefinidas iniciales son 2 horas en familia, día de feria, tradición y música. Un eventual ‘Mi ruta’ se guarda únicamente en el dispositivo y no se sincroniza.</a:t>
            </a:r>
          </a:p>
          <a:p xmlns:a="http://schemas.openxmlformats.org/drawingml/2006/main">
            <a:r>
              <a:t/>
            </a:r>
          </a:p>
          <a:p xmlns:a="http://schemas.openxmlformats.org/drawingml/2006/main">
            <a:r>
              <a:t>[Estado] Documento interno · propuesta en revisión · no autoriza publicación externa.</a:t>
            </a:r>
          </a:p>
          <a:p xmlns:a="http://schemas.openxmlformats.org/drawingml/2006/main">
            <a:r>
              <a:t>[Sources]</a:t>
            </a:r>
          </a:p>
          <a:p xmlns:a="http://schemas.openxmlformats.org/drawingml/2006/main">
            <a:r>
              <a:t>- vault/11_eventos/2026_feria-finados/10_tecnologia-datos/2026-08-24_guia-movil-informativa-sin-backend-finados-2026_v01.md</a:t>
            </a:r>
          </a:p>
          <a:p xmlns:a="http://schemas.openxmlformats.org/drawingml/2006/main">
            <a:r>
              <a:t>- vault/11_eventos/2026_feria-finados/06_ventas-entradas/2026-08-24_arquitectura-oferta-preventa-finados-2026_v01.md</a:t>
            </a:r>
          </a:p>
          <a:p xmlns:a="http://schemas.openxmlformats.org/drawingml/2006/main">
            <a:r>
              <a:t>- vault/11_eventos/2026_feria-finados/05_marketing-comunicacion/01_estrategia/2026-08-25_plan-confidencial-revelacion-cartel-finados-2026_v01.md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ubicación manual mediante entradas, plazas e hitos es el modo base. El GPS es opcional, requiere permiso, se procesa en el dispositivo, no se almacena y puede ser impreciso. La PWA cachea mapa, puntos, agenda, rutas y textos de ayuda después de una primera carga con conexión. Siempre muestra estado online, señal débil u offline y la fecha/hora de la versión disponible. Si una versión está desactualizada debe advertirlo; un cambio crítico se comunica además por señalética, altavoces y personal.</a:t>
            </a:r>
          </a:p>
          <a:p xmlns:a="http://schemas.openxmlformats.org/drawingml/2006/main">
            <a:r>
              <a:t/>
            </a:r>
          </a:p>
          <a:p xmlns:a="http://schemas.openxmlformats.org/drawingml/2006/main">
            <a:r>
              <a:t>[Estado] Documento interno · propuesta en revisión · no autoriza publicación externa.</a:t>
            </a:r>
          </a:p>
          <a:p xmlns:a="http://schemas.openxmlformats.org/drawingml/2006/main">
            <a:r>
              <a:t>[Sources]</a:t>
            </a:r>
          </a:p>
          <a:p xmlns:a="http://schemas.openxmlformats.org/drawingml/2006/main">
            <a:r>
              <a:t>- vault/11_eventos/2026_feria-finados/10_tecnologia-datos/2026-08-24_guia-movil-informativa-sin-backend-finados-2026_v01.md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Ayuda contiene ubicación y botones de llamada para primeros auxilios, seguridad e información, además de instrucciones públicas aprobadas para objeto perdido, niño extraviado, salida y evacuación. No existe chat automático. La interfaz se diseña para luz exterior, una mano, lectura grande, contraste alto e iconos acompañados por texto. Las rutas y baños accesibles solo se marcan después de una auditoría. La PWA nunca reemplaza señalética, altavoces ni personal: existe un mapa impreso equivalente y puntos de información.</a:t>
            </a:r>
          </a:p>
          <a:p xmlns:a="http://schemas.openxmlformats.org/drawingml/2006/main">
            <a:r>
              <a:t/>
            </a:r>
          </a:p>
          <a:p xmlns:a="http://schemas.openxmlformats.org/drawingml/2006/main">
            <a:r>
              <a:t>[Estado] Documento interno · propuesta en revisión · no autoriza publicación externa.</a:t>
            </a:r>
          </a:p>
          <a:p xmlns:a="http://schemas.openxmlformats.org/drawingml/2006/main">
            <a:r>
              <a:t>[Sources]</a:t>
            </a:r>
          </a:p>
          <a:p xmlns:a="http://schemas.openxmlformats.org/drawingml/2006/main">
            <a:r>
              <a:t>- vault/11_eventos/2026_feria-finados/10_tecnologia-datos/2026-08-24_guia-movil-informativa-sin-backend-finados-2026_v01.md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Cada dato sale de una fuente aprobada y de un responsable: plano, inventario, agenda, matriz comercial, movilidad, seguridad y contenido cultural. Si cambia un horario, se corrige la fuente, el aprobador valida, se genera una versión estática, se hace QA de contenido y campo, se publica con fecha/hora y se conserva rollback. Los roles mínimos son: product owner, dueños de dato, UX/cartografía/señalética, desarrollo PWA, QA/servicio en campo y responsable de publicación e incidentes. No se asignan nombres hasta ratificar el RACI.</a:t>
            </a:r>
          </a:p>
          <a:p xmlns:a="http://schemas.openxmlformats.org/drawingml/2006/main">
            <a:r>
              <a:t/>
            </a:r>
          </a:p>
          <a:p xmlns:a="http://schemas.openxmlformats.org/drawingml/2006/main">
            <a:r>
              <a:t>[Estado] Documento interno · propuesta en revisión · no autoriza publicación externa.</a:t>
            </a:r>
          </a:p>
          <a:p xmlns:a="http://schemas.openxmlformats.org/drawingml/2006/main">
            <a:r>
              <a:t>[Sources]</a:t>
            </a:r>
          </a:p>
          <a:p xmlns:a="http://schemas.openxmlformats.org/drawingml/2006/main">
            <a:r>
              <a:t>- vault/11_eventos/2026_feria-finados/10_tecnologia-datos/2026-08-24_guia-movil-informativa-sin-backend-finados-2026_v01.md</a:t>
            </a:r>
          </a:p>
          <a:p xmlns:a="http://schemas.openxmlformats.org/drawingml/2006/main">
            <a:r>
              <a:t>- vault/11_eventos/2026_feria-finados/05_marketing-comunicacion/2026-08-26_matriz-operativa-equipo-finados-2026_v01.xlsx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arquitectura técnica es QR o enlace seguro → PWA HTTPS → mapa ilustrado/vectorial + puntos.json + agenda.json + rutas.json + textos de ayuda → service worker y caché offline → versión fechada con rollback. No existe backend, panel administrativo ni promesa de tiempo real. No recopila cuentas, correos, perfiles ni ubicación. No usa SDK publicitarios. La analítica, si se autoriza, es agregada y mínima. No se usa el dominio principal mientras persista el riesgo de redirección; el destino de publicación requiere HTTPS, verificación y control de rollback.</a:t>
            </a:r>
          </a:p>
          <a:p xmlns:a="http://schemas.openxmlformats.org/drawingml/2006/main">
            <a:r>
              <a:t/>
            </a:r>
          </a:p>
          <a:p xmlns:a="http://schemas.openxmlformats.org/drawingml/2006/main">
            <a:r>
              <a:t>[Estado] Documento interno · propuesta en revisión · no autoriza publicación externa.</a:t>
            </a:r>
          </a:p>
          <a:p xmlns:a="http://schemas.openxmlformats.org/drawingml/2006/main">
            <a:r>
              <a:t>[Sources]</a:t>
            </a:r>
          </a:p>
          <a:p xmlns:a="http://schemas.openxmlformats.org/drawingml/2006/main">
            <a:r>
              <a:t>- vault/11_eventos/2026_feria-finados/10_tecnologia-datos/2026-08-24_guia-movil-informativa-sin-backend-finados-2026_v01.md</a:t>
            </a:r>
          </a:p>
          <a:p xmlns:a="http://schemas.openxmlformats.org/drawingml/2006/main">
            <a:r>
              <a:t>- vault/11_eventos/2026_feria-finados/05_marketing-comunicacion/2026-08-26_matriz-operativa-equipo-finados-2026_v01.xlsx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plan de entrega propuesto fija: responsable y alcance al 28 de agosto; plano, puntos y taxonomía al 2 de septiembre; prototipo con una zona real al 9; mapa y agenda de prueba al 16; prueba de campo el 25; candidata offline y accesible el 2 de octubre; datos, señalética y QR coordinados el 14; Go/No-Go el 21; simulacro de orientación y contingencia el 28. Ninguna fecha sustituye el gate.</a:t>
            </a:r>
          </a:p>
          <a:p xmlns:a="http://schemas.openxmlformats.org/drawingml/2006/main">
            <a:r>
              <a:t/>
            </a:r>
          </a:p>
          <a:p xmlns:a="http://schemas.openxmlformats.org/drawingml/2006/main">
            <a:r>
              <a:t>[Estado] Documento interno · propuesta en revisión · no autoriza publicación externa.</a:t>
            </a:r>
          </a:p>
          <a:p xmlns:a="http://schemas.openxmlformats.org/drawingml/2006/main">
            <a:r>
              <a:t>[Sources]</a:t>
            </a:r>
          </a:p>
          <a:p xmlns:a="http://schemas.openxmlformats.org/drawingml/2006/main">
            <a:r>
              <a:t>- vault/11_eventos/2026_feria-finados/10_tecnologia-datos/2026-08-24_guia-movil-informativa-sin-backend-finados-2026_v01.md</a:t>
            </a:r>
          </a:p>
          <a:p xmlns:a="http://schemas.openxmlformats.org/drawingml/2006/main">
            <a:r>
              <a:t>- vault/11_eventos/2026_feria-finados/05_marketing-comunicacion/2026-08-26_matriz-operativa-equipo-finados-2026_v01.xlsx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objetivo principal no son descargas. Medimos aperturas del mapa desde QR, búsquedas, clics en Ver en el mapa, tiempo y errores para encontrar baño, comida, escenario y salida, solicitudes de orientación presenciales, disponibilidad offline y discrepancias entre mapa y recinto, cuya meta es cero. El gate final exige HTTPS seguro, señalética equivalente, ayuda validada, mapa impreso, última actualización visible y prueba con familias y personal.</a:t>
            </a:r>
          </a:p>
          <a:p xmlns:a="http://schemas.openxmlformats.org/drawingml/2006/main">
            <a:r>
              <a:t/>
            </a:r>
          </a:p>
          <a:p xmlns:a="http://schemas.openxmlformats.org/drawingml/2006/main">
            <a:r>
              <a:t>[Estado] Documento interno · propuesta en revisión · no autoriza publicación externa.</a:t>
            </a:r>
          </a:p>
          <a:p xmlns:a="http://schemas.openxmlformats.org/drawingml/2006/main">
            <a:r>
              <a:t>[Sources]</a:t>
            </a:r>
          </a:p>
          <a:p xmlns:a="http://schemas.openxmlformats.org/drawingml/2006/main">
            <a:r>
              <a:t>- vault/11_eventos/2026_feria-finados/10_tecnologia-datos/2026-08-24_guia-movil-informativa-sin-backend-finados-2026_v01.md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calendario define una progresión: primero identidad y recuerdos, luego participación, cartel y venta, finalmente utilidad y servicio. Nada se adelanta para llenar un hueco editorial.</a:t>
            </a:r>
          </a:p>
          <a:p xmlns:a="http://schemas.openxmlformats.org/drawingml/2006/main">
            <a:r>
              <a:t/>
            </a:r>
          </a:p>
          <a:p xmlns:a="http://schemas.openxmlformats.org/drawingml/2006/main">
            <a:r>
              <a:t>[Estado] Documento interno · propuesta en revisión · no autoriza publicación externa.</a:t>
            </a:r>
          </a:p>
          <a:p xmlns:a="http://schemas.openxmlformats.org/drawingml/2006/main">
            <a:r>
              <a:t>[Sources]</a:t>
            </a:r>
          </a:p>
          <a:p xmlns:a="http://schemas.openxmlformats.org/drawingml/2006/main">
            <a:r>
              <a:t>- vault/11_eventos/2026_feria-finados/05_marketing-comunicacion/02_contenido/2026-08-25_calendario-expectativa-es-tradicion-finados-2026_v01.md</a:t>
            </a:r>
          </a:p>
          <a:p xmlns:a="http://schemas.openxmlformats.org/drawingml/2006/main">
            <a:r>
              <a:t>- vault/11_eventos/2026_feria-finados/05_marketing-comunicacion/01_estrategia/2026-08-25_plan-confidencial-revelacion-cartel-finados-2026_v01.md</a:t>
            </a:r>
          </a:p>
          <a:p xmlns:a="http://schemas.openxmlformats.org/drawingml/2006/main">
            <a:r>
              <a:t>- vault/11_eventos/2026_feria-finados/10_tecnologia-datos/2026-08-24_guia-movil-informativa-sin-backend-finados-2026_v01.md</a:t>
            </a:r>
          </a:p>
          <a:p xmlns:a="http://schemas.openxmlformats.org/drawingml/2006/main">
            <a:r>
              <a:t>- vault/11_eventos/2026_feria-finados/05_marketing-comunicacion/2026-08-26_matriz-operativa-equipo-finados-2026_v01.xlsx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reunión del lunes confirma la verdad; el viernes cierra evidencia y decide qué escalar. El cierre semanal no impide publicar otros días cuando la pieza ya está aprobada. Diseño no confirma precios, comunicación no inventa horarios y pauta no activa sin destino probado.</a:t>
            </a:r>
          </a:p>
          <a:p xmlns:a="http://schemas.openxmlformats.org/drawingml/2006/main">
            <a:r>
              <a:t/>
            </a:r>
          </a:p>
          <a:p xmlns:a="http://schemas.openxmlformats.org/drawingml/2006/main">
            <a:r>
              <a:t>[Estado] Documento interno · propuesta en revisión · no autoriza publicación externa.</a:t>
            </a:r>
          </a:p>
          <a:p xmlns:a="http://schemas.openxmlformats.org/drawingml/2006/main">
            <a:r>
              <a:t>[Sources]</a:t>
            </a:r>
          </a:p>
          <a:p xmlns:a="http://schemas.openxmlformats.org/drawingml/2006/main">
            <a:r>
              <a:t>- vault/11_eventos/2026_feria-finados/05_marketing-comunicacion/2026-08-26_analisis-tareas-historicas-y-sistema-operativo-finados-2026_v01.md</a:t>
            </a:r>
          </a:p>
          <a:p xmlns:a="http://schemas.openxmlformats.org/drawingml/2006/main">
            <a:r>
              <a:t>- vault/11_eventos/2026_feria-finados/05_marketing-comunicacion/2026-08-26_matriz-operativa-equipo-finados-2026_v01.xlsx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Cada función debe saber qué recibe y qué entrega. Diseño no confirma precios; comunicación no inventa horarios; pauta no activa sin destino probado; datos no entrega solo capturas.</a:t>
            </a:r>
          </a:p>
          <a:p xmlns:a="http://schemas.openxmlformats.org/drawingml/2006/main">
            <a:r>
              <a:t/>
            </a:r>
          </a:p>
          <a:p xmlns:a="http://schemas.openxmlformats.org/drawingml/2006/main">
            <a:r>
              <a:t>[Estado] Documento interno · propuesta en revisión · no autoriza publicación externa.</a:t>
            </a:r>
          </a:p>
          <a:p xmlns:a="http://schemas.openxmlformats.org/drawingml/2006/main">
            <a:r>
              <a:t>[Sources]</a:t>
            </a:r>
          </a:p>
          <a:p xmlns:a="http://schemas.openxmlformats.org/drawingml/2006/main">
            <a:r>
              <a:t>- vault/11_eventos/2026_feria-finados/05_marketing-comunicacion/2026-08-26_matriz-operativa-equipo-finados-2026_v01.xlsx</a:t>
            </a:r>
          </a:p>
          <a:p xmlns:a="http://schemas.openxmlformats.org/drawingml/2006/main">
            <a:r>
              <a:t>- vault/11_eventos/2026_feria-finados/05_marketing-comunicacion/2026-08-26_analisis-tareas-historicas-y-sistema-operativo-finados-2026_v01.md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Esta semana se cierra cuando existe evidencia, no cuando se “envió” una pieza. SE PUEDE CONVERSAR; NO SE PUEDE PROMETER PREMIO, ARTISTA O CAPACIDAD SIN REGLAS Y FUENTE.</a:t>
            </a:r>
          </a:p>
          <a:p xmlns:a="http://schemas.openxmlformats.org/drawingml/2006/main">
            <a:r>
              <a:t/>
            </a:r>
          </a:p>
          <a:p xmlns:a="http://schemas.openxmlformats.org/drawingml/2006/main">
            <a:r>
              <a:t>[Estado] Documento interno · propuesta en revisión · no autoriza publicación externa.</a:t>
            </a:r>
          </a:p>
          <a:p xmlns:a="http://schemas.openxmlformats.org/drawingml/2006/main">
            <a:r>
              <a:t>[Sources]</a:t>
            </a:r>
          </a:p>
          <a:p xmlns:a="http://schemas.openxmlformats.org/drawingml/2006/main">
            <a:r>
              <a:t>- vault/11_eventos/2026_feria-finados/05_marketing-comunicacion/2026-08-26_matriz-operativa-equipo-finados-2026_v01.xlsx</a:t>
            </a:r>
          </a:p>
          <a:p xmlns:a="http://schemas.openxmlformats.org/drawingml/2006/main">
            <a:r>
              <a:t>- vault/11_eventos/2026_feria-finados/05_marketing-comunicacion/2026-08-26_analisis-tareas-historicas-y-sistema-operativo-finados-2026_v01.md</a:t>
            </a:r>
          </a:p>
          <a:p xmlns:a="http://schemas.openxmlformats.org/drawingml/2006/main">
            <a:r>
              <a:t>- vault/11_eventos/2026_feria-finados/05_marketing-comunicacion/02_contenido/2026-08-25_calendario-expectativa-es-tradicion-finados-2026_v01.md</a:t>
            </a:r>
          </a:p>
          <a:p xmlns:a="http://schemas.openxmlformats.org/drawingml/2006/main">
            <a:r>
              <a:t>- vault/11_eventos/2026_feria-finados/05_marketing-comunicacion/01_estrategia/2026-08-25_plan-confidencial-revelacion-cartel-finados-2026_v01.md</a:t>
            </a:r>
          </a:p>
          <a:p xmlns:a="http://schemas.openxmlformats.org/drawingml/2006/main">
            <a:r>
              <a:t>- vault/11_eventos/2026_feria-finados/10_tecnologia-datos/2026-08-24_guia-movil-informativa-sin-backend-finados-2026_v01.md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Esta semana se cierra cuando existe evidencia, no cuando se “envió” una pieza. 2 SEP: RELATO + DERECHOS + FORMULARIOS + PREMIOS. SIN GATE, SE ITERA.</a:t>
            </a:r>
          </a:p>
          <a:p xmlns:a="http://schemas.openxmlformats.org/drawingml/2006/main">
            <a:r>
              <a:t/>
            </a:r>
          </a:p>
          <a:p xmlns:a="http://schemas.openxmlformats.org/drawingml/2006/main">
            <a:r>
              <a:t>[Estado] Documento interno · propuesta en revisión · no autoriza publicación externa.</a:t>
            </a:r>
          </a:p>
          <a:p xmlns:a="http://schemas.openxmlformats.org/drawingml/2006/main">
            <a:r>
              <a:t>[Sources]</a:t>
            </a:r>
          </a:p>
          <a:p xmlns:a="http://schemas.openxmlformats.org/drawingml/2006/main">
            <a:r>
              <a:t>- vault/11_eventos/2026_feria-finados/05_marketing-comunicacion/2026-08-26_matriz-operativa-equipo-finados-2026_v01.xlsx</a:t>
            </a:r>
          </a:p>
          <a:p xmlns:a="http://schemas.openxmlformats.org/drawingml/2006/main">
            <a:r>
              <a:t>- vault/11_eventos/2026_feria-finados/05_marketing-comunicacion/2026-08-26_analisis-tareas-historicas-y-sistema-operativo-finados-2026_v01.md</a:t>
            </a:r>
          </a:p>
          <a:p xmlns:a="http://schemas.openxmlformats.org/drawingml/2006/main">
            <a:r>
              <a:t>- vault/11_eventos/2026_feria-finados/05_marketing-comunicacion/02_contenido/2026-08-25_calendario-expectativa-es-tradicion-finados-2026_v01.md</a:t>
            </a:r>
          </a:p>
          <a:p xmlns:a="http://schemas.openxmlformats.org/drawingml/2006/main">
            <a:r>
              <a:t>- vault/11_eventos/2026_feria-finados/05_marketing-comunicacion/01_estrategia/2026-08-25_plan-confidencial-revelacion-cartel-finados-2026_v01.md</a:t>
            </a:r>
          </a:p>
          <a:p xmlns:a="http://schemas.openxmlformats.org/drawingml/2006/main">
            <a:r>
              <a:t>- vault/11_eventos/2026_feria-finados/10_tecnologia-datos/2026-08-24_guia-movil-informativa-sin-backend-finados-2026_v01.md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Esta semana se cierra cuando existe evidencia, no cuando se “envió” una pieza. LOS LIKES AMPLIFICAN; NO DECIDEN. NO HAY PAGO ABIERTO POR CADA MILLÓN.</a:t>
            </a:r>
          </a:p>
          <a:p xmlns:a="http://schemas.openxmlformats.org/drawingml/2006/main">
            <a:r>
              <a:t/>
            </a:r>
          </a:p>
          <a:p xmlns:a="http://schemas.openxmlformats.org/drawingml/2006/main">
            <a:r>
              <a:t>[Estado] Documento interno · propuesta en revisión · no autoriza publicación externa.</a:t>
            </a:r>
          </a:p>
          <a:p xmlns:a="http://schemas.openxmlformats.org/drawingml/2006/main">
            <a:r>
              <a:t>[Sources]</a:t>
            </a:r>
          </a:p>
          <a:p xmlns:a="http://schemas.openxmlformats.org/drawingml/2006/main">
            <a:r>
              <a:t>- vault/11_eventos/2026_feria-finados/05_marketing-comunicacion/2026-08-26_matriz-operativa-equipo-finados-2026_v01.xlsx</a:t>
            </a:r>
          </a:p>
          <a:p xmlns:a="http://schemas.openxmlformats.org/drawingml/2006/main">
            <a:r>
              <a:t>- vault/11_eventos/2026_feria-finados/05_marketing-comunicacion/2026-08-26_analisis-tareas-historicas-y-sistema-operativo-finados-2026_v01.md</a:t>
            </a:r>
          </a:p>
          <a:p xmlns:a="http://schemas.openxmlformats.org/drawingml/2006/main">
            <a:r>
              <a:t>- vault/11_eventos/2026_feria-finados/05_marketing-comunicacion/02_contenido/2026-08-25_calendario-expectativa-es-tradicion-finados-2026_v01.md</a:t>
            </a:r>
          </a:p>
          <a:p xmlns:a="http://schemas.openxmlformats.org/drawingml/2006/main">
            <a:r>
              <a:t>- vault/11_eventos/2026_feria-finados/05_marketing-comunicacion/01_estrategia/2026-08-25_plan-confidencial-revelacion-cartel-finados-2026_v01.md</a:t>
            </a:r>
          </a:p>
          <a:p xmlns:a="http://schemas.openxmlformats.org/drawingml/2006/main">
            <a:r>
              <a:t>- vault/11_eventos/2026_feria-finados/10_tecnologia-datos/2026-08-24_guia-movil-informativa-sin-backend-finados-2026_v01.md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Esta semana se cierra cuando existe evidencia, no cuando se “envió” una pieza. CONTRATO + DÍA + PRECIO + DERECHOS + COMPRA DE PRUEBA. SI FALTA UNO, SE MUEVE.</a:t>
            </a:r>
          </a:p>
          <a:p xmlns:a="http://schemas.openxmlformats.org/drawingml/2006/main">
            <a:r>
              <a:t/>
            </a:r>
          </a:p>
          <a:p xmlns:a="http://schemas.openxmlformats.org/drawingml/2006/main">
            <a:r>
              <a:t>[Estado] Documento interno · propuesta en revisión · no autoriza publicación externa.</a:t>
            </a:r>
          </a:p>
          <a:p xmlns:a="http://schemas.openxmlformats.org/drawingml/2006/main">
            <a:r>
              <a:t>[Sources]</a:t>
            </a:r>
          </a:p>
          <a:p xmlns:a="http://schemas.openxmlformats.org/drawingml/2006/main">
            <a:r>
              <a:t>- vault/11_eventos/2026_feria-finados/05_marketing-comunicacion/2026-08-26_matriz-operativa-equipo-finados-2026_v01.xlsx</a:t>
            </a:r>
          </a:p>
          <a:p xmlns:a="http://schemas.openxmlformats.org/drawingml/2006/main">
            <a:r>
              <a:t>- vault/11_eventos/2026_feria-finados/05_marketing-comunicacion/2026-08-26_analisis-tareas-historicas-y-sistema-operativo-finados-2026_v01.md</a:t>
            </a:r>
          </a:p>
          <a:p xmlns:a="http://schemas.openxmlformats.org/drawingml/2006/main">
            <a:r>
              <a:t>- vault/11_eventos/2026_feria-finados/05_marketing-comunicacion/02_contenido/2026-08-25_calendario-expectativa-es-tradicion-finados-2026_v01.md</a:t>
            </a:r>
          </a:p>
          <a:p xmlns:a="http://schemas.openxmlformats.org/drawingml/2006/main">
            <a:r>
              <a:t>- vault/11_eventos/2026_feria-finados/05_marketing-comunicacion/01_estrategia/2026-08-25_plan-confidencial-revelacion-cartel-finados-2026_v01.md</a:t>
            </a:r>
          </a:p>
          <a:p xmlns:a="http://schemas.openxmlformats.org/drawingml/2006/main">
            <a:r>
              <a:t>- vault/11_eventos/2026_feria-finados/10_tecnologia-datos/2026-08-24_guia-movil-informativa-sin-backend-finados-2026_v01.md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Esta semana se cierra cuando existe evidencia, no cuando se “envió” una pieza. PREMIO ENTREGADO = RESULTADO DOCUMENTADO. REVELACIÓN = DÍA COMPLETO, NO SOLO NOMBRE.</a:t>
            </a:r>
          </a:p>
          <a:p xmlns:a="http://schemas.openxmlformats.org/drawingml/2006/main">
            <a:r>
              <a:t/>
            </a:r>
          </a:p>
          <a:p xmlns:a="http://schemas.openxmlformats.org/drawingml/2006/main">
            <a:r>
              <a:t>[Estado] Documento interno · propuesta en revisión · no autoriza publicación externa.</a:t>
            </a:r>
          </a:p>
          <a:p xmlns:a="http://schemas.openxmlformats.org/drawingml/2006/main">
            <a:r>
              <a:t>[Sources]</a:t>
            </a:r>
          </a:p>
          <a:p xmlns:a="http://schemas.openxmlformats.org/drawingml/2006/main">
            <a:r>
              <a:t>- vault/11_eventos/2026_feria-finados/05_marketing-comunicacion/2026-08-26_matriz-operativa-equipo-finados-2026_v01.xlsx</a:t>
            </a:r>
          </a:p>
          <a:p xmlns:a="http://schemas.openxmlformats.org/drawingml/2006/main">
            <a:r>
              <a:t>- vault/11_eventos/2026_feria-finados/05_marketing-comunicacion/2026-08-26_analisis-tareas-historicas-y-sistema-operativo-finados-2026_v01.md</a:t>
            </a:r>
          </a:p>
          <a:p xmlns:a="http://schemas.openxmlformats.org/drawingml/2006/main">
            <a:r>
              <a:t>- vault/11_eventos/2026_feria-finados/05_marketing-comunicacion/02_contenido/2026-08-25_calendario-expectativa-es-tradicion-finados-2026_v01.md</a:t>
            </a:r>
          </a:p>
          <a:p xmlns:a="http://schemas.openxmlformats.org/drawingml/2006/main">
            <a:r>
              <a:t>- vault/11_eventos/2026_feria-finados/05_marketing-comunicacion/01_estrategia/2026-08-25_plan-confidencial-revelacion-cartel-finados-2026_v01.md</a:t>
            </a:r>
          </a:p>
          <a:p xmlns:a="http://schemas.openxmlformats.org/drawingml/2006/main">
            <a:r>
              <a:t>- vault/11_eventos/2026_feria-finados/10_tecnologia-datos/2026-08-24_guia-movil-informativa-sin-backend-finados-2026_v01.md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Esta semana se cierra cuando existe evidencia, no cuando se “envió” una pieza. EL 2 OCT ES UNA VENTANA. NO SE PUBLICA ATRACTIVO, ZONA O CUPO SIN VALIDACIÓN.</a:t>
            </a:r>
          </a:p>
          <a:p xmlns:a="http://schemas.openxmlformats.org/drawingml/2006/main">
            <a:r>
              <a:t/>
            </a:r>
          </a:p>
          <a:p xmlns:a="http://schemas.openxmlformats.org/drawingml/2006/main">
            <a:r>
              <a:t>[Estado] Documento interno · propuesta en revisión · no autoriza publicación externa.</a:t>
            </a:r>
          </a:p>
          <a:p xmlns:a="http://schemas.openxmlformats.org/drawingml/2006/main">
            <a:r>
              <a:t>[Sources]</a:t>
            </a:r>
          </a:p>
          <a:p xmlns:a="http://schemas.openxmlformats.org/drawingml/2006/main">
            <a:r>
              <a:t>- vault/11_eventos/2026_feria-finados/05_marketing-comunicacion/2026-08-26_matriz-operativa-equipo-finados-2026_v01.xlsx</a:t>
            </a:r>
          </a:p>
          <a:p xmlns:a="http://schemas.openxmlformats.org/drawingml/2006/main">
            <a:r>
              <a:t>- vault/11_eventos/2026_feria-finados/05_marketing-comunicacion/2026-08-26_analisis-tareas-historicas-y-sistema-operativo-finados-2026_v01.md</a:t>
            </a:r>
          </a:p>
          <a:p xmlns:a="http://schemas.openxmlformats.org/drawingml/2006/main">
            <a:r>
              <a:t>- vault/11_eventos/2026_feria-finados/05_marketing-comunicacion/02_contenido/2026-08-25_calendario-expectativa-es-tradicion-finados-2026_v01.md</a:t>
            </a:r>
          </a:p>
          <a:p xmlns:a="http://schemas.openxmlformats.org/drawingml/2006/main">
            <a:r>
              <a:t>- vault/11_eventos/2026_feria-finados/05_marketing-comunicacion/01_estrategia/2026-08-25_plan-confidencial-revelacion-cartel-finados-2026_v01.md</a:t>
            </a:r>
          </a:p>
          <a:p xmlns:a="http://schemas.openxmlformats.org/drawingml/2006/main">
            <a:r>
              <a:t>- vault/11_eventos/2026_feria-finados/10_tecnologia-datos/2026-08-24_guia-movil-informativa-sin-backend-finados-2026_v01.md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Esta semana se cierra cuando existe evidencia, no cuando se “envió” una pieza. UNA PIEZA MUSICAL SIEMPRE CONECTA DÍA + VALOR + RUTA + LLAMADO A LA ACCIÓN.</a:t>
            </a:r>
          </a:p>
          <a:p xmlns:a="http://schemas.openxmlformats.org/drawingml/2006/main">
            <a:r>
              <a:t/>
            </a:r>
          </a:p>
          <a:p xmlns:a="http://schemas.openxmlformats.org/drawingml/2006/main">
            <a:r>
              <a:t>[Estado] Documento interno · propuesta en revisión · no autoriza publicación externa.</a:t>
            </a:r>
          </a:p>
          <a:p xmlns:a="http://schemas.openxmlformats.org/drawingml/2006/main">
            <a:r>
              <a:t>[Sources]</a:t>
            </a:r>
          </a:p>
          <a:p xmlns:a="http://schemas.openxmlformats.org/drawingml/2006/main">
            <a:r>
              <a:t>- vault/11_eventos/2026_feria-finados/05_marketing-comunicacion/2026-08-26_matriz-operativa-equipo-finados-2026_v01.xlsx</a:t>
            </a:r>
          </a:p>
          <a:p xmlns:a="http://schemas.openxmlformats.org/drawingml/2006/main">
            <a:r>
              <a:t>- vault/11_eventos/2026_feria-finados/05_marketing-comunicacion/2026-08-26_analisis-tareas-historicas-y-sistema-operativo-finados-2026_v01.md</a:t>
            </a:r>
          </a:p>
          <a:p xmlns:a="http://schemas.openxmlformats.org/drawingml/2006/main">
            <a:r>
              <a:t>- vault/11_eventos/2026_feria-finados/05_marketing-comunicacion/02_contenido/2026-08-25_calendario-expectativa-es-tradicion-finados-2026_v01.md</a:t>
            </a:r>
          </a:p>
          <a:p xmlns:a="http://schemas.openxmlformats.org/drawingml/2006/main">
            <a:r>
              <a:t>- vault/11_eventos/2026_feria-finados/05_marketing-comunicacion/01_estrategia/2026-08-25_plan-confidencial-revelacion-cartel-finados-2026_v01.md</a:t>
            </a:r>
          </a:p>
          <a:p xmlns:a="http://schemas.openxmlformats.org/drawingml/2006/main">
            <a:r>
              <a:t>- vault/11_eventos/2026_feria-finados/10_tecnologia-datos/2026-08-24_guia-movil-informativa-sin-backend-finados-2026_v01.md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Esta semana se cierra cuando existe evidencia, no cuando se “envió” una pieza. NUNCA INVENTARIO, AGOTADO, COLADA O BENEFICIO SIN FUENTE CONCILIADA.</a:t>
            </a:r>
          </a:p>
          <a:p xmlns:a="http://schemas.openxmlformats.org/drawingml/2006/main">
            <a:r>
              <a:t/>
            </a:r>
          </a:p>
          <a:p xmlns:a="http://schemas.openxmlformats.org/drawingml/2006/main">
            <a:r>
              <a:t>[Estado] Documento interno · propuesta en revisión · no autoriza publicación externa.</a:t>
            </a:r>
          </a:p>
          <a:p xmlns:a="http://schemas.openxmlformats.org/drawingml/2006/main">
            <a:r>
              <a:t>[Sources]</a:t>
            </a:r>
          </a:p>
          <a:p xmlns:a="http://schemas.openxmlformats.org/drawingml/2006/main">
            <a:r>
              <a:t>- vault/11_eventos/2026_feria-finados/05_marketing-comunicacion/2026-08-26_matriz-operativa-equipo-finados-2026_v01.xlsx</a:t>
            </a:r>
          </a:p>
          <a:p xmlns:a="http://schemas.openxmlformats.org/drawingml/2006/main">
            <a:r>
              <a:t>- vault/11_eventos/2026_feria-finados/05_marketing-comunicacion/2026-08-26_analisis-tareas-historicas-y-sistema-operativo-finados-2026_v01.md</a:t>
            </a:r>
          </a:p>
          <a:p xmlns:a="http://schemas.openxmlformats.org/drawingml/2006/main">
            <a:r>
              <a:t>- vault/11_eventos/2026_feria-finados/05_marketing-comunicacion/02_contenido/2026-08-25_calendario-expectativa-es-tradicion-finados-2026_v01.md</a:t>
            </a:r>
          </a:p>
          <a:p xmlns:a="http://schemas.openxmlformats.org/drawingml/2006/main">
            <a:r>
              <a:t>- vault/11_eventos/2026_feria-finados/05_marketing-comunicacion/01_estrategia/2026-08-25_plan-confidencial-revelacion-cartel-finados-2026_v01.md</a:t>
            </a:r>
          </a:p>
          <a:p xmlns:a="http://schemas.openxmlformats.org/drawingml/2006/main">
            <a:r>
              <a:t>- vault/11_eventos/2026_feria-finados/10_tecnologia-datos/2026-08-24_guia-movil-informativa-sin-backend-finados-2026_v01.md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Esta semana se cierra cuando existe evidencia, no cuando se “envió” una pieza. META: ENCONTRAR BAÑO, COMIDA, ESCENARIO, ESTACIONAMIENTO, AYUDA Y SALIDA CON MENOS FRICCIÓN.</a:t>
            </a:r>
          </a:p>
          <a:p xmlns:a="http://schemas.openxmlformats.org/drawingml/2006/main">
            <a:r>
              <a:t/>
            </a:r>
          </a:p>
          <a:p xmlns:a="http://schemas.openxmlformats.org/drawingml/2006/main">
            <a:r>
              <a:t>[Estado] Documento interno · propuesta en revisión · no autoriza publicación externa.</a:t>
            </a:r>
          </a:p>
          <a:p xmlns:a="http://schemas.openxmlformats.org/drawingml/2006/main">
            <a:r>
              <a:t>[Sources]</a:t>
            </a:r>
          </a:p>
          <a:p xmlns:a="http://schemas.openxmlformats.org/drawingml/2006/main">
            <a:r>
              <a:t>- vault/11_eventos/2026_feria-finados/05_marketing-comunicacion/2026-08-26_matriz-operativa-equipo-finados-2026_v01.xlsx</a:t>
            </a:r>
          </a:p>
          <a:p xmlns:a="http://schemas.openxmlformats.org/drawingml/2006/main">
            <a:r>
              <a:t>- vault/11_eventos/2026_feria-finados/05_marketing-comunicacion/2026-08-26_analisis-tareas-historicas-y-sistema-operativo-finados-2026_v01.md</a:t>
            </a:r>
          </a:p>
          <a:p xmlns:a="http://schemas.openxmlformats.org/drawingml/2006/main">
            <a:r>
              <a:t>- vault/11_eventos/2026_feria-finados/05_marketing-comunicacion/02_contenido/2026-08-25_calendario-expectativa-es-tradicion-finados-2026_v01.md</a:t>
            </a:r>
          </a:p>
          <a:p xmlns:a="http://schemas.openxmlformats.org/drawingml/2006/main">
            <a:r>
              <a:t>- vault/11_eventos/2026_feria-finados/05_marketing-comunicacion/01_estrategia/2026-08-25_plan-confidencial-revelacion-cartel-finados-2026_v01.md</a:t>
            </a:r>
          </a:p>
          <a:p xmlns:a="http://schemas.openxmlformats.org/drawingml/2006/main">
            <a:r>
              <a:t>- vault/11_eventos/2026_feria-finados/10_tecnologia-datos/2026-08-24_guia-movil-informativa-sin-backend-finados-2026_v01.md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Esta semana se cierra cuando existe evidencia, no cuando se “envió” una pieza. UNA FUENTE, TODAS LAS SALIDAS. SI CAMBIA EL DATO, CAMBIA EL SISTEMA COMPLETO.</a:t>
            </a:r>
          </a:p>
          <a:p xmlns:a="http://schemas.openxmlformats.org/drawingml/2006/main">
            <a:r>
              <a:t/>
            </a:r>
          </a:p>
          <a:p xmlns:a="http://schemas.openxmlformats.org/drawingml/2006/main">
            <a:r>
              <a:t>[Estado] Documento interno · propuesta en revisión · no autoriza publicación externa.</a:t>
            </a:r>
          </a:p>
          <a:p xmlns:a="http://schemas.openxmlformats.org/drawingml/2006/main">
            <a:r>
              <a:t>[Sources]</a:t>
            </a:r>
          </a:p>
          <a:p xmlns:a="http://schemas.openxmlformats.org/drawingml/2006/main">
            <a:r>
              <a:t>- vault/11_eventos/2026_feria-finados/05_marketing-comunicacion/2026-08-26_matriz-operativa-equipo-finados-2026_v01.xlsx</a:t>
            </a:r>
          </a:p>
          <a:p xmlns:a="http://schemas.openxmlformats.org/drawingml/2006/main">
            <a:r>
              <a:t>- vault/11_eventos/2026_feria-finados/05_marketing-comunicacion/2026-08-26_analisis-tareas-historicas-y-sistema-operativo-finados-2026_v01.md</a:t>
            </a:r>
          </a:p>
          <a:p xmlns:a="http://schemas.openxmlformats.org/drawingml/2006/main">
            <a:r>
              <a:t>- vault/11_eventos/2026_feria-finados/05_marketing-comunicacion/02_contenido/2026-08-25_calendario-expectativa-es-tradicion-finados-2026_v01.md</a:t>
            </a:r>
          </a:p>
          <a:p xmlns:a="http://schemas.openxmlformats.org/drawingml/2006/main">
            <a:r>
              <a:t>- vault/11_eventos/2026_feria-finados/05_marketing-comunicacion/01_estrategia/2026-08-25_plan-confidencial-revelacion-cartel-finados-2026_v01.md</a:t>
            </a:r>
          </a:p>
          <a:p xmlns:a="http://schemas.openxmlformats.org/drawingml/2006/main">
            <a:r>
              <a:t>- vault/11_eventos/2026_feria-finados/10_tecnologia-datos/2026-08-24_guia-movil-informativa-sin-backend-finados-2026_v01.md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comando publica programación después del corte operativo, mantiene cuotas por zona y pilar, activa Reporteros de la Feria y Pasaporte Vivo, registra incidentes y comunica el beneficio de retorno del Día 1 solo si fue aprobado.</a:t>
            </a:r>
          </a:p>
          <a:p xmlns:a="http://schemas.openxmlformats.org/drawingml/2006/main">
            <a:r>
              <a:t/>
            </a:r>
          </a:p>
          <a:p xmlns:a="http://schemas.openxmlformats.org/drawingml/2006/main">
            <a:r>
              <a:t>[Estado] Documento interno · propuesta en revisión · no autoriza publicación externa.</a:t>
            </a:r>
          </a:p>
          <a:p xmlns:a="http://schemas.openxmlformats.org/drawingml/2006/main">
            <a:r>
              <a:t>[Sources]</a:t>
            </a:r>
          </a:p>
          <a:p xmlns:a="http://schemas.openxmlformats.org/drawingml/2006/main">
            <a:r>
              <a:t>- vault/11_eventos/2026_feria-finados/05_marketing-comunicacion/2026-08-26_matriz-operativa-equipo-finados-2026_v01.xlsx</a:t>
            </a:r>
          </a:p>
          <a:p xmlns:a="http://schemas.openxmlformats.org/drawingml/2006/main">
            <a:r>
              <a:t>- vault/11_eventos/2026_feria-finados/01_concepto-experiencia/2026-08-24_arquitectura-experiencia-asistencia-200k-finados-2026_v01.md</a:t>
            </a:r>
          </a:p>
          <a:p xmlns:a="http://schemas.openxmlformats.org/drawingml/2006/main">
            <a:r>
              <a:t>- vault/11_eventos/2026_feria-finados/10_tecnologia-datos/2026-08-24_guia-movil-informativa-sin-backend-finados-2026_v01.md</a:t>
            </a:r>
          </a:p>
          <a:p xmlns:a="http://schemas.openxmlformats.org/drawingml/2006/main">
            <a:r>
              <a:t>- Fotografía histórica entregada por Alex; derechos publicitarios por confirmar.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cierre concilia fuentes y separa visitas acumuladas de personas únicas. Los resultados de expositores se reportan por rangos y sin exponer ventas individuales.</a:t>
            </a:r>
          </a:p>
          <a:p xmlns:a="http://schemas.openxmlformats.org/drawingml/2006/main">
            <a:r>
              <a:t/>
            </a:r>
          </a:p>
          <a:p xmlns:a="http://schemas.openxmlformats.org/drawingml/2006/main">
            <a:r>
              <a:t>[Estado] Documento interno · propuesta en revisión · no autoriza publicación externa.</a:t>
            </a:r>
          </a:p>
          <a:p xmlns:a="http://schemas.openxmlformats.org/drawingml/2006/main">
            <a:r>
              <a:t>[Sources]</a:t>
            </a:r>
          </a:p>
          <a:p xmlns:a="http://schemas.openxmlformats.org/drawingml/2006/main">
            <a:r>
              <a:t>- vault/11_eventos/2026_feria-finados/05_marketing-comunicacion/2026-08-26_matriz-operativa-equipo-finados-2026_v01.xlsx</a:t>
            </a:r>
          </a:p>
          <a:p xmlns:a="http://schemas.openxmlformats.org/drawingml/2006/main">
            <a:r>
              <a:t>- vault/11_eventos/2026_feria-finados/05_marketing-comunicacion/2026-08-26_analisis-tareas-historicas-y-sistema-operativo-finados-2026_v01.md</a:t>
            </a:r>
          </a:p>
          <a:p xmlns:a="http://schemas.openxmlformats.org/drawingml/2006/main">
            <a:r>
              <a:t>- vault/11_eventos/2026_feria-finados/01_concepto-experiencia/2026-08-24_arquitectura-experiencia-asistencia-200k-finados-2026_v01.md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cierre concilia visitas acumuladas versus personas únicas, ingresos, retorno, participación, colada entregada, estacionamiento, limpieza e incidentes. Los premios se pagan o entregan solo contra reglas y evidencia. La estrategia no usa manipulación engañosa.</a:t>
            </a:r>
          </a:p>
          <a:p xmlns:a="http://schemas.openxmlformats.org/drawingml/2006/main">
            <a:r>
              <a:t/>
            </a:r>
          </a:p>
          <a:p xmlns:a="http://schemas.openxmlformats.org/drawingml/2006/main">
            <a:r>
              <a:t>[Estado] Documento interno · propuesta en revisión · no autoriza publicación externa.</a:t>
            </a:r>
          </a:p>
          <a:p xmlns:a="http://schemas.openxmlformats.org/drawingml/2006/main">
            <a:r>
              <a:t>[Sources]</a:t>
            </a:r>
          </a:p>
          <a:p xmlns:a="http://schemas.openxmlformats.org/drawingml/2006/main">
            <a:r>
              <a:t>- vault/11_eventos/2026_feria-finados/05_marketing-comunicacion/2026-08-26_analisis-tareas-historicas-y-sistema-operativo-finados-2026_v01.md</a:t>
            </a:r>
          </a:p>
          <a:p xmlns:a="http://schemas.openxmlformats.org/drawingml/2006/main">
            <a:r>
              <a:t>- vault/11_eventos/2026_feria-finados/05_marketing-comunicacion/01_estrategia/2026-08-25_plan-confidencial-revelacion-cartel-finados-2026_v01.md</a:t>
            </a:r>
          </a:p>
          <a:p xmlns:a="http://schemas.openxmlformats.org/drawingml/2006/main">
            <a:r>
              <a:t>- vault/11_eventos/2026_feria-finados/06_ventas-entradas/2026-08-24_arquitectura-oferta-preventa-finados-2026_v01.md</a:t>
            </a:r>
          </a:p>
          <a:p xmlns:a="http://schemas.openxmlformats.org/drawingml/2006/main">
            <a:r>
              <a:t>- vault/11_eventos/2026_feria-finados/01_concepto-experiencia/2026-08-24_arquitectura-experiencia-asistencia-200k-finados-2026_v01.md</a:t>
            </a:r>
          </a:p>
          <a:p xmlns:a="http://schemas.openxmlformats.org/drawingml/2006/main">
            <a:r>
              <a:t>- vault/11_eventos/2026_feria-finados/05_marketing-comunicacion/2026-08-26_matriz-operativa-equipo-finados-2026_v01.xlsx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Cerrar solicitando decisiones concretas. Una vez aprobados plataforma, responsables y gates, el equipo puede ejecutar la semana 1 sin improvisar ni revelar información bajo embargo.</a:t>
            </a:r>
          </a:p>
          <a:p xmlns:a="http://schemas.openxmlformats.org/drawingml/2006/main">
            <a:r>
              <a:t/>
            </a:r>
          </a:p>
          <a:p xmlns:a="http://schemas.openxmlformats.org/drawingml/2006/main">
            <a:r>
              <a:t>[Estado] Documento interno · propuesta en revisión · no autoriza publicación externa.</a:t>
            </a:r>
          </a:p>
          <a:p xmlns:a="http://schemas.openxmlformats.org/drawingml/2006/main">
            <a:r>
              <a:t>[Sources]</a:t>
            </a:r>
          </a:p>
          <a:p xmlns:a="http://schemas.openxmlformats.org/drawingml/2006/main">
            <a:r>
              <a:t>- vault/11_eventos/2026_feria-finados/05_marketing-comunicacion/2026-08-26_matriz-operativa-equipo-finados-2026_v01.xlsx</a:t>
            </a:r>
          </a:p>
          <a:p xmlns:a="http://schemas.openxmlformats.org/drawingml/2006/main">
            <a:r>
              <a:t>- vault/11_eventos/2026_feria-finados/05_marketing-comunicacion/01_estrategia/2026-08-25_plataforma-emocional-es-tradicion-finados-2026_v01.md</a:t>
            </a:r>
          </a:p>
          <a:p xmlns:a="http://schemas.openxmlformats.org/drawingml/2006/main">
            <a:r>
              <a:t>- vault/11_eventos/2026_feria-finados/05_marketing-comunicacion/02_contenido/2026-08-25_calendario-expectativa-es-tradicion-finados-2026_v01.md</a:t>
            </a:r>
          </a:p>
          <a:p xmlns:a="http://schemas.openxmlformats.org/drawingml/2006/main">
            <a:r>
              <a:t>- Fotografía histórica entregada por Alex; derechos publicitarios por confirmar.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d4aceafd054423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2a1ce476dfc44a3" /><Relationship Type="http://schemas.openxmlformats.org/officeDocument/2006/relationships/slideLayout" Target="/ppt/slideLayouts/slideLayout1.xml" Id="R6cb5c561ad56412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cb5c561ad56412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91c0d73556f448b" /><Relationship Type="http://schemas.openxmlformats.org/officeDocument/2006/relationships/image" Target="/ppt/media/image.png" Id="R6c4dc0bee0f14184" /><Relationship Type="http://schemas.openxmlformats.org/officeDocument/2006/relationships/notesSlide" Target="/ppt/notesSlides/notesSlide1.xml" Id="R1c76f7e3c8df4db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8e18460e2314d37" /><Relationship Type="http://schemas.openxmlformats.org/officeDocument/2006/relationships/image" Target="/ppt/media/image2.png" Id="R46bc98edb9044d02" /><Relationship Type="http://schemas.openxmlformats.org/officeDocument/2006/relationships/notesSlide" Target="/ppt/notesSlides/notesSlide2.xml" Id="Rcb33980c03fd4b4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647e0e4607f41d4" /><Relationship Type="http://schemas.openxmlformats.org/officeDocument/2006/relationships/notesSlide" Target="/ppt/notesSlides/notesSlide3.xml" Id="R1233929769e6499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3d038d7306845a0" /><Relationship Type="http://schemas.openxmlformats.org/officeDocument/2006/relationships/image" Target="/ppt/media/image3.png" Id="R9c96735e423a45e9" /><Relationship Type="http://schemas.openxmlformats.org/officeDocument/2006/relationships/notesSlide" Target="/ppt/notesSlides/notesSlide4.xml" Id="Rfddb58b5d3f840d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9cfa732b51d4f18" /><Relationship Type="http://schemas.openxmlformats.org/officeDocument/2006/relationships/notesSlide" Target="/ppt/notesSlides/notesSlide5.xml" Id="Rdb5073cd5d3e4b8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b3088933a7c4b57" /><Relationship Type="http://schemas.openxmlformats.org/officeDocument/2006/relationships/notesSlide" Target="/ppt/notesSlides/notesSlide6.xml" Id="R93b55c742a98446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1511995758e4ae8" /><Relationship Type="http://schemas.openxmlformats.org/officeDocument/2006/relationships/notesSlide" Target="/ppt/notesSlides/notesSlide7.xml" Id="R851d7bd14d04420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98cf1fbf9b44039" /><Relationship Type="http://schemas.openxmlformats.org/officeDocument/2006/relationships/image" Target="/ppt/media/image4.png" Id="R8bf9b3443ca947cd" /><Relationship Type="http://schemas.openxmlformats.org/officeDocument/2006/relationships/notesSlide" Target="/ppt/notesSlides/notesSlide8.xml" Id="Rf92a1aaceaa0496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a32da35787940fb" /><Relationship Type="http://schemas.openxmlformats.org/officeDocument/2006/relationships/notesSlide" Target="/ppt/notesSlides/notesSlide9.xml" Id="R467bfa9237fe4a4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3a4f091c44d49e5" /><Relationship Type="http://schemas.openxmlformats.org/officeDocument/2006/relationships/notesSlide" Target="/ppt/notesSlides/notesSlide10.xml" Id="Rd8be56348b6949b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3d8d4b4753d46ad" /><Relationship Type="http://schemas.openxmlformats.org/officeDocument/2006/relationships/notesSlide" Target="/ppt/notesSlides/notesSlide11.xml" Id="R3c392a7109294b6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d08505e9da434b8b" /><Relationship Type="http://schemas.openxmlformats.org/officeDocument/2006/relationships/notesSlide" Target="/ppt/notesSlides/notesSlide12.xml" Id="Raa5ad063f0e94ba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93f5d46b4874c60" /><Relationship Type="http://schemas.openxmlformats.org/officeDocument/2006/relationships/image" Target="/ppt/media/image5.png" Id="Rb5c6bb34bb864116" /><Relationship Type="http://schemas.openxmlformats.org/officeDocument/2006/relationships/notesSlide" Target="/ppt/notesSlides/notesSlide13.xml" Id="R39f5e3406628486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0f2eaf9f7a9b4038" /><Relationship Type="http://schemas.openxmlformats.org/officeDocument/2006/relationships/notesSlide" Target="/ppt/notesSlides/notesSlide14.xml" Id="R097f30fd84a54ab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1ec8163b246e4bcf" /><Relationship Type="http://schemas.openxmlformats.org/officeDocument/2006/relationships/notesSlide" Target="/ppt/notesSlides/notesSlide15.xml" Id="R4ac14e2413314a4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b63f6fe58eb743a2" /><Relationship Type="http://schemas.openxmlformats.org/officeDocument/2006/relationships/notesSlide" Target="/ppt/notesSlides/notesSlide16.xml" Id="R9a35bddd6c0a4e3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4915334394134dad" /><Relationship Type="http://schemas.openxmlformats.org/officeDocument/2006/relationships/notesSlide" Target="/ppt/notesSlides/notesSlide17.xml" Id="Rc523c3b874514fb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c790931885694d81" /><Relationship Type="http://schemas.openxmlformats.org/officeDocument/2006/relationships/image" Target="/ppt/media/image6.png" Id="Rc254bc9803884018" /><Relationship Type="http://schemas.openxmlformats.org/officeDocument/2006/relationships/notesSlide" Target="/ppt/notesSlides/notesSlide18.xml" Id="Rbd8d29ee3baf4ee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a3e8f8f5c4324d66" /><Relationship Type="http://schemas.openxmlformats.org/officeDocument/2006/relationships/notesSlide" Target="/ppt/notesSlides/notesSlide19.xml" Id="Rf3d0ba3a5556492c"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181be73270114ab3" /><Relationship Type="http://schemas.openxmlformats.org/officeDocument/2006/relationships/image" Target="/ppt/media/image7.png" Id="Rdc8a0dd05627473f" /><Relationship Type="http://schemas.openxmlformats.org/officeDocument/2006/relationships/notesSlide" Target="/ppt/notesSlides/notesSlide20.xml" Id="Rdd82ec5182974ec4"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ec6da255b5b64e08" /><Relationship Type="http://schemas.openxmlformats.org/officeDocument/2006/relationships/image" Target="/ppt/media/image8.png" Id="R739da224402e4344" /><Relationship Type="http://schemas.openxmlformats.org/officeDocument/2006/relationships/notesSlide" Target="/ppt/notesSlides/notesSlide21.xml" Id="R2c95a62bf67543f1"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f1a84d1d643b42fd" /><Relationship Type="http://schemas.openxmlformats.org/officeDocument/2006/relationships/notesSlide" Target="/ppt/notesSlides/notesSlide22.xml" Id="Rcd3aee8036394fc3"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4e1c2f9b1e654792" /><Relationship Type="http://schemas.openxmlformats.org/officeDocument/2006/relationships/notesSlide" Target="/ppt/notesSlides/notesSlide23.xml" Id="R086168fb429d470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14d4a04261d1477c" /><Relationship Type="http://schemas.openxmlformats.org/officeDocument/2006/relationships/notesSlide" Target="/ppt/notesSlides/notesSlide24.xml" Id="Rb9a1832579724b8b"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c276ca02dfe44d4c" /><Relationship Type="http://schemas.openxmlformats.org/officeDocument/2006/relationships/notesSlide" Target="/ppt/notesSlides/notesSlide25.xml" Id="Rbb9e543c2e844044"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cbbf4231f3274c35" /><Relationship Type="http://schemas.openxmlformats.org/officeDocument/2006/relationships/notesSlide" Target="/ppt/notesSlides/notesSlide26.xml" Id="R03c185ff79a7476e"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44fe020625b44646" /><Relationship Type="http://schemas.openxmlformats.org/officeDocument/2006/relationships/notesSlide" Target="/ppt/notesSlides/notesSlide27.xml" Id="Rb5c2deb2d0034ff4"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e02f4fb401de431e" /><Relationship Type="http://schemas.openxmlformats.org/officeDocument/2006/relationships/notesSlide" Target="/ppt/notesSlides/notesSlide28.xml" Id="R22ff9cfc30a446ac"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1d5942c6a7044273" /><Relationship Type="http://schemas.openxmlformats.org/officeDocument/2006/relationships/notesSlide" Target="/ppt/notesSlides/notesSlide29.xml" Id="Rb484787fd4284813"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60c9c0718817456e" /><Relationship Type="http://schemas.openxmlformats.org/officeDocument/2006/relationships/notesSlide" Target="/ppt/notesSlides/notesSlide30.xml" Id="R1fce23c7504b4f28"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db3a5240bcdf4aee" /><Relationship Type="http://schemas.openxmlformats.org/officeDocument/2006/relationships/notesSlide" Target="/ppt/notesSlides/notesSlide31.xml" Id="Rff665d8f48174b94"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0192ef7592fa4e61" /><Relationship Type="http://schemas.openxmlformats.org/officeDocument/2006/relationships/notesSlide" Target="/ppt/notesSlides/notesSlide32.xml" Id="R653352479ec442a3"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82ff38abf49b4a6b" /><Relationship Type="http://schemas.openxmlformats.org/officeDocument/2006/relationships/notesSlide" Target="/ppt/notesSlides/notesSlide33.xml" Id="Re0f8a2399db84030"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c63dcb3c0806404b" /><Relationship Type="http://schemas.openxmlformats.org/officeDocument/2006/relationships/notesSlide" Target="/ppt/notesSlides/notesSlide34.xml" Id="Rb57f656838364413"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4c4ffc8126c448c7" /><Relationship Type="http://schemas.openxmlformats.org/officeDocument/2006/relationships/notesSlide" Target="/ppt/notesSlides/notesSlide35.xml" Id="R3d8722cd5f85450c"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88597951ae95480b" /><Relationship Type="http://schemas.openxmlformats.org/officeDocument/2006/relationships/notesSlide" Target="/ppt/notesSlides/notesSlide36.xml" Id="R237e459f966b4c8c"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72b9a80ee4d74e86" /><Relationship Type="http://schemas.openxmlformats.org/officeDocument/2006/relationships/notesSlide" Target="/ppt/notesSlides/notesSlide37.xml" Id="Rf8846cf7625d4f0c"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5877bb56c9364e50" /><Relationship Type="http://schemas.openxmlformats.org/officeDocument/2006/relationships/notesSlide" Target="/ppt/notesSlides/notesSlide38.xml" Id="R61538e1bb3da4a3c"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aae7911597424f51" /><Relationship Type="http://schemas.openxmlformats.org/officeDocument/2006/relationships/notesSlide" Target="/ppt/notesSlides/notesSlide39.xml" Id="R283f545090814fc3"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d5881c3997cb4479" /><Relationship Type="http://schemas.openxmlformats.org/officeDocument/2006/relationships/notesSlide" Target="/ppt/notesSlides/notesSlide40.xml" Id="R7890e7b6e64142b5"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7804ccc9b5d44ba3" /><Relationship Type="http://schemas.openxmlformats.org/officeDocument/2006/relationships/notesSlide" Target="/ppt/notesSlides/notesSlide41.xml" Id="R095fca030dc64664"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63bd7a1cea0346fc" /><Relationship Type="http://schemas.openxmlformats.org/officeDocument/2006/relationships/notesSlide" Target="/ppt/notesSlides/notesSlide42.xml" Id="R2363f70b39944b33"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621a48cbfc804f0d" /><Relationship Type="http://schemas.openxmlformats.org/officeDocument/2006/relationships/notesSlide" Target="/ppt/notesSlides/notesSlide43.xml" Id="R09c682e4c10e49f4"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0e5f8b227f4343d6" /><Relationship Type="http://schemas.openxmlformats.org/officeDocument/2006/relationships/notesSlide" Target="/ppt/notesSlides/notesSlide44.xml" Id="R95ac0dbe96824aaa"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7b7ebf889a0c49b0" /><Relationship Type="http://schemas.openxmlformats.org/officeDocument/2006/relationships/notesSlide" Target="/ppt/notesSlides/notesSlide45.xml" Id="Rf2291612a406448e"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fa95138ccf5c45b8" /><Relationship Type="http://schemas.openxmlformats.org/officeDocument/2006/relationships/notesSlide" Target="/ppt/notesSlides/notesSlide46.xml" Id="R583b56407f3649bd"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e5fcae13e79b4fa7" /><Relationship Type="http://schemas.openxmlformats.org/officeDocument/2006/relationships/notesSlide" Target="/ppt/notesSlides/notesSlide47.xml" Id="R3c6fea15cbca47b5"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6827302cb9ca457a" /><Relationship Type="http://schemas.openxmlformats.org/officeDocument/2006/relationships/notesSlide" Target="/ppt/notesSlides/notesSlide48.xml" Id="R7a4ed417788c4133"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d1aeae688c5a43a2" /><Relationship Type="http://schemas.openxmlformats.org/officeDocument/2006/relationships/notesSlide" Target="/ppt/notesSlides/notesSlide49.xml" Id="R9264aaf2e5014eac"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513064f944cc476e" /><Relationship Type="http://schemas.openxmlformats.org/officeDocument/2006/relationships/notesSlide" Target="/ppt/notesSlides/notesSlide50.xml" Id="R948bfc5ed01f4aaf"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a58687362de1421c" /><Relationship Type="http://schemas.openxmlformats.org/officeDocument/2006/relationships/notesSlide" Target="/ppt/notesSlides/notesSlide51.xml" Id="R1efb5f60d7ba4c4a"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3150f70def0a4880" /><Relationship Type="http://schemas.openxmlformats.org/officeDocument/2006/relationships/notesSlide" Target="/ppt/notesSlides/notesSlide52.xml" Id="R6b3f5a3c63ec4a95"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78fdc7b02a954f45" /><Relationship Type="http://schemas.openxmlformats.org/officeDocument/2006/relationships/notesSlide" Target="/ppt/notesSlides/notesSlide53.xml" Id="R574eeff9cd9b42df"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daed570ea19a4916" /><Relationship Type="http://schemas.openxmlformats.org/officeDocument/2006/relationships/notesSlide" Target="/ppt/notesSlides/notesSlide54.xml" Id="Rb6068162f784481f"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67d0721d12eb470f" /><Relationship Type="http://schemas.openxmlformats.org/officeDocument/2006/relationships/notesSlide" Target="/ppt/notesSlides/notesSlide55.xml" Id="R0bfc1ac6a94e4ac8"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aeb8c31981a24316" /><Relationship Type="http://schemas.openxmlformats.org/officeDocument/2006/relationships/image" Target="/ppt/media/image9.png" Id="Refae9bd767d74efd" /><Relationship Type="http://schemas.openxmlformats.org/officeDocument/2006/relationships/notesSlide" Target="/ppt/notesSlides/notesSlide56.xml" Id="R2174003dec1e4ae4"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da770e7983cc4f20" /><Relationship Type="http://schemas.openxmlformats.org/officeDocument/2006/relationships/notesSlide" Target="/ppt/notesSlides/notesSlide57.xml" Id="R80853318b0dd456c"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50fedd5d17ed45bc" /><Relationship Type="http://schemas.openxmlformats.org/officeDocument/2006/relationships/notesSlide" Target="/ppt/notesSlides/notesSlide58.xml" Id="R7a5314fbd2dd47aa"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574d4ed899f44923" /><Relationship Type="http://schemas.openxmlformats.org/officeDocument/2006/relationships/image" Target="/ppt/media/image10.png" Id="Rd37a020d37744b36" /><Relationship Type="http://schemas.openxmlformats.org/officeDocument/2006/relationships/notesSlide" Target="/ppt/notesSlides/notesSlide59.xml" Id="Rc34b5d2f13c14d3f" /></Relationships>
</file>

<file path=ppt/slides/slide1.xml><?xml version="1.0" encoding="utf-8"?>
<p:sld xmlns:p="http://schemas.openxmlformats.org/presentationml/2006/main">
  <p:cSld>
    <p:bg>
      <p:bgPr>
        <a:solidFill xmlns:a="http://schemas.openxmlformats.org/drawingml/2006/main">
          <a:srgbClr val="160A22"/>
        </a:solidFill>
      </p:bgPr>
    </p:bg>
    <p:spTree>
      <p:nvGrpSpPr>
        <p:cNvPr id="1" name=""/>
        <p:cNvGrpSpPr/>
        <p:nvPr/>
      </p:nvGrpSpPr>
      <p:grpSpPr>
        <a:xfrm xmlns:a="http://schemas.openxmlformats.org/drawingml/2006/main"/>
      </p:grpSpPr>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6c4dc0bee0f14184"/>
          <a:srcRect xmlns:a="http://schemas.openxmlformats.org/drawingml/2006/main" l="20313" t="0" r="20313" b="0"/>
          <a:stretch xmlns:a="http://schemas.openxmlformats.org/drawingml/2006/main">
            <a:fillRect l="0" t="0" r="0" b="0"/>
          </a:stretch>
        </p:blipFill>
        <p:spPr>
          <a:xfrm xmlns:a="http://schemas.openxmlformats.org/drawingml/2006/main">
            <a:off x="4953000" y="0"/>
            <a:ext cx="7239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FA0D160-0611-4832-BF2A-36410A4FA783}"/>
              </a:ext>
            </a:extLst>
          </p:cNvPr>
          <p:cNvSpPr>
            <a:spLocks xmlns:a="http://schemas.openxmlformats.org/drawingml/2006/main" noGrp="1"/>
          </p:cNvSpPr>
          <p:nvPr/>
        </p:nvSpPr>
        <p:spPr>
          <a:xfrm xmlns:a="http://schemas.openxmlformats.org/drawingml/2006/main">
            <a:off x="4953000" y="0"/>
            <a:ext cx="7239000" cy="6858000"/>
          </a:xfrm>
          <a:prstGeom xmlns:a="http://schemas.openxmlformats.org/drawingml/2006/main" prst="rect">
            <a:avLst/>
          </a:prstGeom>
          <a:gradFill xmlns:a="http://schemas.openxmlformats.org/drawingml/2006/main">
            <a:gsLst>
              <a:gs pos="0">
                <a:srgbClr val="160A22">
                  <a:alpha val="88000"/>
                </a:srgbClr>
              </a:gs>
              <a:gs pos="48000">
                <a:srgbClr val="160A22">
                  <a:alpha val="18000"/>
                </a:srgbClr>
              </a:gs>
              <a:gs pos="100000">
                <a:srgbClr val="E72D78">
                  <a:alpha val="10000"/>
                </a:srgbClr>
              </a:gs>
            </a:gsLst>
            <a:lin ang="0"/>
          </a:gra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BA434DEF-C2BF-4A48-ACF5-5111358F3EB9}"/>
              </a:ext>
            </a:extLst>
          </p:cNvPr>
          <p:cNvSpPr>
            <a:spLocks xmlns:a="http://schemas.openxmlformats.org/drawingml/2006/main" noGrp="1"/>
          </p:cNvSpPr>
          <p:nvPr/>
        </p:nvSpPr>
        <p:spPr>
          <a:xfrm xmlns:a="http://schemas.openxmlformats.org/drawingml/2006/main">
            <a:off x="0" y="0"/>
            <a:ext cx="5334000" cy="6858000"/>
          </a:xfrm>
          <a:prstGeom xmlns:a="http://schemas.openxmlformats.org/drawingml/2006/main" prst="rect">
            <a:avLst/>
          </a:prstGeom>
          <a:solidFill xmlns:a="http://schemas.openxmlformats.org/drawingml/2006/main">
            <a:srgbClr val="160A22"/>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91533FC-9793-4301-A79C-61DFEB73018F}"/>
              </a:ext>
            </a:extLst>
          </p:cNvPr>
          <p:cNvSpPr>
            <a:spLocks xmlns:a="http://schemas.openxmlformats.org/drawingml/2006/main" noGrp="1"/>
          </p:cNvSpPr>
          <p:nvPr/>
        </p:nvSpPr>
        <p:spPr>
          <a:xfrm xmlns:a="http://schemas.openxmlformats.org/drawingml/2006/main">
            <a:off x="762000" y="704850"/>
            <a:ext cx="723900" cy="76200"/>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95E00353-8930-4880-8DB4-42E1670AAC23}"/>
              </a:ext>
            </a:extLst>
          </p:cNvPr>
          <p:cNvSpPr>
            <a:spLocks xmlns:a="http://schemas.openxmlformats.org/drawingml/2006/main" noGrp="1"/>
          </p:cNvSpPr>
          <p:nvPr/>
        </p:nvSpPr>
        <p:spPr>
          <a:xfrm xmlns:a="http://schemas.openxmlformats.org/drawingml/2006/main">
            <a:off x="1562100" y="704850"/>
            <a:ext cx="723900" cy="76200"/>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A4EA1A02-B10A-4108-A0E6-803F0F1BE028}"/>
              </a:ext>
            </a:extLst>
          </p:cNvPr>
          <p:cNvSpPr>
            <a:spLocks xmlns:a="http://schemas.openxmlformats.org/drawingml/2006/main" noGrp="1"/>
          </p:cNvSpPr>
          <p:nvPr/>
        </p:nvSpPr>
        <p:spPr>
          <a:xfrm xmlns:a="http://schemas.openxmlformats.org/drawingml/2006/main">
            <a:off x="2362200" y="704850"/>
            <a:ext cx="723900" cy="76200"/>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D1AA40FA-DF50-4E3E-A48F-67DEA837216B}"/>
              </a:ext>
            </a:extLst>
          </p:cNvPr>
          <p:cNvSpPr>
            <a:spLocks xmlns:a="http://schemas.openxmlformats.org/drawingml/2006/main" noGrp="1"/>
          </p:cNvSpPr>
          <p:nvPr/>
        </p:nvSpPr>
        <p:spPr>
          <a:xfrm xmlns:a="http://schemas.openxmlformats.org/drawingml/2006/main">
            <a:off x="762000" y="1009650"/>
            <a:ext cx="409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1" i="0">
                <a:solidFill>
                  <a:srgbClr val="E72D78"/>
                </a:solidFill>
                <a:latin typeface="Avenir Next"/>
                <a:ea typeface="Avenir Next"/>
                <a:cs typeface="Avenir Next"/>
              </a:defRPr>
            </a:pPr>
            <a:r>
              <a:rPr sz="975" b="1" i="0">
                <a:solidFill>
                  <a:srgbClr val="E72D78"/>
                </a:solidFill>
                <a:latin typeface="Avenir Next"/>
                <a:ea typeface="Avenir Next"/>
                <a:cs typeface="Avenir Next"/>
              </a:rPr>
              <a:t>FINADOS 2026 · MUSHUC RUNA</a:t>
            </a:r>
          </a:p>
        </p:txBody>
      </p:sp>
      <p:sp>
        <p:nvSpPr>
          <p:cNvPr id="8" name="">
            <a:extLst xmlns:a="http://schemas.openxmlformats.org/drawingml/2006/main">
              <a:ext uri="{FF2B5EF4-FFF2-40B4-BE49-F238E27FC236}">
                <a16:creationId xmlns:a16="http://schemas.microsoft.com/office/drawing/2014/main" id="{59C4085E-2F73-4640-B3FE-CF68CC490A6C}"/>
              </a:ext>
            </a:extLst>
          </p:cNvPr>
          <p:cNvSpPr>
            <a:spLocks xmlns:a="http://schemas.openxmlformats.org/drawingml/2006/main" noGrp="1"/>
          </p:cNvSpPr>
          <p:nvPr/>
        </p:nvSpPr>
        <p:spPr>
          <a:xfrm xmlns:a="http://schemas.openxmlformats.org/drawingml/2006/main">
            <a:off x="742950" y="1581150"/>
            <a:ext cx="1428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1925"/>
          </a:bodyPr>
          <a:lstStyle xmlns:a="http://schemas.openxmlformats.org/drawingml/2006/main"/>
          <a:p xmlns:a="http://schemas.openxmlformats.org/drawingml/2006/main">
            <a:pPr algn="l">
              <a:lnSpc>
                <a:spcPct val="105000"/>
              </a:lnSpc>
              <a:buNone/>
              <a:defRPr sz="4650" b="1" i="0">
                <a:solidFill>
                  <a:srgbClr val="FFC928"/>
                </a:solidFill>
                <a:latin typeface="DIN Condensed"/>
                <a:ea typeface="DIN Condensed"/>
                <a:cs typeface="DIN Condensed"/>
              </a:defRPr>
            </a:pPr>
            <a:r>
              <a:rPr sz="4650" b="1" i="0">
                <a:solidFill>
                  <a:srgbClr val="FFC928"/>
                </a:solidFill>
                <a:latin typeface="DIN Condensed"/>
                <a:ea typeface="DIN Condensed"/>
                <a:cs typeface="DIN Condensed"/>
              </a:rPr>
              <a:t>ES</a:t>
            </a:r>
          </a:p>
        </p:txBody>
      </p:sp>
      <p:sp>
        <p:nvSpPr>
          <p:cNvPr id="9" name="">
            <a:extLst xmlns:a="http://schemas.openxmlformats.org/drawingml/2006/main">
              <a:ext uri="{FF2B5EF4-FFF2-40B4-BE49-F238E27FC236}">
                <a16:creationId xmlns:a16="http://schemas.microsoft.com/office/drawing/2014/main" id="{B035F950-704A-4026-AD2C-90D2C6100CBB}"/>
              </a:ext>
            </a:extLst>
          </p:cNvPr>
          <p:cNvSpPr>
            <a:spLocks xmlns:a="http://schemas.openxmlformats.org/drawingml/2006/main" noGrp="1"/>
          </p:cNvSpPr>
          <p:nvPr/>
        </p:nvSpPr>
        <p:spPr>
          <a:xfrm xmlns:a="http://schemas.openxmlformats.org/drawingml/2006/main">
            <a:off x="723900" y="2095500"/>
            <a:ext cx="495300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86000"/>
              </a:lnSpc>
              <a:buNone/>
              <a:defRPr sz="8400" b="1" i="0">
                <a:solidFill>
                  <a:srgbClr val="FFFFFF"/>
                </a:solidFill>
                <a:latin typeface="DIN Condensed"/>
                <a:ea typeface="DIN Condensed"/>
                <a:cs typeface="DIN Condensed"/>
              </a:defRPr>
            </a:pPr>
            <a:r>
              <a:rPr sz="8400" b="1" i="0">
                <a:solidFill>
                  <a:srgbClr val="FFFFFF"/>
                </a:solidFill>
                <a:latin typeface="DIN Condensed"/>
                <a:ea typeface="DIN Condensed"/>
                <a:cs typeface="DIN Condensed"/>
              </a:rPr>
              <a:t>TRADICIÓN</a:t>
            </a:r>
          </a:p>
        </p:txBody>
      </p:sp>
      <p:sp>
        <p:nvSpPr>
          <p:cNvPr id="10" name="">
            <a:extLst xmlns:a="http://schemas.openxmlformats.org/drawingml/2006/main">
              <a:ext uri="{FF2B5EF4-FFF2-40B4-BE49-F238E27FC236}">
                <a16:creationId xmlns:a16="http://schemas.microsoft.com/office/drawing/2014/main" id="{DB21F2AD-677D-42E4-A210-3AC3DB3E0328}"/>
              </a:ext>
            </a:extLst>
          </p:cNvPr>
          <p:cNvSpPr>
            <a:spLocks xmlns:a="http://schemas.openxmlformats.org/drawingml/2006/main" noGrp="1"/>
          </p:cNvSpPr>
          <p:nvPr/>
        </p:nvSpPr>
        <p:spPr>
          <a:xfrm xmlns:a="http://schemas.openxmlformats.org/drawingml/2006/main">
            <a:off x="762000" y="3619500"/>
            <a:ext cx="4000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325" b="1" i="0">
                <a:solidFill>
                  <a:srgbClr val="FFF7EA"/>
                </a:solidFill>
                <a:latin typeface="Avenir Next"/>
                <a:ea typeface="Avenir Next"/>
                <a:cs typeface="Avenir Next"/>
              </a:defRPr>
            </a:pPr>
            <a:r>
              <a:rPr sz="2325" b="1" i="0">
                <a:solidFill>
                  <a:srgbClr val="FFF7EA"/>
                </a:solidFill>
                <a:latin typeface="Avenir Next"/>
                <a:ea typeface="Avenir Next"/>
                <a:cs typeface="Avenir Next"/>
              </a:rPr>
              <a:t>Cinco días para volver</a:t>
            </a:r>
          </a:p>
          <a:p xmlns:a="http://schemas.openxmlformats.org/drawingml/2006/main">
            <a:pPr algn="l">
              <a:lnSpc>
                <a:spcPct val="105000"/>
              </a:lnSpc>
              <a:buNone/>
              <a:defRPr sz="2325" b="1" i="0">
                <a:solidFill>
                  <a:srgbClr val="FFF7EA"/>
                </a:solidFill>
                <a:latin typeface="Avenir Next"/>
                <a:ea typeface="Avenir Next"/>
                <a:cs typeface="Avenir Next"/>
              </a:defRPr>
            </a:pPr>
            <a:r>
              <a:rPr sz="2325" b="1" i="0">
                <a:solidFill>
                  <a:srgbClr val="FFF7EA"/>
                </a:solidFill>
                <a:latin typeface="Avenir Next"/>
                <a:ea typeface="Avenir Next"/>
                <a:cs typeface="Avenir Next"/>
              </a:rPr>
              <a:t>a encontrarnos.</a:t>
            </a:r>
          </a:p>
        </p:txBody>
      </p:sp>
      <p:sp>
        <p:nvSpPr>
          <p:cNvPr id="11" name="">
            <a:extLst xmlns:a="http://schemas.openxmlformats.org/drawingml/2006/main">
              <a:ext uri="{FF2B5EF4-FFF2-40B4-BE49-F238E27FC236}">
                <a16:creationId xmlns:a16="http://schemas.microsoft.com/office/drawing/2014/main" id="{308F973F-41E1-4685-90A4-0E4FEA51CA3D}"/>
              </a:ext>
            </a:extLst>
          </p:cNvPr>
          <p:cNvSpPr>
            <a:spLocks xmlns:a="http://schemas.openxmlformats.org/drawingml/2006/main" noGrp="1"/>
          </p:cNvSpPr>
          <p:nvPr/>
        </p:nvSpPr>
        <p:spPr>
          <a:xfrm xmlns:a="http://schemas.openxmlformats.org/drawingml/2006/main">
            <a:off x="762000" y="468630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1" i="0">
                <a:solidFill>
                  <a:srgbClr val="FFFFFF">
                    <a:alpha val="80000"/>
                  </a:srgbClr>
                </a:solidFill>
                <a:latin typeface="Avenir Next"/>
                <a:ea typeface="Avenir Next"/>
                <a:cs typeface="Avenir Next"/>
              </a:defRPr>
            </a:pPr>
            <a:r>
              <a:rPr sz="975" b="1" i="0">
                <a:solidFill>
                  <a:srgbClr val="FFFFFF">
                    <a:alpha val="80000"/>
                  </a:srgbClr>
                </a:solidFill>
                <a:latin typeface="Avenir Next"/>
                <a:ea typeface="Avenir Next"/>
                <a:cs typeface="Avenir Next"/>
              </a:rPr>
              <a:t>DIRECCIÓN CREATIVA · ESTRATEGIA · OPERACIÓN SEMANAL</a:t>
            </a:r>
          </a:p>
        </p:txBody>
      </p:sp>
      <p:sp>
        <p:nvSpPr>
          <p:cNvPr id="12" name="">
            <a:extLst xmlns:a="http://schemas.openxmlformats.org/drawingml/2006/main">
              <a:ext uri="{FF2B5EF4-FFF2-40B4-BE49-F238E27FC236}">
                <a16:creationId xmlns:a16="http://schemas.microsoft.com/office/drawing/2014/main" id="{56F81CC6-1B87-44BB-9D48-17038A1E114B}"/>
              </a:ext>
            </a:extLst>
          </p:cNvPr>
          <p:cNvSpPr>
            <a:spLocks xmlns:a="http://schemas.openxmlformats.org/drawingml/2006/main" noGrp="1"/>
          </p:cNvSpPr>
          <p:nvPr/>
        </p:nvSpPr>
        <p:spPr>
          <a:xfrm xmlns:a="http://schemas.openxmlformats.org/drawingml/2006/main">
            <a:off x="762000" y="5200650"/>
            <a:ext cx="3143250" cy="285750"/>
          </a:xfrm>
          <a:prstGeom xmlns:a="http://schemas.openxmlformats.org/drawingml/2006/main" prst="roundRect">
            <a:avLst>
              <a:gd name="adj" fmla="val 50000"/>
            </a:avLst>
          </a:prstGeom>
          <a:solidFill xmlns:a="http://schemas.openxmlformats.org/drawingml/2006/main">
            <a:srgbClr val="00AFA0"/>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47602ED8-464A-4D9F-B05B-B5C7A2AE3BE3}"/>
              </a:ext>
            </a:extLst>
          </p:cNvPr>
          <p:cNvSpPr>
            <a:spLocks xmlns:a="http://schemas.openxmlformats.org/drawingml/2006/main" noGrp="1"/>
          </p:cNvSpPr>
          <p:nvPr/>
        </p:nvSpPr>
        <p:spPr>
          <a:xfrm xmlns:a="http://schemas.openxmlformats.org/drawingml/2006/main">
            <a:off x="857250" y="5248275"/>
            <a:ext cx="2952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825" b="1" i="0">
                <a:solidFill>
                  <a:srgbClr val="FFFFFF"/>
                </a:solidFill>
                <a:latin typeface="Avenir Next"/>
                <a:ea typeface="Avenir Next"/>
                <a:cs typeface="Avenir Next"/>
              </a:defRPr>
            </a:pPr>
            <a:r>
              <a:rPr sz="825" b="1" i="0">
                <a:solidFill>
                  <a:srgbClr val="FFFFFF"/>
                </a:solidFill>
                <a:latin typeface="Avenir Next"/>
                <a:ea typeface="Avenir Next"/>
                <a:cs typeface="Avenir Next"/>
              </a:rPr>
              <a:t>HISTORIA · EXPERIENCIA · PARTICIPACIÓN</a:t>
            </a:r>
          </a:p>
        </p:txBody>
      </p:sp>
      <p:sp>
        <p:nvSpPr>
          <p:cNvPr id="14" name="">
            <a:extLst xmlns:a="http://schemas.openxmlformats.org/drawingml/2006/main">
              <a:ext uri="{FF2B5EF4-FFF2-40B4-BE49-F238E27FC236}">
                <a16:creationId xmlns:a16="http://schemas.microsoft.com/office/drawing/2014/main" id="{F5AF343B-4C6B-417D-9B29-665D76B76EB5}"/>
              </a:ext>
            </a:extLst>
          </p:cNvPr>
          <p:cNvSpPr>
            <a:spLocks xmlns:a="http://schemas.openxmlformats.org/drawingml/2006/main" noGrp="1"/>
          </p:cNvSpPr>
          <p:nvPr/>
        </p:nvSpPr>
        <p:spPr>
          <a:xfrm xmlns:a="http://schemas.openxmlformats.org/drawingml/2006/main">
            <a:off x="762000" y="6438900"/>
            <a:ext cx="409575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675" b="1" i="0">
                <a:solidFill>
                  <a:srgbClr val="FFFFFF">
                    <a:alpha val="48000"/>
                  </a:srgbClr>
                </a:solidFill>
                <a:latin typeface="Avenir Next"/>
                <a:ea typeface="Avenir Next"/>
                <a:cs typeface="Avenir Next"/>
              </a:defRPr>
            </a:pPr>
            <a:r>
              <a:rPr sz="675" b="1" i="0">
                <a:solidFill>
                  <a:srgbClr val="FFFFFF">
                    <a:alpha val="48000"/>
                  </a:srgbClr>
                </a:solidFill>
                <a:latin typeface="Avenir Next"/>
                <a:ea typeface="Avenir Next"/>
                <a:cs typeface="Avenir Next"/>
              </a:rPr>
              <a:t>DOCUMENTO INTERNO · PROPUESTA EN REVISIÓN</a:t>
            </a:r>
          </a:p>
        </p:txBody>
      </p:sp>
      <p:sp>
        <p:nvSpPr>
          <p:cNvPr id="15" name="">
            <a:extLst xmlns:a="http://schemas.openxmlformats.org/drawingml/2006/main">
              <a:ext uri="{FF2B5EF4-FFF2-40B4-BE49-F238E27FC236}">
                <a16:creationId xmlns:a16="http://schemas.microsoft.com/office/drawing/2014/main" id="{5E4DD7EE-F7DC-4602-B94F-FCC7D92E2553}"/>
              </a:ext>
            </a:extLst>
          </p:cNvPr>
          <p:cNvSpPr>
            <a:spLocks xmlns:a="http://schemas.openxmlformats.org/drawingml/2006/main" noGrp="1"/>
          </p:cNvSpPr>
          <p:nvPr/>
        </p:nvSpPr>
        <p:spPr>
          <a:xfrm xmlns:a="http://schemas.openxmlformats.org/drawingml/2006/main">
            <a:off x="11334750" y="6438900"/>
            <a:ext cx="304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750" b="1" i="0">
                <a:solidFill>
                  <a:srgbClr val="FFFFFF">
                    <a:alpha val="60000"/>
                  </a:srgbClr>
                </a:solidFill>
                <a:latin typeface="Avenir Next"/>
                <a:ea typeface="Avenir Next"/>
                <a:cs typeface="Avenir Next"/>
              </a:defRPr>
            </a:pPr>
            <a:r>
              <a:rPr sz="750" b="1" i="0">
                <a:solidFill>
                  <a:srgbClr val="FFFFFF">
                    <a:alpha val="60000"/>
                  </a:srgbClr>
                </a:solidFill>
                <a:latin typeface="Avenir Next"/>
                <a:ea typeface="Avenir Next"/>
                <a:cs typeface="Avenir Next"/>
              </a:rPr>
              <a:t>01</a:t>
            </a:r>
          </a:p>
        </p:txBody>
      </p:sp>
    </p:spTree>
    <p:extLst>
      <p:ext uri="{BB962C8B-B14F-4D97-AF65-F5344CB8AC3E}">
        <p14:creationId xmlns:p14="http://schemas.microsoft.com/office/powerpoint/2010/main" val="1197025548"/>
      </p:ext>
    </p:extLst>
  </p:cSld>
</p:sld>
</file>

<file path=ppt/slides/slide2.xml><?xml version="1.0" encoding="utf-8"?>
<p:sld xmlns:p="http://schemas.openxmlformats.org/presentationml/2006/main">
  <p:cSld>
    <p:bg>
      <p:bgPr>
        <a:solidFill xmlns:a="http://schemas.openxmlformats.org/drawingml/2006/main">
          <a:srgbClr val="FFF7EA"/>
        </a:solidFill>
      </p:bgPr>
    </p:bg>
    <p:spTree>
      <p:nvGrpSpPr>
        <p:cNvPr id="1" name=""/>
        <p:cNvGrpSpPr/>
        <p:nvPr/>
      </p:nvGrpSpPr>
      <p:grpSpPr>
        <a:xfrm xmlns:a="http://schemas.openxmlformats.org/drawingml/2006/main"/>
      </p:grpSpPr>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46bc98edb9044d02"/>
          <a:srcRect xmlns:a="http://schemas.openxmlformats.org/drawingml/2006/main" l="27324" t="0" r="27324" b="0"/>
          <a:stretch xmlns:a="http://schemas.openxmlformats.org/drawingml/2006/main">
            <a:fillRect l="0" t="0" r="0" b="0"/>
          </a:stretch>
        </p:blipFill>
        <p:spPr>
          <a:xfrm xmlns:a="http://schemas.openxmlformats.org/drawingml/2006/main">
            <a:off x="7524750" y="0"/>
            <a:ext cx="46672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DDF59FB-82A0-41F7-852C-6DA9301F11B6}"/>
              </a:ext>
            </a:extLst>
          </p:cNvPr>
          <p:cNvSpPr>
            <a:spLocks xmlns:a="http://schemas.openxmlformats.org/drawingml/2006/main" noGrp="1"/>
          </p:cNvSpPr>
          <p:nvPr/>
        </p:nvSpPr>
        <p:spPr>
          <a:xfrm xmlns:a="http://schemas.openxmlformats.org/drawingml/2006/main">
            <a:off x="0" y="0"/>
            <a:ext cx="2438400" cy="66675"/>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92ECC17-0346-4D41-AD1B-0DADC615BA81}"/>
              </a:ext>
            </a:extLst>
          </p:cNvPr>
          <p:cNvSpPr>
            <a:spLocks xmlns:a="http://schemas.openxmlformats.org/drawingml/2006/main" noGrp="1"/>
          </p:cNvSpPr>
          <p:nvPr/>
        </p:nvSpPr>
        <p:spPr>
          <a:xfrm xmlns:a="http://schemas.openxmlformats.org/drawingml/2006/main">
            <a:off x="2438400" y="0"/>
            <a:ext cx="2438400" cy="66675"/>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B0DDF56-6303-4FF0-87C3-60E630B46AE4}"/>
              </a:ext>
            </a:extLst>
          </p:cNvPr>
          <p:cNvSpPr>
            <a:spLocks xmlns:a="http://schemas.openxmlformats.org/drawingml/2006/main" noGrp="1"/>
          </p:cNvSpPr>
          <p:nvPr/>
        </p:nvSpPr>
        <p:spPr>
          <a:xfrm xmlns:a="http://schemas.openxmlformats.org/drawingml/2006/main">
            <a:off x="4876800" y="0"/>
            <a:ext cx="2438400" cy="66675"/>
          </a:xfrm>
          <a:prstGeom xmlns:a="http://schemas.openxmlformats.org/drawingml/2006/main" prst="rect">
            <a:avLst/>
          </a:prstGeom>
          <a:solidFill xmlns:a="http://schemas.openxmlformats.org/drawingml/2006/main">
            <a:srgbClr val="FFC92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3FDC47DA-4187-4F1A-8DD3-097C5194C58D}"/>
              </a:ext>
            </a:extLst>
          </p:cNvPr>
          <p:cNvSpPr>
            <a:spLocks xmlns:a="http://schemas.openxmlformats.org/drawingml/2006/main" noGrp="1"/>
          </p:cNvSpPr>
          <p:nvPr/>
        </p:nvSpPr>
        <p:spPr>
          <a:xfrm xmlns:a="http://schemas.openxmlformats.org/drawingml/2006/main">
            <a:off x="7315200" y="0"/>
            <a:ext cx="2438400" cy="66675"/>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8C65CF79-D666-4EE6-B732-AE20B8A684E7}"/>
              </a:ext>
            </a:extLst>
          </p:cNvPr>
          <p:cNvSpPr>
            <a:spLocks xmlns:a="http://schemas.openxmlformats.org/drawingml/2006/main" noGrp="1"/>
          </p:cNvSpPr>
          <p:nvPr/>
        </p:nvSpPr>
        <p:spPr>
          <a:xfrm xmlns:a="http://schemas.openxmlformats.org/drawingml/2006/main">
            <a:off x="9753600" y="0"/>
            <a:ext cx="2438400" cy="66675"/>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DD965FC1-D8FB-4F74-A720-9E0FE7A1E776}"/>
              </a:ext>
            </a:extLst>
          </p:cNvPr>
          <p:cNvSpPr>
            <a:spLocks xmlns:a="http://schemas.openxmlformats.org/drawingml/2006/main" noGrp="1"/>
          </p:cNvSpPr>
          <p:nvPr/>
        </p:nvSpPr>
        <p:spPr>
          <a:xfrm xmlns:a="http://schemas.openxmlformats.org/drawingml/2006/main">
            <a:off x="609600" y="26670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E72D78"/>
                </a:solidFill>
                <a:latin typeface="Avenir Next"/>
                <a:ea typeface="Avenir Next"/>
                <a:cs typeface="Avenir Next"/>
              </a:defRPr>
            </a:pPr>
            <a:r>
              <a:rPr sz="825" b="1" i="0">
                <a:solidFill>
                  <a:srgbClr val="E72D78"/>
                </a:solidFill>
                <a:latin typeface="Avenir Next"/>
                <a:ea typeface="Avenir Next"/>
                <a:cs typeface="Avenir Next"/>
              </a:rPr>
              <a:t>DIRECCIÓN ESTRATÉGICA</a:t>
            </a:r>
          </a:p>
        </p:txBody>
      </p:sp>
      <p:sp>
        <p:nvSpPr>
          <p:cNvPr id="8" name="">
            <a:extLst xmlns:a="http://schemas.openxmlformats.org/drawingml/2006/main">
              <a:ext uri="{FF2B5EF4-FFF2-40B4-BE49-F238E27FC236}">
                <a16:creationId xmlns:a16="http://schemas.microsoft.com/office/drawing/2014/main" id="{5FAD67A1-1163-4642-9B2C-930EAA5F2F32}"/>
              </a:ext>
            </a:extLst>
          </p:cNvPr>
          <p:cNvSpPr>
            <a:spLocks xmlns:a="http://schemas.openxmlformats.org/drawingml/2006/main" noGrp="1"/>
          </p:cNvSpPr>
          <p:nvPr/>
        </p:nvSpPr>
        <p:spPr>
          <a:xfrm xmlns:a="http://schemas.openxmlformats.org/drawingml/2006/main">
            <a:off x="609600" y="6534150"/>
            <a:ext cx="4762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675" b="1" i="0">
                <a:solidFill>
                  <a:srgbClr val="25112C">
                    <a:alpha val="55000"/>
                  </a:srgbClr>
                </a:solidFill>
                <a:latin typeface="Avenir Next"/>
                <a:ea typeface="Avenir Next"/>
                <a:cs typeface="Avenir Next"/>
              </a:defRPr>
            </a:pPr>
            <a:r>
              <a:rPr sz="675" b="1" i="0">
                <a:solidFill>
                  <a:srgbClr val="25112C">
                    <a:alpha val="55000"/>
                  </a:srgbClr>
                </a:solidFill>
                <a:latin typeface="Avenir Next"/>
                <a:ea typeface="Avenir Next"/>
                <a:cs typeface="Avenir Next"/>
              </a:rPr>
              <a:t>DOCUMENTO INTERNO · PROPUESTA EN REVISIÓN</a:t>
            </a:r>
          </a:p>
        </p:txBody>
      </p:sp>
      <p:sp>
        <p:nvSpPr>
          <p:cNvPr id="9" name="">
            <a:extLst xmlns:a="http://schemas.openxmlformats.org/drawingml/2006/main">
              <a:ext uri="{FF2B5EF4-FFF2-40B4-BE49-F238E27FC236}">
                <a16:creationId xmlns:a16="http://schemas.microsoft.com/office/drawing/2014/main" id="{60418A59-E569-43BA-8EA5-439D889A4F4E}"/>
              </a:ext>
            </a:extLst>
          </p:cNvPr>
          <p:cNvSpPr>
            <a:spLocks xmlns:a="http://schemas.openxmlformats.org/drawingml/2006/main" noGrp="1"/>
          </p:cNvSpPr>
          <p:nvPr/>
        </p:nvSpPr>
        <p:spPr>
          <a:xfrm xmlns:a="http://schemas.openxmlformats.org/drawingml/2006/main">
            <a:off x="11239500" y="6505575"/>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750" b="1" i="0">
                <a:solidFill>
                  <a:srgbClr val="25112C">
                    <a:alpha val="55000"/>
                  </a:srgbClr>
                </a:solidFill>
                <a:latin typeface="Avenir Next"/>
                <a:ea typeface="Avenir Next"/>
                <a:cs typeface="Avenir Next"/>
              </a:defRPr>
            </a:pPr>
            <a:r>
              <a:rPr sz="750" b="1" i="0">
                <a:solidFill>
                  <a:srgbClr val="25112C">
                    <a:alpha val="55000"/>
                  </a:srgbClr>
                </a:solidFill>
                <a:latin typeface="Avenir Next"/>
                <a:ea typeface="Avenir Next"/>
                <a:cs typeface="Avenir Next"/>
              </a:rPr>
              <a:t>02</a:t>
            </a:r>
          </a:p>
        </p:txBody>
      </p:sp>
      <p:sp>
        <p:nvSpPr>
          <p:cNvPr id="10" name="">
            <a:extLst xmlns:a="http://schemas.openxmlformats.org/drawingml/2006/main">
              <a:ext uri="{FF2B5EF4-FFF2-40B4-BE49-F238E27FC236}">
                <a16:creationId xmlns:a16="http://schemas.microsoft.com/office/drawing/2014/main" id="{5A93EDC2-FBAF-492C-96D6-2E9D5899B0C6}"/>
              </a:ext>
            </a:extLst>
          </p:cNvPr>
          <p:cNvSpPr>
            <a:spLocks xmlns:a="http://schemas.openxmlformats.org/drawingml/2006/main" noGrp="1"/>
          </p:cNvSpPr>
          <p:nvPr/>
        </p:nvSpPr>
        <p:spPr>
          <a:xfrm xmlns:a="http://schemas.openxmlformats.org/drawingml/2006/main">
            <a:off x="609600" y="666750"/>
            <a:ext cx="6381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E72D78"/>
                </a:solidFill>
                <a:latin typeface="Avenir Next"/>
                <a:ea typeface="Avenir Next"/>
                <a:cs typeface="Avenir Next"/>
              </a:defRPr>
            </a:pPr>
            <a:r>
              <a:rPr sz="900" b="1" i="0">
                <a:solidFill>
                  <a:srgbClr val="E72D78"/>
                </a:solidFill>
                <a:latin typeface="Avenir Next"/>
                <a:ea typeface="Avenir Next"/>
                <a:cs typeface="Avenir Next"/>
              </a:rPr>
              <a:t>LA DECISIÓN</a:t>
            </a:r>
          </a:p>
        </p:txBody>
      </p:sp>
      <p:sp>
        <p:nvSpPr>
          <p:cNvPr id="11" name="">
            <a:extLst xmlns:a="http://schemas.openxmlformats.org/drawingml/2006/main">
              <a:ext uri="{FF2B5EF4-FFF2-40B4-BE49-F238E27FC236}">
                <a16:creationId xmlns:a16="http://schemas.microsoft.com/office/drawing/2014/main" id="{025D3E45-1051-4E92-9FA6-0D8B0AEB2403}"/>
              </a:ext>
            </a:extLst>
          </p:cNvPr>
          <p:cNvSpPr>
            <a:spLocks xmlns:a="http://schemas.openxmlformats.org/drawingml/2006/main" noGrp="1"/>
          </p:cNvSpPr>
          <p:nvPr/>
        </p:nvSpPr>
        <p:spPr>
          <a:xfrm xmlns:a="http://schemas.openxmlformats.org/drawingml/2006/main">
            <a:off x="609600" y="990600"/>
            <a:ext cx="63817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4950" b="1" i="0">
                <a:solidFill>
                  <a:srgbClr val="25112C"/>
                </a:solidFill>
                <a:latin typeface="DIN Condensed"/>
                <a:ea typeface="DIN Condensed"/>
                <a:cs typeface="DIN Condensed"/>
              </a:defRPr>
            </a:pPr>
            <a:r>
              <a:rPr sz="4950" b="1" i="0">
                <a:solidFill>
                  <a:srgbClr val="25112C"/>
                </a:solidFill>
                <a:latin typeface="DIN Condensed"/>
                <a:ea typeface="DIN Condensed"/>
                <a:cs typeface="DIN Condensed"/>
              </a:rPr>
              <a:t>No partimos de cero.</a:t>
            </a:r>
          </a:p>
        </p:txBody>
      </p:sp>
      <p:sp>
        <p:nvSpPr>
          <p:cNvPr id="12" name="">
            <a:extLst xmlns:a="http://schemas.openxmlformats.org/drawingml/2006/main">
              <a:ext uri="{FF2B5EF4-FFF2-40B4-BE49-F238E27FC236}">
                <a16:creationId xmlns:a16="http://schemas.microsoft.com/office/drawing/2014/main" id="{8BD23D91-ADDA-4B5B-8009-EFD128012F09}"/>
              </a:ext>
            </a:extLst>
          </p:cNvPr>
          <p:cNvSpPr>
            <a:spLocks xmlns:a="http://schemas.openxmlformats.org/drawingml/2006/main" noGrp="1"/>
          </p:cNvSpPr>
          <p:nvPr/>
        </p:nvSpPr>
        <p:spPr>
          <a:xfrm xmlns:a="http://schemas.openxmlformats.org/drawingml/2006/main">
            <a:off x="609600" y="2228850"/>
            <a:ext cx="6381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0" i="0">
                <a:solidFill>
                  <a:srgbClr val="6D6470"/>
                </a:solidFill>
                <a:latin typeface="Avenir Next"/>
                <a:ea typeface="Avenir Next"/>
                <a:cs typeface="Avenir Next"/>
              </a:defRPr>
            </a:pPr>
            <a:r>
              <a:rPr sz="1500" b="0" i="0">
                <a:solidFill>
                  <a:srgbClr val="6D6470"/>
                </a:solidFill>
                <a:latin typeface="Avenir Next"/>
                <a:ea typeface="Avenir Next"/>
                <a:cs typeface="Avenir Next"/>
              </a:rPr>
              <a:t>Finados ya vive en la memoria de miles de familias. La estrategia debe convertir esa historia en elección, confianza y regreso.</a:t>
            </a:r>
          </a:p>
        </p:txBody>
      </p:sp>
      <p:sp>
        <p:nvSpPr>
          <p:cNvPr id="13" name="">
            <a:extLst xmlns:a="http://schemas.openxmlformats.org/drawingml/2006/main">
              <a:ext uri="{FF2B5EF4-FFF2-40B4-BE49-F238E27FC236}">
                <a16:creationId xmlns:a16="http://schemas.microsoft.com/office/drawing/2014/main" id="{D6D2BE0B-FEEB-40EC-8B09-B4DAC243EBA4}"/>
              </a:ext>
            </a:extLst>
          </p:cNvPr>
          <p:cNvSpPr>
            <a:spLocks xmlns:a="http://schemas.openxmlformats.org/drawingml/2006/main" noGrp="1"/>
          </p:cNvSpPr>
          <p:nvPr/>
        </p:nvSpPr>
        <p:spPr>
          <a:xfrm xmlns:a="http://schemas.openxmlformats.org/drawingml/2006/main">
            <a:off x="609600" y="3638550"/>
            <a:ext cx="857250" cy="76200"/>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17665E9A-12F8-4A1E-9926-5D1F8ECCDA0D}"/>
              </a:ext>
            </a:extLst>
          </p:cNvPr>
          <p:cNvSpPr>
            <a:spLocks xmlns:a="http://schemas.openxmlformats.org/drawingml/2006/main" noGrp="1"/>
          </p:cNvSpPr>
          <p:nvPr/>
        </p:nvSpPr>
        <p:spPr>
          <a:xfrm xmlns:a="http://schemas.openxmlformats.org/drawingml/2006/main">
            <a:off x="609600" y="3905250"/>
            <a:ext cx="581025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2250" b="1" i="0">
                <a:solidFill>
                  <a:srgbClr val="25112C"/>
                </a:solidFill>
                <a:latin typeface="DIN Condensed"/>
                <a:ea typeface="DIN Condensed"/>
                <a:cs typeface="DIN Condensed"/>
              </a:defRPr>
            </a:pPr>
            <a:r>
              <a:rPr sz="2250" b="1" i="0">
                <a:solidFill>
                  <a:srgbClr val="25112C"/>
                </a:solidFill>
                <a:latin typeface="DIN Condensed"/>
                <a:ea typeface="DIN Condensed"/>
                <a:cs typeface="DIN Condensed"/>
              </a:rPr>
              <a:t>LA HISTORIA NOS DIFERENCIA.</a:t>
            </a:r>
          </a:p>
          <a:p xmlns:a="http://schemas.openxmlformats.org/drawingml/2006/main">
            <a:pPr algn="l">
              <a:lnSpc>
                <a:spcPct val="102000"/>
              </a:lnSpc>
              <a:buNone/>
              <a:defRPr sz="2250" b="1" i="0">
                <a:solidFill>
                  <a:srgbClr val="25112C"/>
                </a:solidFill>
                <a:latin typeface="DIN Condensed"/>
                <a:ea typeface="DIN Condensed"/>
                <a:cs typeface="DIN Condensed"/>
              </a:defRPr>
            </a:pPr>
            <a:r>
              <a:rPr sz="2250" b="1" i="0">
                <a:solidFill>
                  <a:srgbClr val="25112C"/>
                </a:solidFill>
                <a:latin typeface="DIN Condensed"/>
                <a:ea typeface="DIN Condensed"/>
                <a:cs typeface="DIN Condensed"/>
              </a:rPr>
              <a:t>LA EXPERIENCIA CONVIERTE.</a:t>
            </a:r>
          </a:p>
          <a:p xmlns:a="http://schemas.openxmlformats.org/drawingml/2006/main">
            <a:pPr algn="l">
              <a:lnSpc>
                <a:spcPct val="102000"/>
              </a:lnSpc>
              <a:buNone/>
              <a:defRPr sz="2250" b="1" i="0">
                <a:solidFill>
                  <a:srgbClr val="25112C"/>
                </a:solidFill>
                <a:latin typeface="DIN Condensed"/>
                <a:ea typeface="DIN Condensed"/>
                <a:cs typeface="DIN Condensed"/>
              </a:defRPr>
            </a:pPr>
            <a:r>
              <a:rPr sz="2250" b="1" i="0">
                <a:solidFill>
                  <a:srgbClr val="25112C"/>
                </a:solidFill>
                <a:latin typeface="DIN Condensed"/>
                <a:ea typeface="DIN Condensed"/>
                <a:cs typeface="DIN Condensed"/>
              </a:rPr>
              <a:t>LA VERDAD OPERATIVA HACE VOLVER.</a:t>
            </a:r>
          </a:p>
        </p:txBody>
      </p:sp>
      <p:sp>
        <p:nvSpPr>
          <p:cNvPr id="15" name="">
            <a:extLst xmlns:a="http://schemas.openxmlformats.org/drawingml/2006/main">
              <a:ext uri="{FF2B5EF4-FFF2-40B4-BE49-F238E27FC236}">
                <a16:creationId xmlns:a16="http://schemas.microsoft.com/office/drawing/2014/main" id="{9D3A03C0-F5FE-448F-A244-19ADAF0A529D}"/>
              </a:ext>
            </a:extLst>
          </p:cNvPr>
          <p:cNvSpPr>
            <a:spLocks xmlns:a="http://schemas.openxmlformats.org/drawingml/2006/main" noGrp="1"/>
          </p:cNvSpPr>
          <p:nvPr/>
        </p:nvSpPr>
        <p:spPr>
          <a:xfrm xmlns:a="http://schemas.openxmlformats.org/drawingml/2006/main">
            <a:off x="609600" y="5695950"/>
            <a:ext cx="1619250" cy="285750"/>
          </a:xfrm>
          <a:prstGeom xmlns:a="http://schemas.openxmlformats.org/drawingml/2006/main" prst="roundRect">
            <a:avLst>
              <a:gd name="adj" fmla="val 50000"/>
            </a:avLst>
          </a:prstGeom>
          <a:solidFill xmlns:a="http://schemas.openxmlformats.org/drawingml/2006/main">
            <a:srgbClr val="E72D7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EC59A51C-565D-45F5-922E-E13D9A81263A}"/>
              </a:ext>
            </a:extLst>
          </p:cNvPr>
          <p:cNvSpPr>
            <a:spLocks xmlns:a="http://schemas.openxmlformats.org/drawingml/2006/main" noGrp="1"/>
          </p:cNvSpPr>
          <p:nvPr/>
        </p:nvSpPr>
        <p:spPr>
          <a:xfrm xmlns:a="http://schemas.openxmlformats.org/drawingml/2006/main">
            <a:off x="704850" y="574357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825" b="1" i="0">
                <a:solidFill>
                  <a:srgbClr val="FFFFFF"/>
                </a:solidFill>
                <a:latin typeface="Avenir Next"/>
                <a:ea typeface="Avenir Next"/>
                <a:cs typeface="Avenir Next"/>
              </a:defRPr>
            </a:pPr>
            <a:r>
              <a:rPr sz="825" b="1" i="0">
                <a:solidFill>
                  <a:srgbClr val="FFFFFF"/>
                </a:solidFill>
                <a:latin typeface="Avenir Next"/>
                <a:ea typeface="Avenir Next"/>
                <a:cs typeface="Avenir Next"/>
              </a:rPr>
              <a:t>ES TRADICIÓN</a:t>
            </a:r>
          </a:p>
        </p:txBody>
      </p:sp>
    </p:spTree>
    <p:extLst>
      <p:ext uri="{BB962C8B-B14F-4D97-AF65-F5344CB8AC3E}">
        <p14:creationId xmlns:p14="http://schemas.microsoft.com/office/powerpoint/2010/main" val="1269447360"/>
      </p:ext>
    </p:extLst>
  </p:cSld>
</p:sld>
</file>

<file path=ppt/slides/slide3.xml><?xml version="1.0" encoding="utf-8"?>
<p:sld xmlns:p="http://schemas.openxmlformats.org/presentationml/2006/main">
  <p:cSld>
    <p:bg>
      <p:bgPr>
        <a:solidFill xmlns:a="http://schemas.openxmlformats.org/drawingml/2006/main">
          <a:srgbClr val="FFF7EA"/>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557594EA-FBB3-463E-B5CB-873673627A95}"/>
              </a:ext>
            </a:extLst>
          </p:cNvPr>
          <p:cNvSpPr>
            <a:spLocks xmlns:a="http://schemas.openxmlformats.org/drawingml/2006/main" noGrp="1"/>
          </p:cNvSpPr>
          <p:nvPr/>
        </p:nvSpPr>
        <p:spPr>
          <a:xfrm xmlns:a="http://schemas.openxmlformats.org/drawingml/2006/main">
            <a:off x="0" y="0"/>
            <a:ext cx="2438400" cy="66675"/>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3EFEDFD-96EA-4C6C-B16C-64E9BD6F3006}"/>
              </a:ext>
            </a:extLst>
          </p:cNvPr>
          <p:cNvSpPr>
            <a:spLocks xmlns:a="http://schemas.openxmlformats.org/drawingml/2006/main" noGrp="1"/>
          </p:cNvSpPr>
          <p:nvPr/>
        </p:nvSpPr>
        <p:spPr>
          <a:xfrm xmlns:a="http://schemas.openxmlformats.org/drawingml/2006/main">
            <a:off x="2438400" y="0"/>
            <a:ext cx="2438400" cy="66675"/>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05CA1E4-436D-456D-8672-9DEFDD0152A5}"/>
              </a:ext>
            </a:extLst>
          </p:cNvPr>
          <p:cNvSpPr>
            <a:spLocks xmlns:a="http://schemas.openxmlformats.org/drawingml/2006/main" noGrp="1"/>
          </p:cNvSpPr>
          <p:nvPr/>
        </p:nvSpPr>
        <p:spPr>
          <a:xfrm xmlns:a="http://schemas.openxmlformats.org/drawingml/2006/main">
            <a:off x="4876800" y="0"/>
            <a:ext cx="2438400" cy="66675"/>
          </a:xfrm>
          <a:prstGeom xmlns:a="http://schemas.openxmlformats.org/drawingml/2006/main" prst="rect">
            <a:avLst/>
          </a:prstGeom>
          <a:solidFill xmlns:a="http://schemas.openxmlformats.org/drawingml/2006/main">
            <a:srgbClr val="FFC92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DE65B83-F6BD-4003-8B00-6053E358FD5A}"/>
              </a:ext>
            </a:extLst>
          </p:cNvPr>
          <p:cNvSpPr>
            <a:spLocks xmlns:a="http://schemas.openxmlformats.org/drawingml/2006/main" noGrp="1"/>
          </p:cNvSpPr>
          <p:nvPr/>
        </p:nvSpPr>
        <p:spPr>
          <a:xfrm xmlns:a="http://schemas.openxmlformats.org/drawingml/2006/main">
            <a:off x="7315200" y="0"/>
            <a:ext cx="2438400" cy="66675"/>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E17EFABD-FFA8-431C-A311-96F599CBEB41}"/>
              </a:ext>
            </a:extLst>
          </p:cNvPr>
          <p:cNvSpPr>
            <a:spLocks xmlns:a="http://schemas.openxmlformats.org/drawingml/2006/main" noGrp="1"/>
          </p:cNvSpPr>
          <p:nvPr/>
        </p:nvSpPr>
        <p:spPr>
          <a:xfrm xmlns:a="http://schemas.openxmlformats.org/drawingml/2006/main">
            <a:off x="9753600" y="0"/>
            <a:ext cx="2438400" cy="66675"/>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298C1CB3-2E06-4680-91E7-30154479E153}"/>
              </a:ext>
            </a:extLst>
          </p:cNvPr>
          <p:cNvSpPr>
            <a:spLocks xmlns:a="http://schemas.openxmlformats.org/drawingml/2006/main" noGrp="1"/>
          </p:cNvSpPr>
          <p:nvPr/>
        </p:nvSpPr>
        <p:spPr>
          <a:xfrm xmlns:a="http://schemas.openxmlformats.org/drawingml/2006/main">
            <a:off x="609600" y="26670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E72D78"/>
                </a:solidFill>
                <a:latin typeface="Avenir Next"/>
                <a:ea typeface="Avenir Next"/>
                <a:cs typeface="Avenir Next"/>
              </a:defRPr>
            </a:pPr>
            <a:r>
              <a:rPr sz="825" b="1" i="0">
                <a:solidFill>
                  <a:srgbClr val="E72D78"/>
                </a:solidFill>
                <a:latin typeface="Avenir Next"/>
                <a:ea typeface="Avenir Next"/>
                <a:cs typeface="Avenir Next"/>
              </a:rPr>
              <a:t>HISTORIA Y ESCALA</a:t>
            </a:r>
          </a:p>
        </p:txBody>
      </p:sp>
      <p:sp>
        <p:nvSpPr>
          <p:cNvPr id="7" name="">
            <a:extLst xmlns:a="http://schemas.openxmlformats.org/drawingml/2006/main">
              <a:ext uri="{FF2B5EF4-FFF2-40B4-BE49-F238E27FC236}">
                <a16:creationId xmlns:a16="http://schemas.microsoft.com/office/drawing/2014/main" id="{970E1CEB-3484-4252-AA47-1FCF5ECD59D2}"/>
              </a:ext>
            </a:extLst>
          </p:cNvPr>
          <p:cNvSpPr>
            <a:spLocks xmlns:a="http://schemas.openxmlformats.org/drawingml/2006/main" noGrp="1"/>
          </p:cNvSpPr>
          <p:nvPr/>
        </p:nvSpPr>
        <p:spPr>
          <a:xfrm xmlns:a="http://schemas.openxmlformats.org/drawingml/2006/main">
            <a:off x="609600" y="6534150"/>
            <a:ext cx="4762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675" b="1" i="0">
                <a:solidFill>
                  <a:srgbClr val="25112C">
                    <a:alpha val="55000"/>
                  </a:srgbClr>
                </a:solidFill>
                <a:latin typeface="Avenir Next"/>
                <a:ea typeface="Avenir Next"/>
                <a:cs typeface="Avenir Next"/>
              </a:defRPr>
            </a:pPr>
            <a:r>
              <a:rPr sz="675" b="1" i="0">
                <a:solidFill>
                  <a:srgbClr val="25112C">
                    <a:alpha val="55000"/>
                  </a:srgbClr>
                </a:solidFill>
                <a:latin typeface="Avenir Next"/>
                <a:ea typeface="Avenir Next"/>
                <a:cs typeface="Avenir Next"/>
              </a:rPr>
              <a:t>DOCUMENTO INTERNO · PROPUESTA EN REVISIÓN</a:t>
            </a:r>
          </a:p>
        </p:txBody>
      </p:sp>
      <p:sp>
        <p:nvSpPr>
          <p:cNvPr id="8" name="">
            <a:extLst xmlns:a="http://schemas.openxmlformats.org/drawingml/2006/main">
              <a:ext uri="{FF2B5EF4-FFF2-40B4-BE49-F238E27FC236}">
                <a16:creationId xmlns:a16="http://schemas.microsoft.com/office/drawing/2014/main" id="{2E25BFB2-86B0-41E0-B713-56286E264F2D}"/>
              </a:ext>
            </a:extLst>
          </p:cNvPr>
          <p:cNvSpPr>
            <a:spLocks xmlns:a="http://schemas.openxmlformats.org/drawingml/2006/main" noGrp="1"/>
          </p:cNvSpPr>
          <p:nvPr/>
        </p:nvSpPr>
        <p:spPr>
          <a:xfrm xmlns:a="http://schemas.openxmlformats.org/drawingml/2006/main">
            <a:off x="11239500" y="6505575"/>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750" b="1" i="0">
                <a:solidFill>
                  <a:srgbClr val="25112C">
                    <a:alpha val="55000"/>
                  </a:srgbClr>
                </a:solidFill>
                <a:latin typeface="Avenir Next"/>
                <a:ea typeface="Avenir Next"/>
                <a:cs typeface="Avenir Next"/>
              </a:defRPr>
            </a:pPr>
            <a:r>
              <a:rPr sz="750" b="1" i="0">
                <a:solidFill>
                  <a:srgbClr val="25112C">
                    <a:alpha val="55000"/>
                  </a:srgbClr>
                </a:solidFill>
                <a:latin typeface="Avenir Next"/>
                <a:ea typeface="Avenir Next"/>
                <a:cs typeface="Avenir Next"/>
              </a:rPr>
              <a:t>03</a:t>
            </a:r>
          </a:p>
        </p:txBody>
      </p:sp>
      <p:sp>
        <p:nvSpPr>
          <p:cNvPr id="9" name="">
            <a:extLst xmlns:a="http://schemas.openxmlformats.org/drawingml/2006/main">
              <a:ext uri="{FF2B5EF4-FFF2-40B4-BE49-F238E27FC236}">
                <a16:creationId xmlns:a16="http://schemas.microsoft.com/office/drawing/2014/main" id="{9ECDC668-BA57-4E39-9031-1242CE412F65}"/>
              </a:ext>
            </a:extLst>
          </p:cNvPr>
          <p:cNvSpPr>
            <a:spLocks xmlns:a="http://schemas.openxmlformats.org/drawingml/2006/main" noGrp="1"/>
          </p:cNvSpPr>
          <p:nvPr/>
        </p:nvSpPr>
        <p:spPr>
          <a:xfrm xmlns:a="http://schemas.openxmlformats.org/drawingml/2006/main">
            <a:off x="609600" y="666750"/>
            <a:ext cx="1066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E72D78"/>
                </a:solidFill>
                <a:latin typeface="Avenir Next"/>
                <a:ea typeface="Avenir Next"/>
                <a:cs typeface="Avenir Next"/>
              </a:defRPr>
            </a:pPr>
            <a:r>
              <a:rPr sz="900" b="1" i="0">
                <a:solidFill>
                  <a:srgbClr val="E72D78"/>
                </a:solidFill>
                <a:latin typeface="Avenir Next"/>
                <a:ea typeface="Avenir Next"/>
                <a:cs typeface="Avenir Next"/>
              </a:rPr>
              <a:t>LA EVIDENCIA</a:t>
            </a:r>
          </a:p>
        </p:txBody>
      </p:sp>
      <p:sp>
        <p:nvSpPr>
          <p:cNvPr id="10" name="">
            <a:extLst xmlns:a="http://schemas.openxmlformats.org/drawingml/2006/main">
              <a:ext uri="{FF2B5EF4-FFF2-40B4-BE49-F238E27FC236}">
                <a16:creationId xmlns:a16="http://schemas.microsoft.com/office/drawing/2014/main" id="{A3A8D9AA-DBCF-4269-B024-89DFB04B932B}"/>
              </a:ext>
            </a:extLst>
          </p:cNvPr>
          <p:cNvSpPr>
            <a:spLocks xmlns:a="http://schemas.openxmlformats.org/drawingml/2006/main" noGrp="1"/>
          </p:cNvSpPr>
          <p:nvPr/>
        </p:nvSpPr>
        <p:spPr>
          <a:xfrm xmlns:a="http://schemas.openxmlformats.org/drawingml/2006/main">
            <a:off x="609600" y="990600"/>
            <a:ext cx="1066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4350" b="1" i="0">
                <a:solidFill>
                  <a:srgbClr val="25112C"/>
                </a:solidFill>
                <a:latin typeface="DIN Condensed"/>
                <a:ea typeface="DIN Condensed"/>
                <a:cs typeface="DIN Condensed"/>
              </a:defRPr>
            </a:pPr>
            <a:r>
              <a:rPr sz="4350" b="1" i="0">
                <a:solidFill>
                  <a:srgbClr val="25112C"/>
                </a:solidFill>
                <a:latin typeface="DIN Condensed"/>
                <a:ea typeface="DIN Condensed"/>
                <a:cs typeface="DIN Condensed"/>
              </a:rPr>
              <a:t>Una feria con historia y escala.</a:t>
            </a:r>
          </a:p>
        </p:txBody>
      </p:sp>
      <p:sp>
        <p:nvSpPr>
          <p:cNvPr id="11" name="">
            <a:extLst xmlns:a="http://schemas.openxmlformats.org/drawingml/2006/main">
              <a:ext uri="{FF2B5EF4-FFF2-40B4-BE49-F238E27FC236}">
                <a16:creationId xmlns:a16="http://schemas.microsoft.com/office/drawing/2014/main" id="{309C2520-0105-4853-97E2-2B6B8DEFF998}"/>
              </a:ext>
            </a:extLst>
          </p:cNvPr>
          <p:cNvSpPr>
            <a:spLocks xmlns:a="http://schemas.openxmlformats.org/drawingml/2006/main" noGrp="1"/>
          </p:cNvSpPr>
          <p:nvPr/>
        </p:nvSpPr>
        <p:spPr>
          <a:xfrm xmlns:a="http://schemas.openxmlformats.org/drawingml/2006/main">
            <a:off x="609600" y="182880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0" i="0">
                <a:solidFill>
                  <a:srgbClr val="6D6470"/>
                </a:solidFill>
                <a:latin typeface="Avenir Next"/>
                <a:ea typeface="Avenir Next"/>
                <a:cs typeface="Avenir Next"/>
              </a:defRPr>
            </a:pPr>
            <a:r>
              <a:rPr sz="1500" b="0" i="0">
                <a:solidFill>
                  <a:srgbClr val="6D6470"/>
                </a:solidFill>
                <a:latin typeface="Avenir Next"/>
                <a:ea typeface="Avenir Next"/>
                <a:cs typeface="Avenir Next"/>
              </a:rPr>
              <a:t>Los antecedentes sostienen el relato. La operación 2026 debe volver a comprobarlos antes de comunicarlos como vigentes.</a:t>
            </a:r>
          </a:p>
        </p:txBody>
      </p:sp>
      <p:sp>
        <p:nvSpPr>
          <p:cNvPr id="12" name="">
            <a:extLst xmlns:a="http://schemas.openxmlformats.org/drawingml/2006/main">
              <a:ext uri="{FF2B5EF4-FFF2-40B4-BE49-F238E27FC236}">
                <a16:creationId xmlns:a16="http://schemas.microsoft.com/office/drawing/2014/main" id="{1D1CA003-36B7-4F86-A8E7-D0DC04F45539}"/>
              </a:ext>
            </a:extLst>
          </p:cNvPr>
          <p:cNvSpPr>
            <a:spLocks xmlns:a="http://schemas.openxmlformats.org/drawingml/2006/main" noGrp="1"/>
          </p:cNvSpPr>
          <p:nvPr/>
        </p:nvSpPr>
        <p:spPr>
          <a:xfrm xmlns:a="http://schemas.openxmlformats.org/drawingml/2006/main">
            <a:off x="609600" y="2781300"/>
            <a:ext cx="2438400" cy="2095500"/>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008E5677-8BC1-4509-82DE-D730EEDEE927}"/>
              </a:ext>
            </a:extLst>
          </p:cNvPr>
          <p:cNvSpPr>
            <a:spLocks xmlns:a="http://schemas.openxmlformats.org/drawingml/2006/main" noGrp="1"/>
          </p:cNvSpPr>
          <p:nvPr/>
        </p:nvSpPr>
        <p:spPr>
          <a:xfrm xmlns:a="http://schemas.openxmlformats.org/drawingml/2006/main">
            <a:off x="781050" y="3105150"/>
            <a:ext cx="20955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4050" b="1" i="0">
                <a:solidFill>
                  <a:srgbClr val="FFFFFF"/>
                </a:solidFill>
                <a:latin typeface="DIN Condensed"/>
                <a:ea typeface="DIN Condensed"/>
                <a:cs typeface="DIN Condensed"/>
              </a:defRPr>
            </a:pPr>
            <a:r>
              <a:rPr sz="4050" b="1" i="0">
                <a:solidFill>
                  <a:srgbClr val="FFFFFF"/>
                </a:solidFill>
                <a:latin typeface="DIN Condensed"/>
                <a:ea typeface="DIN Condensed"/>
                <a:cs typeface="DIN Condensed"/>
              </a:rPr>
              <a:t>25 MIL</a:t>
            </a:r>
          </a:p>
        </p:txBody>
      </p:sp>
      <p:sp>
        <p:nvSpPr>
          <p:cNvPr id="14" name="">
            <a:extLst xmlns:a="http://schemas.openxmlformats.org/drawingml/2006/main">
              <a:ext uri="{FF2B5EF4-FFF2-40B4-BE49-F238E27FC236}">
                <a16:creationId xmlns:a16="http://schemas.microsoft.com/office/drawing/2014/main" id="{6BF30C54-4086-49A3-868F-D856BD3A56F3}"/>
              </a:ext>
            </a:extLst>
          </p:cNvPr>
          <p:cNvSpPr>
            <a:spLocks xmlns:a="http://schemas.openxmlformats.org/drawingml/2006/main" noGrp="1"/>
          </p:cNvSpPr>
          <p:nvPr/>
        </p:nvSpPr>
        <p:spPr>
          <a:xfrm xmlns:a="http://schemas.openxmlformats.org/drawingml/2006/main">
            <a:off x="800100" y="4095750"/>
            <a:ext cx="2057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VASOS CUMPLIDOS EN 2025</a:t>
            </a:r>
          </a:p>
        </p:txBody>
      </p:sp>
      <p:sp>
        <p:nvSpPr>
          <p:cNvPr id="15" name="">
            <a:extLst xmlns:a="http://schemas.openxmlformats.org/drawingml/2006/main">
              <a:ext uri="{FF2B5EF4-FFF2-40B4-BE49-F238E27FC236}">
                <a16:creationId xmlns:a16="http://schemas.microsoft.com/office/drawing/2014/main" id="{AAFB3B8A-7488-472E-AC1A-402CD6F78C63}"/>
              </a:ext>
            </a:extLst>
          </p:cNvPr>
          <p:cNvSpPr>
            <a:spLocks xmlns:a="http://schemas.openxmlformats.org/drawingml/2006/main" noGrp="1"/>
          </p:cNvSpPr>
          <p:nvPr/>
        </p:nvSpPr>
        <p:spPr>
          <a:xfrm xmlns:a="http://schemas.openxmlformats.org/drawingml/2006/main">
            <a:off x="3390900" y="2781300"/>
            <a:ext cx="2438400" cy="2095500"/>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3FA2A9D9-F307-4D40-9770-3CB8A41C1ED7}"/>
              </a:ext>
            </a:extLst>
          </p:cNvPr>
          <p:cNvSpPr>
            <a:spLocks xmlns:a="http://schemas.openxmlformats.org/drawingml/2006/main" noGrp="1"/>
          </p:cNvSpPr>
          <p:nvPr/>
        </p:nvSpPr>
        <p:spPr>
          <a:xfrm xmlns:a="http://schemas.openxmlformats.org/drawingml/2006/main">
            <a:off x="3562350" y="3105150"/>
            <a:ext cx="20955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4050" b="1" i="0">
                <a:solidFill>
                  <a:srgbClr val="FFFFFF"/>
                </a:solidFill>
                <a:latin typeface="DIN Condensed"/>
                <a:ea typeface="DIN Condensed"/>
                <a:cs typeface="DIN Condensed"/>
              </a:defRPr>
            </a:pPr>
            <a:r>
              <a:rPr sz="4050" b="1" i="0">
                <a:solidFill>
                  <a:srgbClr val="FFFFFF"/>
                </a:solidFill>
                <a:latin typeface="DIN Condensed"/>
                <a:ea typeface="DIN Condensed"/>
                <a:cs typeface="DIN Condensed"/>
              </a:rPr>
              <a:t>&gt;10 MIL</a:t>
            </a:r>
          </a:p>
        </p:txBody>
      </p:sp>
      <p:sp>
        <p:nvSpPr>
          <p:cNvPr id="17" name="">
            <a:extLst xmlns:a="http://schemas.openxmlformats.org/drawingml/2006/main">
              <a:ext uri="{FF2B5EF4-FFF2-40B4-BE49-F238E27FC236}">
                <a16:creationId xmlns:a16="http://schemas.microsoft.com/office/drawing/2014/main" id="{8B0864BF-C074-44E4-8E9A-876862D49137}"/>
              </a:ext>
            </a:extLst>
          </p:cNvPr>
          <p:cNvSpPr>
            <a:spLocks xmlns:a="http://schemas.openxmlformats.org/drawingml/2006/main" noGrp="1"/>
          </p:cNvSpPr>
          <p:nvPr/>
        </p:nvSpPr>
        <p:spPr>
          <a:xfrm xmlns:a="http://schemas.openxmlformats.org/drawingml/2006/main">
            <a:off x="3581400" y="4095750"/>
            <a:ext cx="2057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ESPACIOS DE ESTACIONAMIENTO COMUNICADOS EN 2025</a:t>
            </a:r>
          </a:p>
        </p:txBody>
      </p:sp>
      <p:sp>
        <p:nvSpPr>
          <p:cNvPr id="18" name="">
            <a:extLst xmlns:a="http://schemas.openxmlformats.org/drawingml/2006/main">
              <a:ext uri="{FF2B5EF4-FFF2-40B4-BE49-F238E27FC236}">
                <a16:creationId xmlns:a16="http://schemas.microsoft.com/office/drawing/2014/main" id="{8612FFD8-5F79-49E1-977E-5F09A25988C0}"/>
              </a:ext>
            </a:extLst>
          </p:cNvPr>
          <p:cNvSpPr>
            <a:spLocks xmlns:a="http://schemas.openxmlformats.org/drawingml/2006/main" noGrp="1"/>
          </p:cNvSpPr>
          <p:nvPr/>
        </p:nvSpPr>
        <p:spPr>
          <a:xfrm xmlns:a="http://schemas.openxmlformats.org/drawingml/2006/main">
            <a:off x="6172200" y="2781300"/>
            <a:ext cx="2438400" cy="2095500"/>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2D475FAF-53C7-4268-A090-59C50829A82A}"/>
              </a:ext>
            </a:extLst>
          </p:cNvPr>
          <p:cNvSpPr>
            <a:spLocks xmlns:a="http://schemas.openxmlformats.org/drawingml/2006/main" noGrp="1"/>
          </p:cNvSpPr>
          <p:nvPr/>
        </p:nvSpPr>
        <p:spPr>
          <a:xfrm xmlns:a="http://schemas.openxmlformats.org/drawingml/2006/main">
            <a:off x="6343650" y="3105150"/>
            <a:ext cx="20955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4050" b="1" i="0">
                <a:solidFill>
                  <a:srgbClr val="FFFFFF"/>
                </a:solidFill>
                <a:latin typeface="DIN Condensed"/>
                <a:ea typeface="DIN Condensed"/>
                <a:cs typeface="DIN Condensed"/>
              </a:defRPr>
            </a:pPr>
            <a:r>
              <a:rPr sz="4050" b="1" i="0">
                <a:solidFill>
                  <a:srgbClr val="FFFFFF"/>
                </a:solidFill>
                <a:latin typeface="DIN Condensed"/>
                <a:ea typeface="DIN Condensed"/>
                <a:cs typeface="DIN Condensed"/>
              </a:rPr>
              <a:t>6 CIFRAS</a:t>
            </a:r>
          </a:p>
        </p:txBody>
      </p:sp>
      <p:sp>
        <p:nvSpPr>
          <p:cNvPr id="20" name="">
            <a:extLst xmlns:a="http://schemas.openxmlformats.org/drawingml/2006/main">
              <a:ext uri="{FF2B5EF4-FFF2-40B4-BE49-F238E27FC236}">
                <a16:creationId xmlns:a16="http://schemas.microsoft.com/office/drawing/2014/main" id="{4140B210-5A11-49C3-9151-EE20D8A66BA9}"/>
              </a:ext>
            </a:extLst>
          </p:cNvPr>
          <p:cNvSpPr>
            <a:spLocks xmlns:a="http://schemas.openxmlformats.org/drawingml/2006/main" noGrp="1"/>
          </p:cNvSpPr>
          <p:nvPr/>
        </p:nvSpPr>
        <p:spPr>
          <a:xfrm xmlns:a="http://schemas.openxmlformats.org/drawingml/2006/main">
            <a:off x="6362700" y="4095750"/>
            <a:ext cx="2057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ASISTENCIAS HISTÓRICAS REPORTADAS</a:t>
            </a:r>
          </a:p>
        </p:txBody>
      </p:sp>
      <p:sp>
        <p:nvSpPr>
          <p:cNvPr id="21" name="">
            <a:extLst xmlns:a="http://schemas.openxmlformats.org/drawingml/2006/main">
              <a:ext uri="{FF2B5EF4-FFF2-40B4-BE49-F238E27FC236}">
                <a16:creationId xmlns:a16="http://schemas.microsoft.com/office/drawing/2014/main" id="{C78EF26C-C9A4-44DD-B993-B0B97AEDAE5A}"/>
              </a:ext>
            </a:extLst>
          </p:cNvPr>
          <p:cNvSpPr>
            <a:spLocks xmlns:a="http://schemas.openxmlformats.org/drawingml/2006/main" noGrp="1"/>
          </p:cNvSpPr>
          <p:nvPr/>
        </p:nvSpPr>
        <p:spPr>
          <a:xfrm xmlns:a="http://schemas.openxmlformats.org/drawingml/2006/main">
            <a:off x="8953500" y="2781300"/>
            <a:ext cx="2438400" cy="2095500"/>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4CEB4F98-CDB0-40C6-92E7-30C919F715DE}"/>
              </a:ext>
            </a:extLst>
          </p:cNvPr>
          <p:cNvSpPr>
            <a:spLocks xmlns:a="http://schemas.openxmlformats.org/drawingml/2006/main" noGrp="1"/>
          </p:cNvSpPr>
          <p:nvPr/>
        </p:nvSpPr>
        <p:spPr>
          <a:xfrm xmlns:a="http://schemas.openxmlformats.org/drawingml/2006/main">
            <a:off x="9124950" y="3105150"/>
            <a:ext cx="20955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4050" b="1" i="0">
                <a:solidFill>
                  <a:srgbClr val="FFFFFF"/>
                </a:solidFill>
                <a:latin typeface="DIN Condensed"/>
                <a:ea typeface="DIN Condensed"/>
                <a:cs typeface="DIN Condensed"/>
              </a:defRPr>
            </a:pPr>
            <a:r>
              <a:rPr sz="4050" b="1" i="0">
                <a:solidFill>
                  <a:srgbClr val="FFFFFF"/>
                </a:solidFill>
                <a:latin typeface="DIN Condensed"/>
                <a:ea typeface="DIN Condensed"/>
                <a:cs typeface="DIN Condensed"/>
              </a:rPr>
              <a:t>5 DÍAS</a:t>
            </a:r>
          </a:p>
        </p:txBody>
      </p:sp>
      <p:sp>
        <p:nvSpPr>
          <p:cNvPr id="23" name="">
            <a:extLst xmlns:a="http://schemas.openxmlformats.org/drawingml/2006/main">
              <a:ext uri="{FF2B5EF4-FFF2-40B4-BE49-F238E27FC236}">
                <a16:creationId xmlns:a16="http://schemas.microsoft.com/office/drawing/2014/main" id="{501CD595-618C-4CCD-8FD7-592FC386B808}"/>
              </a:ext>
            </a:extLst>
          </p:cNvPr>
          <p:cNvSpPr>
            <a:spLocks xmlns:a="http://schemas.openxmlformats.org/drawingml/2006/main" noGrp="1"/>
          </p:cNvSpPr>
          <p:nvPr/>
        </p:nvSpPr>
        <p:spPr>
          <a:xfrm xmlns:a="http://schemas.openxmlformats.org/drawingml/2006/main">
            <a:off x="9144000" y="4095750"/>
            <a:ext cx="2057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UNA EXPERIENCIA DISTINTA POR JORNADA</a:t>
            </a:r>
          </a:p>
        </p:txBody>
      </p:sp>
      <p:sp>
        <p:nvSpPr>
          <p:cNvPr id="24" name="">
            <a:extLst xmlns:a="http://schemas.openxmlformats.org/drawingml/2006/main">
              <a:ext uri="{FF2B5EF4-FFF2-40B4-BE49-F238E27FC236}">
                <a16:creationId xmlns:a16="http://schemas.microsoft.com/office/drawing/2014/main" id="{B3154BA6-3B89-48E5-A93B-1C47C9B87563}"/>
              </a:ext>
            </a:extLst>
          </p:cNvPr>
          <p:cNvSpPr>
            <a:spLocks xmlns:a="http://schemas.openxmlformats.org/drawingml/2006/main" noGrp="1"/>
          </p:cNvSpPr>
          <p:nvPr/>
        </p:nvSpPr>
        <p:spPr>
          <a:xfrm xmlns:a="http://schemas.openxmlformats.org/drawingml/2006/main">
            <a:off x="609600" y="5391150"/>
            <a:ext cx="10744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275" b="1" i="0">
                <a:solidFill>
                  <a:srgbClr val="25112C"/>
                </a:solidFill>
                <a:latin typeface="Avenir Next"/>
                <a:ea typeface="Avenir Next"/>
                <a:cs typeface="Avenir Next"/>
              </a:defRPr>
            </a:pPr>
            <a:r>
              <a:rPr sz="1275" b="1" i="0">
                <a:solidFill>
                  <a:srgbClr val="25112C"/>
                </a:solidFill>
                <a:latin typeface="Avenir Next"/>
                <a:ea typeface="Avenir Next"/>
                <a:cs typeface="Avenir Next"/>
              </a:rPr>
              <a:t>HISTÓRICO COMPROBADO ≠ PROMESA AUTOMÁTICA 2026</a:t>
            </a:r>
          </a:p>
        </p:txBody>
      </p:sp>
      <p:sp>
        <p:nvSpPr>
          <p:cNvPr id="25" name="">
            <a:extLst xmlns:a="http://schemas.openxmlformats.org/drawingml/2006/main">
              <a:ext uri="{FF2B5EF4-FFF2-40B4-BE49-F238E27FC236}">
                <a16:creationId xmlns:a16="http://schemas.microsoft.com/office/drawing/2014/main" id="{B243EF69-A210-4697-81E8-2A309CF866FB}"/>
              </a:ext>
            </a:extLst>
          </p:cNvPr>
          <p:cNvSpPr>
            <a:spLocks xmlns:a="http://schemas.openxmlformats.org/drawingml/2006/main" noGrp="1"/>
          </p:cNvSpPr>
          <p:nvPr/>
        </p:nvSpPr>
        <p:spPr>
          <a:xfrm xmlns:a="http://schemas.openxmlformats.org/drawingml/2006/main">
            <a:off x="609600" y="5772150"/>
            <a:ext cx="10744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050" b="0" i="0">
                <a:solidFill>
                  <a:srgbClr val="6D6470"/>
                </a:solidFill>
                <a:latin typeface="Avenir Next"/>
                <a:ea typeface="Avenir Next"/>
                <a:cs typeface="Avenir Next"/>
              </a:defRPr>
            </a:pPr>
            <a:r>
              <a:rPr sz="1050" b="0" i="0">
                <a:solidFill>
                  <a:srgbClr val="6D6470"/>
                </a:solidFill>
                <a:latin typeface="Avenir Next"/>
                <a:ea typeface="Avenir Next"/>
                <a:cs typeface="Avenir Next"/>
              </a:rPr>
              <a:t>Cada cifra pública requiere dueño, corte, fuente y fecha de actualización.</a:t>
            </a:r>
          </a:p>
        </p:txBody>
      </p:sp>
    </p:spTree>
    <p:extLst>
      <p:ext uri="{BB962C8B-B14F-4D97-AF65-F5344CB8AC3E}">
        <p14:creationId xmlns:p14="http://schemas.microsoft.com/office/powerpoint/2010/main" val="1754112754"/>
      </p:ext>
    </p:extLst>
  </p:cSld>
</p:sld>
</file>

<file path=ppt/slides/slide4.xml><?xml version="1.0" encoding="utf-8"?>
<p:sld xmlns:p="http://schemas.openxmlformats.org/presentationml/2006/main">
  <p:cSld>
    <p:bg>
      <p:bgPr>
        <a:solidFill xmlns:a="http://schemas.openxmlformats.org/drawingml/2006/main">
          <a:srgbClr val="00AFA0"/>
        </a:solidFill>
      </p:bgPr>
    </p:bg>
    <p:spTree>
      <p:nvGrpSpPr>
        <p:cNvPr id="1" name=""/>
        <p:cNvGrpSpPr/>
        <p:nvPr/>
      </p:nvGrpSpPr>
      <p:grpSpPr>
        <a:xfrm xmlns:a="http://schemas.openxmlformats.org/drawingml/2006/main"/>
      </p:grpSpPr>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9c96735e423a45e9"/>
          <a:srcRect xmlns:a="http://schemas.openxmlformats.org/drawingml/2006/main" l="33594" t="0" r="33594" b="0"/>
          <a:stretch xmlns:a="http://schemas.openxmlformats.org/drawingml/2006/main">
            <a:fillRect l="0" t="0" r="0" b="0"/>
          </a:stretch>
        </p:blipFill>
        <p:spPr>
          <a:xfrm xmlns:a="http://schemas.openxmlformats.org/drawingml/2006/main">
            <a:off x="8191500" y="0"/>
            <a:ext cx="40005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6FFA7C2-E962-4535-8EE1-6534F5FB6A2B}"/>
              </a:ext>
            </a:extLst>
          </p:cNvPr>
          <p:cNvSpPr>
            <a:spLocks xmlns:a="http://schemas.openxmlformats.org/drawingml/2006/main" noGrp="1"/>
          </p:cNvSpPr>
          <p:nvPr/>
        </p:nvSpPr>
        <p:spPr>
          <a:xfrm xmlns:a="http://schemas.openxmlformats.org/drawingml/2006/main">
            <a:off x="0" y="0"/>
            <a:ext cx="2438400" cy="66675"/>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EE24597-2623-468D-9442-CABD57E62ECA}"/>
              </a:ext>
            </a:extLst>
          </p:cNvPr>
          <p:cNvSpPr>
            <a:spLocks xmlns:a="http://schemas.openxmlformats.org/drawingml/2006/main" noGrp="1"/>
          </p:cNvSpPr>
          <p:nvPr/>
        </p:nvSpPr>
        <p:spPr>
          <a:xfrm xmlns:a="http://schemas.openxmlformats.org/drawingml/2006/main">
            <a:off x="2438400" y="0"/>
            <a:ext cx="2438400" cy="66675"/>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966B241-69F8-4BA3-98D4-10C6001FEF45}"/>
              </a:ext>
            </a:extLst>
          </p:cNvPr>
          <p:cNvSpPr>
            <a:spLocks xmlns:a="http://schemas.openxmlformats.org/drawingml/2006/main" noGrp="1"/>
          </p:cNvSpPr>
          <p:nvPr/>
        </p:nvSpPr>
        <p:spPr>
          <a:xfrm xmlns:a="http://schemas.openxmlformats.org/drawingml/2006/main">
            <a:off x="4876800" y="0"/>
            <a:ext cx="2438400" cy="66675"/>
          </a:xfrm>
          <a:prstGeom xmlns:a="http://schemas.openxmlformats.org/drawingml/2006/main" prst="rect">
            <a:avLst/>
          </a:prstGeom>
          <a:solidFill xmlns:a="http://schemas.openxmlformats.org/drawingml/2006/main">
            <a:srgbClr val="FFC92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0FF35C69-4310-4D81-85C7-301C1716F510}"/>
              </a:ext>
            </a:extLst>
          </p:cNvPr>
          <p:cNvSpPr>
            <a:spLocks xmlns:a="http://schemas.openxmlformats.org/drawingml/2006/main" noGrp="1"/>
          </p:cNvSpPr>
          <p:nvPr/>
        </p:nvSpPr>
        <p:spPr>
          <a:xfrm xmlns:a="http://schemas.openxmlformats.org/drawingml/2006/main">
            <a:off x="7315200" y="0"/>
            <a:ext cx="2438400" cy="66675"/>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47AD2B1D-4288-46D8-AEC5-BE2E78409580}"/>
              </a:ext>
            </a:extLst>
          </p:cNvPr>
          <p:cNvSpPr>
            <a:spLocks xmlns:a="http://schemas.openxmlformats.org/drawingml/2006/main" noGrp="1"/>
          </p:cNvSpPr>
          <p:nvPr/>
        </p:nvSpPr>
        <p:spPr>
          <a:xfrm xmlns:a="http://schemas.openxmlformats.org/drawingml/2006/main">
            <a:off x="9753600" y="0"/>
            <a:ext cx="2438400" cy="66675"/>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5BAFAFA-23BF-447B-80C7-C62324E1F6FC}"/>
              </a:ext>
            </a:extLst>
          </p:cNvPr>
          <p:cNvSpPr>
            <a:spLocks xmlns:a="http://schemas.openxmlformats.org/drawingml/2006/main" noGrp="1"/>
          </p:cNvSpPr>
          <p:nvPr/>
        </p:nvSpPr>
        <p:spPr>
          <a:xfrm xmlns:a="http://schemas.openxmlformats.org/drawingml/2006/main">
            <a:off x="609600" y="26670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FFC928"/>
                </a:solidFill>
                <a:latin typeface="Avenir Next"/>
                <a:ea typeface="Avenir Next"/>
                <a:cs typeface="Avenir Next"/>
              </a:defRPr>
            </a:pPr>
            <a:r>
              <a:rPr sz="825" b="1" i="0">
                <a:solidFill>
                  <a:srgbClr val="FFC928"/>
                </a:solidFill>
                <a:latin typeface="Avenir Next"/>
                <a:ea typeface="Avenir Next"/>
                <a:cs typeface="Avenir Next"/>
              </a:rPr>
              <a:t>VOZ PÚBLICA</a:t>
            </a:r>
          </a:p>
        </p:txBody>
      </p:sp>
      <p:sp>
        <p:nvSpPr>
          <p:cNvPr id="8" name="">
            <a:extLst xmlns:a="http://schemas.openxmlformats.org/drawingml/2006/main">
              <a:ext uri="{FF2B5EF4-FFF2-40B4-BE49-F238E27FC236}">
                <a16:creationId xmlns:a16="http://schemas.microsoft.com/office/drawing/2014/main" id="{DCDA214E-63D3-4540-B32D-E4623D7CC295}"/>
              </a:ext>
            </a:extLst>
          </p:cNvPr>
          <p:cNvSpPr>
            <a:spLocks xmlns:a="http://schemas.openxmlformats.org/drawingml/2006/main" noGrp="1"/>
          </p:cNvSpPr>
          <p:nvPr/>
        </p:nvSpPr>
        <p:spPr>
          <a:xfrm xmlns:a="http://schemas.openxmlformats.org/drawingml/2006/main">
            <a:off x="609600" y="6534150"/>
            <a:ext cx="4762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675" b="1" i="0">
                <a:solidFill>
                  <a:srgbClr val="FFFFFF">
                    <a:alpha val="52000"/>
                  </a:srgbClr>
                </a:solidFill>
                <a:latin typeface="Avenir Next"/>
                <a:ea typeface="Avenir Next"/>
                <a:cs typeface="Avenir Next"/>
              </a:defRPr>
            </a:pPr>
            <a:r>
              <a:rPr sz="675" b="1" i="0">
                <a:solidFill>
                  <a:srgbClr val="FFFFFF">
                    <a:alpha val="52000"/>
                  </a:srgbClr>
                </a:solidFill>
                <a:latin typeface="Avenir Next"/>
                <a:ea typeface="Avenir Next"/>
                <a:cs typeface="Avenir Next"/>
              </a:rPr>
              <a:t>DOCUMENTO INTERNO · PROPUESTA EN REVISIÓN</a:t>
            </a:r>
          </a:p>
        </p:txBody>
      </p:sp>
      <p:sp>
        <p:nvSpPr>
          <p:cNvPr id="9" name="">
            <a:extLst xmlns:a="http://schemas.openxmlformats.org/drawingml/2006/main">
              <a:ext uri="{FF2B5EF4-FFF2-40B4-BE49-F238E27FC236}">
                <a16:creationId xmlns:a16="http://schemas.microsoft.com/office/drawing/2014/main" id="{A94F71A2-A35A-4E11-8730-B6AA7ECF3772}"/>
              </a:ext>
            </a:extLst>
          </p:cNvPr>
          <p:cNvSpPr>
            <a:spLocks xmlns:a="http://schemas.openxmlformats.org/drawingml/2006/main" noGrp="1"/>
          </p:cNvSpPr>
          <p:nvPr/>
        </p:nvSpPr>
        <p:spPr>
          <a:xfrm xmlns:a="http://schemas.openxmlformats.org/drawingml/2006/main">
            <a:off x="11239500" y="6505575"/>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750" b="1" i="0">
                <a:solidFill>
                  <a:srgbClr val="FFFFFF">
                    <a:alpha val="52000"/>
                  </a:srgbClr>
                </a:solidFill>
                <a:latin typeface="Avenir Next"/>
                <a:ea typeface="Avenir Next"/>
                <a:cs typeface="Avenir Next"/>
              </a:defRPr>
            </a:pPr>
            <a:r>
              <a:rPr sz="750" b="1" i="0">
                <a:solidFill>
                  <a:srgbClr val="FFFFFF">
                    <a:alpha val="52000"/>
                  </a:srgbClr>
                </a:solidFill>
                <a:latin typeface="Avenir Next"/>
                <a:ea typeface="Avenir Next"/>
                <a:cs typeface="Avenir Next"/>
              </a:rPr>
              <a:t>04</a:t>
            </a:r>
          </a:p>
        </p:txBody>
      </p:sp>
      <p:sp>
        <p:nvSpPr>
          <p:cNvPr id="10" name="">
            <a:extLst xmlns:a="http://schemas.openxmlformats.org/drawingml/2006/main">
              <a:ext uri="{FF2B5EF4-FFF2-40B4-BE49-F238E27FC236}">
                <a16:creationId xmlns:a16="http://schemas.microsoft.com/office/drawing/2014/main" id="{A5AB7874-EC96-4522-904B-196C5BCD1982}"/>
              </a:ext>
            </a:extLst>
          </p:cNvPr>
          <p:cNvSpPr>
            <a:spLocks xmlns:a="http://schemas.openxmlformats.org/drawingml/2006/main" noGrp="1"/>
          </p:cNvSpPr>
          <p:nvPr/>
        </p:nvSpPr>
        <p:spPr>
          <a:xfrm xmlns:a="http://schemas.openxmlformats.org/drawingml/2006/main">
            <a:off x="609600" y="666750"/>
            <a:ext cx="628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FFC928"/>
                </a:solidFill>
                <a:latin typeface="Avenir Next"/>
                <a:ea typeface="Avenir Next"/>
                <a:cs typeface="Avenir Next"/>
              </a:defRPr>
            </a:pPr>
            <a:r>
              <a:rPr sz="900" b="1" i="0">
                <a:solidFill>
                  <a:srgbClr val="FFC928"/>
                </a:solidFill>
                <a:latin typeface="Avenir Next"/>
                <a:ea typeface="Avenir Next"/>
                <a:cs typeface="Avenir Next"/>
              </a:rPr>
              <a:t>LO QUE YA RECONOCEN</a:t>
            </a:r>
          </a:p>
        </p:txBody>
      </p:sp>
      <p:sp>
        <p:nvSpPr>
          <p:cNvPr id="11" name="">
            <a:extLst xmlns:a="http://schemas.openxmlformats.org/drawingml/2006/main">
              <a:ext uri="{FF2B5EF4-FFF2-40B4-BE49-F238E27FC236}">
                <a16:creationId xmlns:a16="http://schemas.microsoft.com/office/drawing/2014/main" id="{119C0EE1-826C-4488-AB5F-D4D41E3FB0E0}"/>
              </a:ext>
            </a:extLst>
          </p:cNvPr>
          <p:cNvSpPr>
            <a:spLocks xmlns:a="http://schemas.openxmlformats.org/drawingml/2006/main" noGrp="1"/>
          </p:cNvSpPr>
          <p:nvPr/>
        </p:nvSpPr>
        <p:spPr>
          <a:xfrm xmlns:a="http://schemas.openxmlformats.org/drawingml/2006/main">
            <a:off x="609600" y="990600"/>
            <a:ext cx="628650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3900" b="1" i="0">
                <a:solidFill>
                  <a:srgbClr val="FFFFFF"/>
                </a:solidFill>
                <a:latin typeface="DIN Condensed"/>
                <a:ea typeface="DIN Condensed"/>
                <a:cs typeface="DIN Condensed"/>
              </a:defRPr>
            </a:pPr>
            <a:r>
              <a:rPr sz="3900" b="1" i="0">
                <a:solidFill>
                  <a:srgbClr val="FFFFFF"/>
                </a:solidFill>
                <a:latin typeface="DIN Condensed"/>
                <a:ea typeface="DIN Condensed"/>
                <a:cs typeface="DIN Condensed"/>
              </a:rPr>
              <a:t>Familia, naturaleza y muchas experiencias en un lugar.</a:t>
            </a:r>
          </a:p>
        </p:txBody>
      </p:sp>
      <p:sp>
        <p:nvSpPr>
          <p:cNvPr id="12" name="">
            <a:extLst xmlns:a="http://schemas.openxmlformats.org/drawingml/2006/main">
              <a:ext uri="{FF2B5EF4-FFF2-40B4-BE49-F238E27FC236}">
                <a16:creationId xmlns:a16="http://schemas.microsoft.com/office/drawing/2014/main" id="{AC7A6C5C-9952-48EE-A847-3CAE953AA52F}"/>
              </a:ext>
            </a:extLst>
          </p:cNvPr>
          <p:cNvSpPr>
            <a:spLocks xmlns:a="http://schemas.openxmlformats.org/drawingml/2006/main" noGrp="1"/>
          </p:cNvSpPr>
          <p:nvPr/>
        </p:nvSpPr>
        <p:spPr>
          <a:xfrm xmlns:a="http://schemas.openxmlformats.org/drawingml/2006/main">
            <a:off x="609600" y="2247900"/>
            <a:ext cx="6286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0" i="0">
                <a:solidFill>
                  <a:srgbClr val="FFFFFF">
                    <a:alpha val="78000"/>
                  </a:srgbClr>
                </a:solidFill>
                <a:latin typeface="Avenir Next"/>
                <a:ea typeface="Avenir Next"/>
                <a:cs typeface="Avenir Next"/>
              </a:defRPr>
            </a:pPr>
            <a:r>
              <a:rPr sz="1500" b="0" i="0">
                <a:solidFill>
                  <a:srgbClr val="FFFFFF">
                    <a:alpha val="78000"/>
                  </a:srgbClr>
                </a:solidFill>
                <a:latin typeface="Avenir Next"/>
                <a:ea typeface="Avenir Next"/>
                <a:cs typeface="Avenir Next"/>
              </a:rPr>
              <a:t>La oportunidad no es inventar otra feria: es hacer visible lo que las personas ya valoran y demostrar que puede vivirse con orden.</a:t>
            </a:r>
          </a:p>
        </p:txBody>
      </p:sp>
      <p:sp>
        <p:nvSpPr>
          <p:cNvPr id="13" name="">
            <a:extLst xmlns:a="http://schemas.openxmlformats.org/drawingml/2006/main">
              <a:ext uri="{FF2B5EF4-FFF2-40B4-BE49-F238E27FC236}">
                <a16:creationId xmlns:a16="http://schemas.microsoft.com/office/drawing/2014/main" id="{DFEC6E5A-B4EC-4676-A149-3035621A5887}"/>
              </a:ext>
            </a:extLst>
          </p:cNvPr>
          <p:cNvSpPr>
            <a:spLocks xmlns:a="http://schemas.openxmlformats.org/drawingml/2006/main" noGrp="1"/>
          </p:cNvSpPr>
          <p:nvPr/>
        </p:nvSpPr>
        <p:spPr>
          <a:xfrm xmlns:a="http://schemas.openxmlformats.org/drawingml/2006/main">
            <a:off x="609600" y="3962400"/>
            <a:ext cx="2781300" cy="781050"/>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88753E09-E414-4A96-9E17-65C9C779BAD7}"/>
              </a:ext>
            </a:extLst>
          </p:cNvPr>
          <p:cNvSpPr>
            <a:spLocks xmlns:a="http://schemas.openxmlformats.org/drawingml/2006/main" noGrp="1"/>
          </p:cNvSpPr>
          <p:nvPr/>
        </p:nvSpPr>
        <p:spPr>
          <a:xfrm xmlns:a="http://schemas.openxmlformats.org/drawingml/2006/main">
            <a:off x="742950" y="4095750"/>
            <a:ext cx="2514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75" b="1" i="0">
                <a:solidFill>
                  <a:srgbClr val="FFFFFF"/>
                </a:solidFill>
                <a:latin typeface="DIN Condensed"/>
                <a:ea typeface="DIN Condensed"/>
                <a:cs typeface="DIN Condensed"/>
              </a:defRPr>
            </a:pPr>
            <a:r>
              <a:rPr sz="1275" b="1" i="0">
                <a:solidFill>
                  <a:srgbClr val="FFFFFF"/>
                </a:solidFill>
                <a:latin typeface="DIN Condensed"/>
                <a:ea typeface="DIN Condensed"/>
                <a:cs typeface="DIN Condensed"/>
              </a:rPr>
              <a:t>FAMILIA</a:t>
            </a:r>
          </a:p>
        </p:txBody>
      </p:sp>
      <p:sp>
        <p:nvSpPr>
          <p:cNvPr id="15" name="">
            <a:extLst xmlns:a="http://schemas.openxmlformats.org/drawingml/2006/main">
              <a:ext uri="{FF2B5EF4-FFF2-40B4-BE49-F238E27FC236}">
                <a16:creationId xmlns:a16="http://schemas.microsoft.com/office/drawing/2014/main" id="{804F295D-59B4-450D-AA42-BFC6205C6532}"/>
              </a:ext>
            </a:extLst>
          </p:cNvPr>
          <p:cNvSpPr>
            <a:spLocks xmlns:a="http://schemas.openxmlformats.org/drawingml/2006/main" noGrp="1"/>
          </p:cNvSpPr>
          <p:nvPr/>
        </p:nvSpPr>
        <p:spPr>
          <a:xfrm xmlns:a="http://schemas.openxmlformats.org/drawingml/2006/main">
            <a:off x="742950" y="4400550"/>
            <a:ext cx="2514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FFFFFF"/>
                </a:solidFill>
                <a:latin typeface="Avenir Next"/>
                <a:ea typeface="Avenir Next"/>
                <a:cs typeface="Avenir Next"/>
              </a:defRPr>
            </a:pPr>
            <a:r>
              <a:rPr sz="900" b="1" i="0">
                <a:solidFill>
                  <a:srgbClr val="FFFFFF"/>
                </a:solidFill>
                <a:latin typeface="Avenir Next"/>
                <a:ea typeface="Avenir Next"/>
                <a:cs typeface="Avenir Next"/>
              </a:rPr>
              <a:t>recorridos · animales · paisajes</a:t>
            </a:r>
          </a:p>
        </p:txBody>
      </p:sp>
      <p:sp>
        <p:nvSpPr>
          <p:cNvPr id="16" name="">
            <a:extLst xmlns:a="http://schemas.openxmlformats.org/drawingml/2006/main">
              <a:ext uri="{FF2B5EF4-FFF2-40B4-BE49-F238E27FC236}">
                <a16:creationId xmlns:a16="http://schemas.microsoft.com/office/drawing/2014/main" id="{1594706F-E331-49BD-83D8-F0804603EBC7}"/>
              </a:ext>
            </a:extLst>
          </p:cNvPr>
          <p:cNvSpPr>
            <a:spLocks xmlns:a="http://schemas.openxmlformats.org/drawingml/2006/main" noGrp="1"/>
          </p:cNvSpPr>
          <p:nvPr/>
        </p:nvSpPr>
        <p:spPr>
          <a:xfrm xmlns:a="http://schemas.openxmlformats.org/drawingml/2006/main">
            <a:off x="3638550" y="3962400"/>
            <a:ext cx="2781300" cy="781050"/>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CE85EB5D-C1B7-446C-9497-A60B75AC09FB}"/>
              </a:ext>
            </a:extLst>
          </p:cNvPr>
          <p:cNvSpPr>
            <a:spLocks xmlns:a="http://schemas.openxmlformats.org/drawingml/2006/main" noGrp="1"/>
          </p:cNvSpPr>
          <p:nvPr/>
        </p:nvSpPr>
        <p:spPr>
          <a:xfrm xmlns:a="http://schemas.openxmlformats.org/drawingml/2006/main">
            <a:off x="3771900" y="4095750"/>
            <a:ext cx="2514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75" b="1" i="0">
                <a:solidFill>
                  <a:srgbClr val="FFFFFF"/>
                </a:solidFill>
                <a:latin typeface="DIN Condensed"/>
                <a:ea typeface="DIN Condensed"/>
                <a:cs typeface="DIN Condensed"/>
              </a:defRPr>
            </a:pPr>
            <a:r>
              <a:rPr sz="1275" b="1" i="0">
                <a:solidFill>
                  <a:srgbClr val="FFFFFF"/>
                </a:solidFill>
                <a:latin typeface="DIN Condensed"/>
                <a:ea typeface="DIN Condensed"/>
                <a:cs typeface="DIN Condensed"/>
              </a:rPr>
              <a:t>VARIEDAD</a:t>
            </a:r>
          </a:p>
        </p:txBody>
      </p:sp>
      <p:sp>
        <p:nvSpPr>
          <p:cNvPr id="18" name="">
            <a:extLst xmlns:a="http://schemas.openxmlformats.org/drawingml/2006/main">
              <a:ext uri="{FF2B5EF4-FFF2-40B4-BE49-F238E27FC236}">
                <a16:creationId xmlns:a16="http://schemas.microsoft.com/office/drawing/2014/main" id="{31B8C36D-2D6C-4956-85E5-DA90A3E3BE0D}"/>
              </a:ext>
            </a:extLst>
          </p:cNvPr>
          <p:cNvSpPr>
            <a:spLocks xmlns:a="http://schemas.openxmlformats.org/drawingml/2006/main" noGrp="1"/>
          </p:cNvSpPr>
          <p:nvPr/>
        </p:nvSpPr>
        <p:spPr>
          <a:xfrm xmlns:a="http://schemas.openxmlformats.org/drawingml/2006/main">
            <a:off x="3771900" y="4400550"/>
            <a:ext cx="2514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FFFFFF"/>
                </a:solidFill>
                <a:latin typeface="Avenir Next"/>
                <a:ea typeface="Avenir Next"/>
                <a:cs typeface="Avenir Next"/>
              </a:defRPr>
            </a:pPr>
            <a:r>
              <a:rPr sz="900" b="1" i="0">
                <a:solidFill>
                  <a:srgbClr val="FFFFFF"/>
                </a:solidFill>
                <a:latin typeface="Avenir Next"/>
                <a:ea typeface="Avenir Next"/>
                <a:cs typeface="Avenir Next"/>
              </a:rPr>
              <a:t>feria · deporte · comida · música</a:t>
            </a:r>
          </a:p>
        </p:txBody>
      </p:sp>
      <p:sp>
        <p:nvSpPr>
          <p:cNvPr id="19" name="">
            <a:extLst xmlns:a="http://schemas.openxmlformats.org/drawingml/2006/main">
              <a:ext uri="{FF2B5EF4-FFF2-40B4-BE49-F238E27FC236}">
                <a16:creationId xmlns:a16="http://schemas.microsoft.com/office/drawing/2014/main" id="{64312001-A86D-41E4-AEF7-D4BA632DACF7}"/>
              </a:ext>
            </a:extLst>
          </p:cNvPr>
          <p:cNvSpPr>
            <a:spLocks xmlns:a="http://schemas.openxmlformats.org/drawingml/2006/main" noGrp="1"/>
          </p:cNvSpPr>
          <p:nvPr/>
        </p:nvSpPr>
        <p:spPr>
          <a:xfrm xmlns:a="http://schemas.openxmlformats.org/drawingml/2006/main">
            <a:off x="609600" y="4933950"/>
            <a:ext cx="2781300" cy="781050"/>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AE7C8B4C-10A3-410B-B282-BEAFA09D90AC}"/>
              </a:ext>
            </a:extLst>
          </p:cNvPr>
          <p:cNvSpPr>
            <a:spLocks xmlns:a="http://schemas.openxmlformats.org/drawingml/2006/main" noGrp="1"/>
          </p:cNvSpPr>
          <p:nvPr/>
        </p:nvSpPr>
        <p:spPr>
          <a:xfrm xmlns:a="http://schemas.openxmlformats.org/drawingml/2006/main">
            <a:off x="742950" y="5067300"/>
            <a:ext cx="2514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75" b="1" i="0">
                <a:solidFill>
                  <a:srgbClr val="FFFFFF"/>
                </a:solidFill>
                <a:latin typeface="DIN Condensed"/>
                <a:ea typeface="DIN Condensed"/>
                <a:cs typeface="DIN Condensed"/>
              </a:defRPr>
            </a:pPr>
            <a:r>
              <a:rPr sz="1275" b="1" i="0">
                <a:solidFill>
                  <a:srgbClr val="FFFFFF"/>
                </a:solidFill>
                <a:latin typeface="DIN Condensed"/>
                <a:ea typeface="DIN Condensed"/>
                <a:cs typeface="DIN Condensed"/>
              </a:rPr>
              <a:t>DESCUBRIMIENTO</a:t>
            </a:r>
          </a:p>
        </p:txBody>
      </p:sp>
      <p:sp>
        <p:nvSpPr>
          <p:cNvPr id="21" name="">
            <a:extLst xmlns:a="http://schemas.openxmlformats.org/drawingml/2006/main">
              <a:ext uri="{FF2B5EF4-FFF2-40B4-BE49-F238E27FC236}">
                <a16:creationId xmlns:a16="http://schemas.microsoft.com/office/drawing/2014/main" id="{9FE5E49F-4195-4245-8131-BEC603087311}"/>
              </a:ext>
            </a:extLst>
          </p:cNvPr>
          <p:cNvSpPr>
            <a:spLocks xmlns:a="http://schemas.openxmlformats.org/drawingml/2006/main" noGrp="1"/>
          </p:cNvSpPr>
          <p:nvPr/>
        </p:nvSpPr>
        <p:spPr>
          <a:xfrm xmlns:a="http://schemas.openxmlformats.org/drawingml/2006/main">
            <a:off x="742950" y="5372100"/>
            <a:ext cx="2514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FFFFFF"/>
                </a:solidFill>
                <a:latin typeface="Avenir Next"/>
                <a:ea typeface="Avenir Next"/>
                <a:cs typeface="Avenir Next"/>
              </a:defRPr>
            </a:pPr>
            <a:r>
              <a:rPr sz="900" b="1" i="0">
                <a:solidFill>
                  <a:srgbClr val="FFFFFF"/>
                </a:solidFill>
                <a:latin typeface="Avenir Next"/>
                <a:ea typeface="Avenir Next"/>
                <a:cs typeface="Avenir Next"/>
              </a:rPr>
              <a:t>guías · historias · rincones</a:t>
            </a:r>
          </a:p>
        </p:txBody>
      </p:sp>
      <p:sp>
        <p:nvSpPr>
          <p:cNvPr id="22" name="">
            <a:extLst xmlns:a="http://schemas.openxmlformats.org/drawingml/2006/main">
              <a:ext uri="{FF2B5EF4-FFF2-40B4-BE49-F238E27FC236}">
                <a16:creationId xmlns:a16="http://schemas.microsoft.com/office/drawing/2014/main" id="{3EB81D28-04D3-4BFF-B65F-8F088870B8C6}"/>
              </a:ext>
            </a:extLst>
          </p:cNvPr>
          <p:cNvSpPr>
            <a:spLocks xmlns:a="http://schemas.openxmlformats.org/drawingml/2006/main" noGrp="1"/>
          </p:cNvSpPr>
          <p:nvPr/>
        </p:nvSpPr>
        <p:spPr>
          <a:xfrm xmlns:a="http://schemas.openxmlformats.org/drawingml/2006/main">
            <a:off x="3638550" y="4933950"/>
            <a:ext cx="2781300" cy="781050"/>
          </a:xfrm>
          <a:prstGeom xmlns:a="http://schemas.openxmlformats.org/drawingml/2006/main" prst="rect">
            <a:avLst/>
          </a:prstGeom>
          <a:solidFill xmlns:a="http://schemas.openxmlformats.org/drawingml/2006/main">
            <a:srgbClr val="2B0D3B"/>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E1C551E3-3B23-453A-B10A-0479FE2CD1FD}"/>
              </a:ext>
            </a:extLst>
          </p:cNvPr>
          <p:cNvSpPr>
            <a:spLocks xmlns:a="http://schemas.openxmlformats.org/drawingml/2006/main" noGrp="1"/>
          </p:cNvSpPr>
          <p:nvPr/>
        </p:nvSpPr>
        <p:spPr>
          <a:xfrm xmlns:a="http://schemas.openxmlformats.org/drawingml/2006/main">
            <a:off x="3771900" y="5067300"/>
            <a:ext cx="2514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75" b="1" i="0">
                <a:solidFill>
                  <a:srgbClr val="FFFFFF"/>
                </a:solidFill>
                <a:latin typeface="DIN Condensed"/>
                <a:ea typeface="DIN Condensed"/>
                <a:cs typeface="DIN Condensed"/>
              </a:defRPr>
            </a:pPr>
            <a:r>
              <a:rPr sz="1275" b="1" i="0">
                <a:solidFill>
                  <a:srgbClr val="FFFFFF"/>
                </a:solidFill>
                <a:latin typeface="DIN Condensed"/>
                <a:ea typeface="DIN Condensed"/>
                <a:cs typeface="DIN Condensed"/>
              </a:rPr>
              <a:t>ENCUENTRO</a:t>
            </a:r>
          </a:p>
        </p:txBody>
      </p:sp>
      <p:sp>
        <p:nvSpPr>
          <p:cNvPr id="24" name="">
            <a:extLst xmlns:a="http://schemas.openxmlformats.org/drawingml/2006/main">
              <a:ext uri="{FF2B5EF4-FFF2-40B4-BE49-F238E27FC236}">
                <a16:creationId xmlns:a16="http://schemas.microsoft.com/office/drawing/2014/main" id="{CCDD8136-9E6F-432F-92BB-C2A6DB8C3FB1}"/>
              </a:ext>
            </a:extLst>
          </p:cNvPr>
          <p:cNvSpPr>
            <a:spLocks xmlns:a="http://schemas.openxmlformats.org/drawingml/2006/main" noGrp="1"/>
          </p:cNvSpPr>
          <p:nvPr/>
        </p:nvSpPr>
        <p:spPr>
          <a:xfrm xmlns:a="http://schemas.openxmlformats.org/drawingml/2006/main">
            <a:off x="3771900" y="5372100"/>
            <a:ext cx="2514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FFFFFF"/>
                </a:solidFill>
                <a:latin typeface="Avenir Next"/>
                <a:ea typeface="Avenir Next"/>
                <a:cs typeface="Avenir Next"/>
              </a:defRPr>
            </a:pPr>
            <a:r>
              <a:rPr sz="900" b="1" i="0">
                <a:solidFill>
                  <a:srgbClr val="FFFFFF"/>
                </a:solidFill>
                <a:latin typeface="Avenir Next"/>
                <a:ea typeface="Avenir Next"/>
                <a:cs typeface="Avenir Next"/>
              </a:rPr>
              <a:t>familias y expositores de distintas provincias</a:t>
            </a:r>
          </a:p>
        </p:txBody>
      </p:sp>
    </p:spTree>
    <p:extLst>
      <p:ext uri="{BB962C8B-B14F-4D97-AF65-F5344CB8AC3E}">
        <p14:creationId xmlns:p14="http://schemas.microsoft.com/office/powerpoint/2010/main" val="1509225928"/>
      </p:ext>
    </p:extLst>
  </p:cSld>
</p:sld>
</file>

<file path=ppt/slides/slide5.xml><?xml version="1.0" encoding="utf-8"?>
<p:sld xmlns:p="http://schemas.openxmlformats.org/presentationml/2006/main">
  <p:cSld>
    <p:bg>
      <p:bgPr>
        <a:solidFill xmlns:a="http://schemas.openxmlformats.org/drawingml/2006/main">
          <a:srgbClr val="160A22"/>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E68BEEDB-F9FA-4E44-94E0-8A80BA4E7DC6}"/>
              </a:ext>
            </a:extLst>
          </p:cNvPr>
          <p:cNvSpPr>
            <a:spLocks xmlns:a="http://schemas.openxmlformats.org/drawingml/2006/main" noGrp="1"/>
          </p:cNvSpPr>
          <p:nvPr/>
        </p:nvSpPr>
        <p:spPr>
          <a:xfrm xmlns:a="http://schemas.openxmlformats.org/drawingml/2006/main">
            <a:off x="0" y="0"/>
            <a:ext cx="2438400" cy="66675"/>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C5F987B-51AE-4939-B487-272054AA6270}"/>
              </a:ext>
            </a:extLst>
          </p:cNvPr>
          <p:cNvSpPr>
            <a:spLocks xmlns:a="http://schemas.openxmlformats.org/drawingml/2006/main" noGrp="1"/>
          </p:cNvSpPr>
          <p:nvPr/>
        </p:nvSpPr>
        <p:spPr>
          <a:xfrm xmlns:a="http://schemas.openxmlformats.org/drawingml/2006/main">
            <a:off x="2438400" y="0"/>
            <a:ext cx="2438400" cy="66675"/>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31AB633-6B96-487C-A30B-F2D962A57F67}"/>
              </a:ext>
            </a:extLst>
          </p:cNvPr>
          <p:cNvSpPr>
            <a:spLocks xmlns:a="http://schemas.openxmlformats.org/drawingml/2006/main" noGrp="1"/>
          </p:cNvSpPr>
          <p:nvPr/>
        </p:nvSpPr>
        <p:spPr>
          <a:xfrm xmlns:a="http://schemas.openxmlformats.org/drawingml/2006/main">
            <a:off x="4876800" y="0"/>
            <a:ext cx="2438400" cy="66675"/>
          </a:xfrm>
          <a:prstGeom xmlns:a="http://schemas.openxmlformats.org/drawingml/2006/main" prst="rect">
            <a:avLst/>
          </a:prstGeom>
          <a:solidFill xmlns:a="http://schemas.openxmlformats.org/drawingml/2006/main">
            <a:srgbClr val="FFC92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63A0E65-44E8-4035-83C7-A9C4A4C68C67}"/>
              </a:ext>
            </a:extLst>
          </p:cNvPr>
          <p:cNvSpPr>
            <a:spLocks xmlns:a="http://schemas.openxmlformats.org/drawingml/2006/main" noGrp="1"/>
          </p:cNvSpPr>
          <p:nvPr/>
        </p:nvSpPr>
        <p:spPr>
          <a:xfrm xmlns:a="http://schemas.openxmlformats.org/drawingml/2006/main">
            <a:off x="7315200" y="0"/>
            <a:ext cx="2438400" cy="66675"/>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9FCCF563-0A12-4D6A-AB6D-3158D4EBE6D7}"/>
              </a:ext>
            </a:extLst>
          </p:cNvPr>
          <p:cNvSpPr>
            <a:spLocks xmlns:a="http://schemas.openxmlformats.org/drawingml/2006/main" noGrp="1"/>
          </p:cNvSpPr>
          <p:nvPr/>
        </p:nvSpPr>
        <p:spPr>
          <a:xfrm xmlns:a="http://schemas.openxmlformats.org/drawingml/2006/main">
            <a:off x="9753600" y="0"/>
            <a:ext cx="2438400" cy="66675"/>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891D03CF-D585-4C9B-A565-11619A25F266}"/>
              </a:ext>
            </a:extLst>
          </p:cNvPr>
          <p:cNvSpPr>
            <a:spLocks xmlns:a="http://schemas.openxmlformats.org/drawingml/2006/main" noGrp="1"/>
          </p:cNvSpPr>
          <p:nvPr/>
        </p:nvSpPr>
        <p:spPr>
          <a:xfrm xmlns:a="http://schemas.openxmlformats.org/drawingml/2006/main">
            <a:off x="609600" y="26670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FFC928"/>
                </a:solidFill>
                <a:latin typeface="Avenir Next"/>
                <a:ea typeface="Avenir Next"/>
                <a:cs typeface="Avenir Next"/>
              </a:defRPr>
            </a:pPr>
            <a:r>
              <a:rPr sz="825" b="1" i="0">
                <a:solidFill>
                  <a:srgbClr val="FFC928"/>
                </a:solidFill>
                <a:latin typeface="Avenir Next"/>
                <a:ea typeface="Avenir Next"/>
                <a:cs typeface="Avenir Next"/>
              </a:rPr>
              <a:t>APRENDIZAJE Y SISTEMA</a:t>
            </a:r>
          </a:p>
        </p:txBody>
      </p:sp>
      <p:sp>
        <p:nvSpPr>
          <p:cNvPr id="7" name="">
            <a:extLst xmlns:a="http://schemas.openxmlformats.org/drawingml/2006/main">
              <a:ext uri="{FF2B5EF4-FFF2-40B4-BE49-F238E27FC236}">
                <a16:creationId xmlns:a16="http://schemas.microsoft.com/office/drawing/2014/main" id="{389EDAC4-655C-45E0-96BB-13812B7D346F}"/>
              </a:ext>
            </a:extLst>
          </p:cNvPr>
          <p:cNvSpPr>
            <a:spLocks xmlns:a="http://schemas.openxmlformats.org/drawingml/2006/main" noGrp="1"/>
          </p:cNvSpPr>
          <p:nvPr/>
        </p:nvSpPr>
        <p:spPr>
          <a:xfrm xmlns:a="http://schemas.openxmlformats.org/drawingml/2006/main">
            <a:off x="609600" y="6534150"/>
            <a:ext cx="4762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675" b="1" i="0">
                <a:solidFill>
                  <a:srgbClr val="FFFFFF">
                    <a:alpha val="52000"/>
                  </a:srgbClr>
                </a:solidFill>
                <a:latin typeface="Avenir Next"/>
                <a:ea typeface="Avenir Next"/>
                <a:cs typeface="Avenir Next"/>
              </a:defRPr>
            </a:pPr>
            <a:r>
              <a:rPr sz="675" b="1" i="0">
                <a:solidFill>
                  <a:srgbClr val="FFFFFF">
                    <a:alpha val="52000"/>
                  </a:srgbClr>
                </a:solidFill>
                <a:latin typeface="Avenir Next"/>
                <a:ea typeface="Avenir Next"/>
                <a:cs typeface="Avenir Next"/>
              </a:rPr>
              <a:t>DOCUMENTO INTERNO · PROPUESTA EN REVISIÓN</a:t>
            </a:r>
          </a:p>
        </p:txBody>
      </p:sp>
      <p:sp>
        <p:nvSpPr>
          <p:cNvPr id="8" name="">
            <a:extLst xmlns:a="http://schemas.openxmlformats.org/drawingml/2006/main">
              <a:ext uri="{FF2B5EF4-FFF2-40B4-BE49-F238E27FC236}">
                <a16:creationId xmlns:a16="http://schemas.microsoft.com/office/drawing/2014/main" id="{93D920F2-03D3-4317-8EEB-6B536EB31069}"/>
              </a:ext>
            </a:extLst>
          </p:cNvPr>
          <p:cNvSpPr>
            <a:spLocks xmlns:a="http://schemas.openxmlformats.org/drawingml/2006/main" noGrp="1"/>
          </p:cNvSpPr>
          <p:nvPr/>
        </p:nvSpPr>
        <p:spPr>
          <a:xfrm xmlns:a="http://schemas.openxmlformats.org/drawingml/2006/main">
            <a:off x="11239500" y="6505575"/>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750" b="1" i="0">
                <a:solidFill>
                  <a:srgbClr val="FFFFFF">
                    <a:alpha val="52000"/>
                  </a:srgbClr>
                </a:solidFill>
                <a:latin typeface="Avenir Next"/>
                <a:ea typeface="Avenir Next"/>
                <a:cs typeface="Avenir Next"/>
              </a:defRPr>
            </a:pPr>
            <a:r>
              <a:rPr sz="750" b="1" i="0">
                <a:solidFill>
                  <a:srgbClr val="FFFFFF">
                    <a:alpha val="52000"/>
                  </a:srgbClr>
                </a:solidFill>
                <a:latin typeface="Avenir Next"/>
                <a:ea typeface="Avenir Next"/>
                <a:cs typeface="Avenir Next"/>
              </a:rPr>
              <a:t>05</a:t>
            </a:r>
          </a:p>
        </p:txBody>
      </p:sp>
      <p:sp>
        <p:nvSpPr>
          <p:cNvPr id="9" name="">
            <a:extLst xmlns:a="http://schemas.openxmlformats.org/drawingml/2006/main">
              <a:ext uri="{FF2B5EF4-FFF2-40B4-BE49-F238E27FC236}">
                <a16:creationId xmlns:a16="http://schemas.microsoft.com/office/drawing/2014/main" id="{C59D97DE-01D0-4214-8759-FEA6061D5F9E}"/>
              </a:ext>
            </a:extLst>
          </p:cNvPr>
          <p:cNvSpPr>
            <a:spLocks xmlns:a="http://schemas.openxmlformats.org/drawingml/2006/main" noGrp="1"/>
          </p:cNvSpPr>
          <p:nvPr/>
        </p:nvSpPr>
        <p:spPr>
          <a:xfrm xmlns:a="http://schemas.openxmlformats.org/drawingml/2006/main">
            <a:off x="609600" y="666750"/>
            <a:ext cx="1066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E72D78"/>
                </a:solidFill>
                <a:latin typeface="Avenir Next"/>
                <a:ea typeface="Avenir Next"/>
                <a:cs typeface="Avenir Next"/>
              </a:defRPr>
            </a:pPr>
            <a:r>
              <a:rPr sz="900" b="1" i="0">
                <a:solidFill>
                  <a:srgbClr val="E72D78"/>
                </a:solidFill>
                <a:latin typeface="Avenir Next"/>
                <a:ea typeface="Avenir Next"/>
                <a:cs typeface="Avenir Next"/>
              </a:rPr>
              <a:t>LA CORRECCIÓN</a:t>
            </a:r>
          </a:p>
        </p:txBody>
      </p:sp>
      <p:sp>
        <p:nvSpPr>
          <p:cNvPr id="10" name="">
            <a:extLst xmlns:a="http://schemas.openxmlformats.org/drawingml/2006/main">
              <a:ext uri="{FF2B5EF4-FFF2-40B4-BE49-F238E27FC236}">
                <a16:creationId xmlns:a16="http://schemas.microsoft.com/office/drawing/2014/main" id="{5CF0D3F2-64B3-4101-984C-1605B129A036}"/>
              </a:ext>
            </a:extLst>
          </p:cNvPr>
          <p:cNvSpPr>
            <a:spLocks xmlns:a="http://schemas.openxmlformats.org/drawingml/2006/main" noGrp="1"/>
          </p:cNvSpPr>
          <p:nvPr/>
        </p:nvSpPr>
        <p:spPr>
          <a:xfrm xmlns:a="http://schemas.openxmlformats.org/drawingml/2006/main">
            <a:off x="609600" y="990600"/>
            <a:ext cx="106680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967"/>
          </a:bodyPr>
          <a:lstStyle xmlns:a="http://schemas.openxmlformats.org/drawingml/2006/main"/>
          <a:p xmlns:a="http://schemas.openxmlformats.org/drawingml/2006/main">
            <a:pPr algn="l">
              <a:lnSpc>
                <a:spcPct val="92000"/>
              </a:lnSpc>
              <a:buNone/>
              <a:defRPr sz="4050" b="1" i="0">
                <a:solidFill>
                  <a:srgbClr val="FFFFFF"/>
                </a:solidFill>
                <a:latin typeface="DIN Condensed"/>
                <a:ea typeface="DIN Condensed"/>
                <a:cs typeface="DIN Condensed"/>
              </a:defRPr>
            </a:pPr>
            <a:r>
              <a:rPr sz="4050" b="1" i="0">
                <a:solidFill>
                  <a:srgbClr val="FFFFFF"/>
                </a:solidFill>
                <a:latin typeface="DIN Condensed"/>
                <a:ea typeface="DIN Condensed"/>
                <a:cs typeface="DIN Condensed"/>
              </a:rPr>
              <a:t>Conservar lo valioso.</a:t>
            </a:r>
          </a:p>
          <a:p xmlns:a="http://schemas.openxmlformats.org/drawingml/2006/main">
            <a:pPr algn="l">
              <a:lnSpc>
                <a:spcPct val="92000"/>
              </a:lnSpc>
              <a:buNone/>
              <a:defRPr sz="4050" b="1" i="0">
                <a:solidFill>
                  <a:srgbClr val="FFFFFF"/>
                </a:solidFill>
                <a:latin typeface="DIN Condensed"/>
                <a:ea typeface="DIN Condensed"/>
                <a:cs typeface="DIN Condensed"/>
              </a:defRPr>
            </a:pPr>
            <a:r>
              <a:rPr sz="4050" b="1" i="0">
                <a:solidFill>
                  <a:srgbClr val="FFFFFF"/>
                </a:solidFill>
                <a:latin typeface="DIN Condensed"/>
                <a:ea typeface="DIN Condensed"/>
                <a:cs typeface="DIN Condensed"/>
              </a:rPr>
              <a:t>Corregir el sistema.</a:t>
            </a:r>
          </a:p>
        </p:txBody>
      </p:sp>
      <p:sp>
        <p:nvSpPr>
          <p:cNvPr id="11" name="">
            <a:extLst xmlns:a="http://schemas.openxmlformats.org/drawingml/2006/main">
              <a:ext uri="{FF2B5EF4-FFF2-40B4-BE49-F238E27FC236}">
                <a16:creationId xmlns:a16="http://schemas.microsoft.com/office/drawing/2014/main" id="{5B7616CC-CEC9-4111-8C7F-245A7C599ADA}"/>
              </a:ext>
            </a:extLst>
          </p:cNvPr>
          <p:cNvSpPr>
            <a:spLocks xmlns:a="http://schemas.openxmlformats.org/drawingml/2006/main" noGrp="1"/>
          </p:cNvSpPr>
          <p:nvPr/>
        </p:nvSpPr>
        <p:spPr>
          <a:xfrm xmlns:a="http://schemas.openxmlformats.org/drawingml/2006/main">
            <a:off x="609600" y="217170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0" i="0">
                <a:solidFill>
                  <a:srgbClr val="FFFFFF">
                    <a:alpha val="78000"/>
                  </a:srgbClr>
                </a:solidFill>
                <a:latin typeface="Avenir Next"/>
                <a:ea typeface="Avenir Next"/>
                <a:cs typeface="Avenir Next"/>
              </a:defRPr>
            </a:pPr>
            <a:r>
              <a:rPr sz="1500" b="0" i="0">
                <a:solidFill>
                  <a:srgbClr val="FFFFFF">
                    <a:alpha val="78000"/>
                  </a:srgbClr>
                </a:solidFill>
                <a:latin typeface="Avenir Next"/>
                <a:ea typeface="Avenir Next"/>
                <a:cs typeface="Avenir Next"/>
              </a:rPr>
              <a:t>La feria ya tiene memoria, comunidad y formatos que funcionan. En 2026 cada pieza nace de una verdad, un responsable y una decisión.</a:t>
            </a:r>
          </a:p>
        </p:txBody>
      </p:sp>
      <p:sp>
        <p:nvSpPr>
          <p:cNvPr id="12" name="">
            <a:extLst xmlns:a="http://schemas.openxmlformats.org/drawingml/2006/main">
              <a:ext uri="{FF2B5EF4-FFF2-40B4-BE49-F238E27FC236}">
                <a16:creationId xmlns:a16="http://schemas.microsoft.com/office/drawing/2014/main" id="{3AF85336-F147-4FE7-A317-572BBE493863}"/>
              </a:ext>
            </a:extLst>
          </p:cNvPr>
          <p:cNvSpPr>
            <a:spLocks xmlns:a="http://schemas.openxmlformats.org/drawingml/2006/main" noGrp="1"/>
          </p:cNvSpPr>
          <p:nvPr/>
        </p:nvSpPr>
        <p:spPr>
          <a:xfrm xmlns:a="http://schemas.openxmlformats.org/drawingml/2006/main">
            <a:off x="609600" y="3143250"/>
            <a:ext cx="5143500" cy="2381250"/>
          </a:xfrm>
          <a:prstGeom xmlns:a="http://schemas.openxmlformats.org/drawingml/2006/main" prst="rect">
            <a:avLst/>
          </a:prstGeom>
          <a:solidFill xmlns:a="http://schemas.openxmlformats.org/drawingml/2006/main">
            <a:srgbClr val="FFFFFF">
              <a:alpha val="8000"/>
            </a:srgbClr>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B7F3F862-3BD4-4DF5-A5B6-04CF7925C192}"/>
              </a:ext>
            </a:extLst>
          </p:cNvPr>
          <p:cNvSpPr>
            <a:spLocks xmlns:a="http://schemas.openxmlformats.org/drawingml/2006/main" noGrp="1"/>
          </p:cNvSpPr>
          <p:nvPr/>
        </p:nvSpPr>
        <p:spPr>
          <a:xfrm xmlns:a="http://schemas.openxmlformats.org/drawingml/2006/main">
            <a:off x="609600" y="3143250"/>
            <a:ext cx="609600" cy="57150"/>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41B946B-A43F-49E6-8CA1-8E60DE331B52}"/>
              </a:ext>
            </a:extLst>
          </p:cNvPr>
          <p:cNvSpPr>
            <a:spLocks xmlns:a="http://schemas.openxmlformats.org/drawingml/2006/main" noGrp="1"/>
          </p:cNvSpPr>
          <p:nvPr/>
        </p:nvSpPr>
        <p:spPr>
          <a:xfrm xmlns:a="http://schemas.openxmlformats.org/drawingml/2006/main">
            <a:off x="781050" y="3333750"/>
            <a:ext cx="4800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00AFA0"/>
                </a:solidFill>
                <a:latin typeface="Avenir Next"/>
                <a:ea typeface="Avenir Next"/>
                <a:cs typeface="Avenir Next"/>
              </a:defRPr>
            </a:pPr>
            <a:r>
              <a:rPr sz="825" b="1" i="0">
                <a:solidFill>
                  <a:srgbClr val="00AFA0"/>
                </a:solidFill>
                <a:latin typeface="Avenir Next"/>
                <a:ea typeface="Avenir Next"/>
                <a:cs typeface="Avenir Next"/>
              </a:rPr>
              <a:t>CONSERVAR Y ESCALAR</a:t>
            </a:r>
          </a:p>
        </p:txBody>
      </p:sp>
      <p:sp>
        <p:nvSpPr>
          <p:cNvPr id="15" name="">
            <a:extLst xmlns:a="http://schemas.openxmlformats.org/drawingml/2006/main">
              <a:ext uri="{FF2B5EF4-FFF2-40B4-BE49-F238E27FC236}">
                <a16:creationId xmlns:a16="http://schemas.microsoft.com/office/drawing/2014/main" id="{F5E9B204-522A-4102-ADC1-A74F21D6C7D9}"/>
              </a:ext>
            </a:extLst>
          </p:cNvPr>
          <p:cNvSpPr>
            <a:spLocks xmlns:a="http://schemas.openxmlformats.org/drawingml/2006/main" noGrp="1"/>
          </p:cNvSpPr>
          <p:nvPr/>
        </p:nvSpPr>
        <p:spPr>
          <a:xfrm xmlns:a="http://schemas.openxmlformats.org/drawingml/2006/main">
            <a:off x="781050" y="3657600"/>
            <a:ext cx="48006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4000"/>
              </a:lnSpc>
              <a:buNone/>
              <a:defRPr sz="1275" b="0" i="0">
                <a:solidFill>
                  <a:srgbClr val="FFFFFF"/>
                </a:solidFill>
                <a:latin typeface="Avenir Next"/>
                <a:ea typeface="Avenir Next"/>
                <a:cs typeface="Avenir Next"/>
              </a:defRPr>
            </a:pPr>
            <a:r>
              <a:rPr sz="1275" b="0" i="0">
                <a:solidFill>
                  <a:srgbClr val="FFFFFF"/>
                </a:solidFill>
                <a:latin typeface="Avenir Next"/>
                <a:ea typeface="Avenir Next"/>
                <a:cs typeface="Avenir Next"/>
              </a:rPr>
              <a:t>— video con emoción y sonido real</a:t>
            </a:r>
          </a:p>
          <a:p xmlns:a="http://schemas.openxmlformats.org/drawingml/2006/main">
            <a:pPr algn="l">
              <a:lnSpc>
                <a:spcPct val="114000"/>
              </a:lnSpc>
              <a:buNone/>
              <a:defRPr sz="1275" b="0" i="0">
                <a:solidFill>
                  <a:srgbClr val="FFFFFF"/>
                </a:solidFill>
                <a:latin typeface="Avenir Next"/>
                <a:ea typeface="Avenir Next"/>
                <a:cs typeface="Avenir Next"/>
              </a:defRPr>
            </a:pPr>
            <a:r>
              <a:rPr sz="1275" b="0" i="0">
                <a:solidFill>
                  <a:srgbClr val="FFFFFF"/>
                </a:solidFill>
                <a:latin typeface="Avenir Next"/>
                <a:ea typeface="Avenir Next"/>
                <a:cs typeface="Avenir Next"/>
              </a:rPr>
              <a:t>— feria, comercio y expositores</a:t>
            </a:r>
          </a:p>
          <a:p xmlns:a="http://schemas.openxmlformats.org/drawingml/2006/main">
            <a:pPr algn="l">
              <a:lnSpc>
                <a:spcPct val="114000"/>
              </a:lnSpc>
              <a:buNone/>
              <a:defRPr sz="1275" b="0" i="0">
                <a:solidFill>
                  <a:srgbClr val="FFFFFF"/>
                </a:solidFill>
                <a:latin typeface="Avenir Next"/>
                <a:ea typeface="Avenir Next"/>
                <a:cs typeface="Avenir Next"/>
              </a:defRPr>
            </a:pPr>
            <a:r>
              <a:rPr sz="1275" b="0" i="0">
                <a:solidFill>
                  <a:srgbClr val="FFFFFF"/>
                </a:solidFill>
                <a:latin typeface="Avenir Next"/>
                <a:ea typeface="Avenir Next"/>
                <a:cs typeface="Avenir Next"/>
              </a:rPr>
              <a:t>— agenda, accesos y parqueaderos útiles</a:t>
            </a:r>
          </a:p>
          <a:p xmlns:a="http://schemas.openxmlformats.org/drawingml/2006/main">
            <a:pPr algn="l">
              <a:lnSpc>
                <a:spcPct val="114000"/>
              </a:lnSpc>
              <a:buNone/>
              <a:defRPr sz="1275" b="0" i="0">
                <a:solidFill>
                  <a:srgbClr val="FFFFFF"/>
                </a:solidFill>
                <a:latin typeface="Avenir Next"/>
                <a:ea typeface="Avenir Next"/>
                <a:cs typeface="Avenir Next"/>
              </a:defRPr>
            </a:pPr>
            <a:r>
              <a:rPr sz="1275" b="0" i="0">
                <a:solidFill>
                  <a:srgbClr val="FFFFFF"/>
                </a:solidFill>
                <a:latin typeface="Avenir Next"/>
                <a:ea typeface="Avenir Next"/>
                <a:cs typeface="Avenir Next"/>
              </a:rPr>
              <a:t>— participación cultural y comunitaria</a:t>
            </a:r>
          </a:p>
          <a:p xmlns:a="http://schemas.openxmlformats.org/drawingml/2006/main">
            <a:pPr algn="l">
              <a:lnSpc>
                <a:spcPct val="114000"/>
              </a:lnSpc>
              <a:buNone/>
              <a:defRPr sz="1275" b="0" i="0">
                <a:solidFill>
                  <a:srgbClr val="FFFFFF"/>
                </a:solidFill>
                <a:latin typeface="Avenir Next"/>
                <a:ea typeface="Avenir Next"/>
                <a:cs typeface="Avenir Next"/>
              </a:defRPr>
            </a:pPr>
            <a:r>
              <a:rPr sz="1275" b="0" i="0">
                <a:solidFill>
                  <a:srgbClr val="FFFFFF"/>
                </a:solidFill>
                <a:latin typeface="Avenir Next"/>
                <a:ea typeface="Avenir Next"/>
                <a:cs typeface="Avenir Next"/>
              </a:rPr>
              <a:t>— música como gancho de un día completo</a:t>
            </a:r>
          </a:p>
        </p:txBody>
      </p:sp>
      <p:sp>
        <p:nvSpPr>
          <p:cNvPr id="16" name="">
            <a:extLst xmlns:a="http://schemas.openxmlformats.org/drawingml/2006/main">
              <a:ext uri="{FF2B5EF4-FFF2-40B4-BE49-F238E27FC236}">
                <a16:creationId xmlns:a16="http://schemas.microsoft.com/office/drawing/2014/main" id="{D681C9CE-0675-42BE-A6BB-FCA46A51DFC3}"/>
              </a:ext>
            </a:extLst>
          </p:cNvPr>
          <p:cNvSpPr>
            <a:spLocks xmlns:a="http://schemas.openxmlformats.org/drawingml/2006/main" noGrp="1"/>
          </p:cNvSpPr>
          <p:nvPr/>
        </p:nvSpPr>
        <p:spPr>
          <a:xfrm xmlns:a="http://schemas.openxmlformats.org/drawingml/2006/main">
            <a:off x="6096000" y="3143250"/>
            <a:ext cx="5486400" cy="2381250"/>
          </a:xfrm>
          <a:prstGeom xmlns:a="http://schemas.openxmlformats.org/drawingml/2006/main" prst="rect">
            <a:avLst/>
          </a:prstGeom>
          <a:solidFill xmlns:a="http://schemas.openxmlformats.org/drawingml/2006/main">
            <a:srgbClr val="FFFFFF">
              <a:alpha val="8000"/>
            </a:srgbClr>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AFE3FAB4-6E4C-4BB4-9516-48B5159BBFA1}"/>
              </a:ext>
            </a:extLst>
          </p:cNvPr>
          <p:cNvSpPr>
            <a:spLocks xmlns:a="http://schemas.openxmlformats.org/drawingml/2006/main" noGrp="1"/>
          </p:cNvSpPr>
          <p:nvPr/>
        </p:nvSpPr>
        <p:spPr>
          <a:xfrm xmlns:a="http://schemas.openxmlformats.org/drawingml/2006/main">
            <a:off x="6096000" y="3143250"/>
            <a:ext cx="609600" cy="57150"/>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04F6CB86-308A-49FB-8F2F-2983123BC7FB}"/>
              </a:ext>
            </a:extLst>
          </p:cNvPr>
          <p:cNvSpPr>
            <a:spLocks xmlns:a="http://schemas.openxmlformats.org/drawingml/2006/main" noGrp="1"/>
          </p:cNvSpPr>
          <p:nvPr/>
        </p:nvSpPr>
        <p:spPr>
          <a:xfrm xmlns:a="http://schemas.openxmlformats.org/drawingml/2006/main">
            <a:off x="6267450" y="3333750"/>
            <a:ext cx="514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FF6A1A"/>
                </a:solidFill>
                <a:latin typeface="Avenir Next"/>
                <a:ea typeface="Avenir Next"/>
                <a:cs typeface="Avenir Next"/>
              </a:defRPr>
            </a:pPr>
            <a:r>
              <a:rPr sz="825" b="1" i="0">
                <a:solidFill>
                  <a:srgbClr val="FF6A1A"/>
                </a:solidFill>
                <a:latin typeface="Avenir Next"/>
                <a:ea typeface="Avenir Next"/>
                <a:cs typeface="Avenir Next"/>
              </a:rPr>
              <a:t>CORREGIR DE RAÍZ</a:t>
            </a:r>
          </a:p>
        </p:txBody>
      </p:sp>
      <p:sp>
        <p:nvSpPr>
          <p:cNvPr id="19" name="">
            <a:extLst xmlns:a="http://schemas.openxmlformats.org/drawingml/2006/main">
              <a:ext uri="{FF2B5EF4-FFF2-40B4-BE49-F238E27FC236}">
                <a16:creationId xmlns:a16="http://schemas.microsoft.com/office/drawing/2014/main" id="{21B42816-B09B-457A-8D8B-54AE5524D371}"/>
              </a:ext>
            </a:extLst>
          </p:cNvPr>
          <p:cNvSpPr>
            <a:spLocks xmlns:a="http://schemas.openxmlformats.org/drawingml/2006/main" noGrp="1"/>
          </p:cNvSpPr>
          <p:nvPr/>
        </p:nvSpPr>
        <p:spPr>
          <a:xfrm xmlns:a="http://schemas.openxmlformats.org/drawingml/2006/main">
            <a:off x="6267450" y="3657600"/>
            <a:ext cx="51435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4000"/>
              </a:lnSpc>
              <a:buNone/>
              <a:defRPr sz="1275" b="0" i="0">
                <a:solidFill>
                  <a:srgbClr val="FFFFFF"/>
                </a:solidFill>
                <a:latin typeface="Avenir Next"/>
                <a:ea typeface="Avenir Next"/>
                <a:cs typeface="Avenir Next"/>
              </a:defRPr>
            </a:pPr>
            <a:r>
              <a:rPr sz="1275" b="0" i="0">
                <a:solidFill>
                  <a:srgbClr val="FFFFFF"/>
                </a:solidFill>
                <a:latin typeface="Avenir Next"/>
                <a:ea typeface="Avenir Next"/>
                <a:cs typeface="Avenir Next"/>
              </a:rPr>
              <a:t>— saturación de contenido</a:t>
            </a:r>
          </a:p>
          <a:p xmlns:a="http://schemas.openxmlformats.org/drawingml/2006/main">
            <a:pPr algn="l">
              <a:lnSpc>
                <a:spcPct val="114000"/>
              </a:lnSpc>
              <a:buNone/>
              <a:defRPr sz="1275" b="0" i="0">
                <a:solidFill>
                  <a:srgbClr val="FFFFFF"/>
                </a:solidFill>
                <a:latin typeface="Avenir Next"/>
                <a:ea typeface="Avenir Next"/>
                <a:cs typeface="Avenir Next"/>
              </a:defRPr>
            </a:pPr>
            <a:r>
              <a:rPr sz="1275" b="0" i="0">
                <a:solidFill>
                  <a:srgbClr val="FFFFFF"/>
                </a:solidFill>
                <a:latin typeface="Avenir Next"/>
                <a:ea typeface="Avenir Next"/>
                <a:cs typeface="Avenir Next"/>
              </a:rPr>
              <a:t>— microtareas sin cierre</a:t>
            </a:r>
          </a:p>
          <a:p xmlns:a="http://schemas.openxmlformats.org/drawingml/2006/main">
            <a:pPr algn="l">
              <a:lnSpc>
                <a:spcPct val="114000"/>
              </a:lnSpc>
              <a:buNone/>
              <a:defRPr sz="1275" b="0" i="0">
                <a:solidFill>
                  <a:srgbClr val="FFFFFF"/>
                </a:solidFill>
                <a:latin typeface="Avenir Next"/>
                <a:ea typeface="Avenir Next"/>
                <a:cs typeface="Avenir Next"/>
              </a:defRPr>
            </a:pPr>
            <a:r>
              <a:rPr sz="1275" b="0" i="0">
                <a:solidFill>
                  <a:srgbClr val="FFFFFF"/>
                </a:solidFill>
                <a:latin typeface="Avenir Next"/>
                <a:ea typeface="Avenir Next"/>
                <a:cs typeface="Avenir Next"/>
              </a:rPr>
              <a:t>— likes como jurado</a:t>
            </a:r>
          </a:p>
          <a:p xmlns:a="http://schemas.openxmlformats.org/drawingml/2006/main">
            <a:pPr algn="l">
              <a:lnSpc>
                <a:spcPct val="114000"/>
              </a:lnSpc>
              <a:buNone/>
              <a:defRPr sz="1275" b="0" i="0">
                <a:solidFill>
                  <a:srgbClr val="FFFFFF"/>
                </a:solidFill>
                <a:latin typeface="Avenir Next"/>
                <a:ea typeface="Avenir Next"/>
                <a:cs typeface="Avenir Next"/>
              </a:defRPr>
            </a:pPr>
            <a:r>
              <a:rPr sz="1275" b="0" i="0">
                <a:solidFill>
                  <a:srgbClr val="FFFFFF"/>
                </a:solidFill>
                <a:latin typeface="Avenir Next"/>
                <a:ea typeface="Avenir Next"/>
                <a:cs typeface="Avenir Next"/>
              </a:rPr>
              <a:t>— urgencia o agotados simulados</a:t>
            </a:r>
          </a:p>
          <a:p xmlns:a="http://schemas.openxmlformats.org/drawingml/2006/main">
            <a:pPr algn="l">
              <a:lnSpc>
                <a:spcPct val="114000"/>
              </a:lnSpc>
              <a:buNone/>
              <a:defRPr sz="1275" b="0" i="0">
                <a:solidFill>
                  <a:srgbClr val="FFFFFF"/>
                </a:solidFill>
                <a:latin typeface="Avenir Next"/>
                <a:ea typeface="Avenir Next"/>
                <a:cs typeface="Avenir Next"/>
              </a:defRPr>
            </a:pPr>
            <a:r>
              <a:rPr sz="1275" b="0" i="0">
                <a:solidFill>
                  <a:srgbClr val="FFFFFF"/>
                </a:solidFill>
                <a:latin typeface="Avenir Next"/>
                <a:ea typeface="Avenir Next"/>
                <a:cs typeface="Avenir Next"/>
              </a:rPr>
              <a:t>— premios abiertos sin presupuesto ni reglas</a:t>
            </a:r>
          </a:p>
        </p:txBody>
      </p:sp>
      <p:sp>
        <p:nvSpPr>
          <p:cNvPr id="20" name="">
            <a:extLst xmlns:a="http://schemas.openxmlformats.org/drawingml/2006/main">
              <a:ext uri="{FF2B5EF4-FFF2-40B4-BE49-F238E27FC236}">
                <a16:creationId xmlns:a16="http://schemas.microsoft.com/office/drawing/2014/main" id="{2C6DF044-D0F0-4063-B3E4-16FC6D94B10B}"/>
              </a:ext>
            </a:extLst>
          </p:cNvPr>
          <p:cNvSpPr>
            <a:spLocks xmlns:a="http://schemas.openxmlformats.org/drawingml/2006/main" noGrp="1"/>
          </p:cNvSpPr>
          <p:nvPr/>
        </p:nvSpPr>
        <p:spPr>
          <a:xfrm xmlns:a="http://schemas.openxmlformats.org/drawingml/2006/main">
            <a:off x="609600" y="5772150"/>
            <a:ext cx="10972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275" b="1" i="0">
                <a:solidFill>
                  <a:srgbClr val="FFC928"/>
                </a:solidFill>
                <a:latin typeface="Avenir Next"/>
                <a:ea typeface="Avenir Next"/>
                <a:cs typeface="Avenir Next"/>
              </a:defRPr>
            </a:pPr>
            <a:r>
              <a:rPr sz="1275" b="1" i="0">
                <a:solidFill>
                  <a:srgbClr val="FFC928"/>
                </a:solidFill>
                <a:latin typeface="Avenir Next"/>
                <a:ea typeface="Avenir Next"/>
                <a:cs typeface="Avenir Next"/>
              </a:rPr>
              <a:t>188 tareas históricas → 17 paquetes → 73 entregables → 1 fuente vigente por dato</a:t>
            </a:r>
          </a:p>
        </p:txBody>
      </p:sp>
    </p:spTree>
    <p:extLst>
      <p:ext uri="{BB962C8B-B14F-4D97-AF65-F5344CB8AC3E}">
        <p14:creationId xmlns:p14="http://schemas.microsoft.com/office/powerpoint/2010/main" val="1516066732"/>
      </p:ext>
    </p:extLst>
  </p:cSld>
</p:sld>
</file>

<file path=ppt/slides/slide6.xml><?xml version="1.0" encoding="utf-8"?>
<p:sld xmlns:p="http://schemas.openxmlformats.org/presentationml/2006/main">
  <p:cSld>
    <p:bg>
      <p:bgPr>
        <a:solidFill xmlns:a="http://schemas.openxmlformats.org/drawingml/2006/main">
          <a:srgbClr val="FFF7EA"/>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AFE85A90-3A95-4289-B24F-98C405961C80}"/>
              </a:ext>
            </a:extLst>
          </p:cNvPr>
          <p:cNvSpPr>
            <a:spLocks xmlns:a="http://schemas.openxmlformats.org/drawingml/2006/main" noGrp="1"/>
          </p:cNvSpPr>
          <p:nvPr/>
        </p:nvSpPr>
        <p:spPr>
          <a:xfrm xmlns:a="http://schemas.openxmlformats.org/drawingml/2006/main">
            <a:off x="0" y="0"/>
            <a:ext cx="2438400" cy="66675"/>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08A7CC5-F0C5-472A-A4E0-46C3AE640218}"/>
              </a:ext>
            </a:extLst>
          </p:cNvPr>
          <p:cNvSpPr>
            <a:spLocks xmlns:a="http://schemas.openxmlformats.org/drawingml/2006/main" noGrp="1"/>
          </p:cNvSpPr>
          <p:nvPr/>
        </p:nvSpPr>
        <p:spPr>
          <a:xfrm xmlns:a="http://schemas.openxmlformats.org/drawingml/2006/main">
            <a:off x="2438400" y="0"/>
            <a:ext cx="2438400" cy="66675"/>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E919950E-2B83-4EBE-B6DF-DDB9004FB4D6}"/>
              </a:ext>
            </a:extLst>
          </p:cNvPr>
          <p:cNvSpPr>
            <a:spLocks xmlns:a="http://schemas.openxmlformats.org/drawingml/2006/main" noGrp="1"/>
          </p:cNvSpPr>
          <p:nvPr/>
        </p:nvSpPr>
        <p:spPr>
          <a:xfrm xmlns:a="http://schemas.openxmlformats.org/drawingml/2006/main">
            <a:off x="4876800" y="0"/>
            <a:ext cx="2438400" cy="66675"/>
          </a:xfrm>
          <a:prstGeom xmlns:a="http://schemas.openxmlformats.org/drawingml/2006/main" prst="rect">
            <a:avLst/>
          </a:prstGeom>
          <a:solidFill xmlns:a="http://schemas.openxmlformats.org/drawingml/2006/main">
            <a:srgbClr val="FFC92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DA9DC87-1BE1-439E-B157-31CE6B5A1DDE}"/>
              </a:ext>
            </a:extLst>
          </p:cNvPr>
          <p:cNvSpPr>
            <a:spLocks xmlns:a="http://schemas.openxmlformats.org/drawingml/2006/main" noGrp="1"/>
          </p:cNvSpPr>
          <p:nvPr/>
        </p:nvSpPr>
        <p:spPr>
          <a:xfrm xmlns:a="http://schemas.openxmlformats.org/drawingml/2006/main">
            <a:off x="7315200" y="0"/>
            <a:ext cx="2438400" cy="66675"/>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BFD5B40-681E-486C-9756-089F568EA923}"/>
              </a:ext>
            </a:extLst>
          </p:cNvPr>
          <p:cNvSpPr>
            <a:spLocks xmlns:a="http://schemas.openxmlformats.org/drawingml/2006/main" noGrp="1"/>
          </p:cNvSpPr>
          <p:nvPr/>
        </p:nvSpPr>
        <p:spPr>
          <a:xfrm xmlns:a="http://schemas.openxmlformats.org/drawingml/2006/main">
            <a:off x="9753600" y="0"/>
            <a:ext cx="2438400" cy="66675"/>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5D1FA374-1869-48C1-BE6B-5508136F1055}"/>
              </a:ext>
            </a:extLst>
          </p:cNvPr>
          <p:cNvSpPr>
            <a:spLocks xmlns:a="http://schemas.openxmlformats.org/drawingml/2006/main" noGrp="1"/>
          </p:cNvSpPr>
          <p:nvPr/>
        </p:nvSpPr>
        <p:spPr>
          <a:xfrm xmlns:a="http://schemas.openxmlformats.org/drawingml/2006/main">
            <a:off x="609600" y="26670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E72D78"/>
                </a:solidFill>
                <a:latin typeface="Avenir Next"/>
                <a:ea typeface="Avenir Next"/>
                <a:cs typeface="Avenir Next"/>
              </a:defRPr>
            </a:pPr>
            <a:r>
              <a:rPr sz="825" b="1" i="0">
                <a:solidFill>
                  <a:srgbClr val="E72D78"/>
                </a:solidFill>
                <a:latin typeface="Avenir Next"/>
                <a:ea typeface="Avenir Next"/>
                <a:cs typeface="Avenir Next"/>
              </a:rPr>
              <a:t>MODELO OPERATIVO</a:t>
            </a:r>
          </a:p>
        </p:txBody>
      </p:sp>
      <p:sp>
        <p:nvSpPr>
          <p:cNvPr id="7" name="">
            <a:extLst xmlns:a="http://schemas.openxmlformats.org/drawingml/2006/main">
              <a:ext uri="{FF2B5EF4-FFF2-40B4-BE49-F238E27FC236}">
                <a16:creationId xmlns:a16="http://schemas.microsoft.com/office/drawing/2014/main" id="{35E886D6-1D56-4AC7-9AB9-D44D3A39C330}"/>
              </a:ext>
            </a:extLst>
          </p:cNvPr>
          <p:cNvSpPr>
            <a:spLocks xmlns:a="http://schemas.openxmlformats.org/drawingml/2006/main" noGrp="1"/>
          </p:cNvSpPr>
          <p:nvPr/>
        </p:nvSpPr>
        <p:spPr>
          <a:xfrm xmlns:a="http://schemas.openxmlformats.org/drawingml/2006/main">
            <a:off x="609600" y="6534150"/>
            <a:ext cx="4762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675" b="1" i="0">
                <a:solidFill>
                  <a:srgbClr val="25112C">
                    <a:alpha val="55000"/>
                  </a:srgbClr>
                </a:solidFill>
                <a:latin typeface="Avenir Next"/>
                <a:ea typeface="Avenir Next"/>
                <a:cs typeface="Avenir Next"/>
              </a:defRPr>
            </a:pPr>
            <a:r>
              <a:rPr sz="675" b="1" i="0">
                <a:solidFill>
                  <a:srgbClr val="25112C">
                    <a:alpha val="55000"/>
                  </a:srgbClr>
                </a:solidFill>
                <a:latin typeface="Avenir Next"/>
                <a:ea typeface="Avenir Next"/>
                <a:cs typeface="Avenir Next"/>
              </a:rPr>
              <a:t>DOCUMENTO INTERNO · PROPUESTA EN REVISIÓN</a:t>
            </a:r>
          </a:p>
        </p:txBody>
      </p:sp>
      <p:sp>
        <p:nvSpPr>
          <p:cNvPr id="8" name="">
            <a:extLst xmlns:a="http://schemas.openxmlformats.org/drawingml/2006/main">
              <a:ext uri="{FF2B5EF4-FFF2-40B4-BE49-F238E27FC236}">
                <a16:creationId xmlns:a16="http://schemas.microsoft.com/office/drawing/2014/main" id="{EDECBBCD-8A20-4102-9DCE-99F32A569DB3}"/>
              </a:ext>
            </a:extLst>
          </p:cNvPr>
          <p:cNvSpPr>
            <a:spLocks xmlns:a="http://schemas.openxmlformats.org/drawingml/2006/main" noGrp="1"/>
          </p:cNvSpPr>
          <p:nvPr/>
        </p:nvSpPr>
        <p:spPr>
          <a:xfrm xmlns:a="http://schemas.openxmlformats.org/drawingml/2006/main">
            <a:off x="11239500" y="6505575"/>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750" b="1" i="0">
                <a:solidFill>
                  <a:srgbClr val="25112C">
                    <a:alpha val="55000"/>
                  </a:srgbClr>
                </a:solidFill>
                <a:latin typeface="Avenir Next"/>
                <a:ea typeface="Avenir Next"/>
                <a:cs typeface="Avenir Next"/>
              </a:defRPr>
            </a:pPr>
            <a:r>
              <a:rPr sz="750" b="1" i="0">
                <a:solidFill>
                  <a:srgbClr val="25112C">
                    <a:alpha val="55000"/>
                  </a:srgbClr>
                </a:solidFill>
                <a:latin typeface="Avenir Next"/>
                <a:ea typeface="Avenir Next"/>
                <a:cs typeface="Avenir Next"/>
              </a:rPr>
              <a:t>06</a:t>
            </a:r>
          </a:p>
        </p:txBody>
      </p:sp>
      <p:sp>
        <p:nvSpPr>
          <p:cNvPr id="9" name="">
            <a:extLst xmlns:a="http://schemas.openxmlformats.org/drawingml/2006/main">
              <a:ext uri="{FF2B5EF4-FFF2-40B4-BE49-F238E27FC236}">
                <a16:creationId xmlns:a16="http://schemas.microsoft.com/office/drawing/2014/main" id="{59B0B457-8430-4B22-8BB7-7E34EA870126}"/>
              </a:ext>
            </a:extLst>
          </p:cNvPr>
          <p:cNvSpPr>
            <a:spLocks xmlns:a="http://schemas.openxmlformats.org/drawingml/2006/main" noGrp="1"/>
          </p:cNvSpPr>
          <p:nvPr/>
        </p:nvSpPr>
        <p:spPr>
          <a:xfrm xmlns:a="http://schemas.openxmlformats.org/drawingml/2006/main">
            <a:off x="609600" y="666750"/>
            <a:ext cx="1066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E72D78"/>
                </a:solidFill>
                <a:latin typeface="Avenir Next"/>
                <a:ea typeface="Avenir Next"/>
                <a:cs typeface="Avenir Next"/>
              </a:defRPr>
            </a:pPr>
            <a:r>
              <a:rPr sz="900" b="1" i="0">
                <a:solidFill>
                  <a:srgbClr val="E72D78"/>
                </a:solidFill>
                <a:latin typeface="Avenir Next"/>
                <a:ea typeface="Avenir Next"/>
                <a:cs typeface="Avenir Next"/>
              </a:rPr>
              <a:t>LA CORRECCIÓN</a:t>
            </a:r>
          </a:p>
        </p:txBody>
      </p:sp>
      <p:sp>
        <p:nvSpPr>
          <p:cNvPr id="10" name="">
            <a:extLst xmlns:a="http://schemas.openxmlformats.org/drawingml/2006/main">
              <a:ext uri="{FF2B5EF4-FFF2-40B4-BE49-F238E27FC236}">
                <a16:creationId xmlns:a16="http://schemas.microsoft.com/office/drawing/2014/main" id="{5780451A-3D88-454C-86F8-319674EF0128}"/>
              </a:ext>
            </a:extLst>
          </p:cNvPr>
          <p:cNvSpPr>
            <a:spLocks xmlns:a="http://schemas.openxmlformats.org/drawingml/2006/main" noGrp="1"/>
          </p:cNvSpPr>
          <p:nvPr/>
        </p:nvSpPr>
        <p:spPr>
          <a:xfrm xmlns:a="http://schemas.openxmlformats.org/drawingml/2006/main">
            <a:off x="609600" y="990600"/>
            <a:ext cx="1066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4350" b="1" i="0">
                <a:solidFill>
                  <a:srgbClr val="25112C"/>
                </a:solidFill>
                <a:latin typeface="DIN Condensed"/>
                <a:ea typeface="DIN Condensed"/>
                <a:cs typeface="DIN Condensed"/>
              </a:defRPr>
            </a:pPr>
            <a:r>
              <a:rPr sz="4350" b="1" i="0">
                <a:solidFill>
                  <a:srgbClr val="25112C"/>
                </a:solidFill>
                <a:latin typeface="DIN Condensed"/>
                <a:ea typeface="DIN Condensed"/>
                <a:cs typeface="DIN Condensed"/>
              </a:rPr>
              <a:t>De piezas sueltas a un sistema conectado.</a:t>
            </a:r>
          </a:p>
        </p:txBody>
      </p:sp>
      <p:sp>
        <p:nvSpPr>
          <p:cNvPr id="11" name="">
            <a:extLst xmlns:a="http://schemas.openxmlformats.org/drawingml/2006/main">
              <a:ext uri="{FF2B5EF4-FFF2-40B4-BE49-F238E27FC236}">
                <a16:creationId xmlns:a16="http://schemas.microsoft.com/office/drawing/2014/main" id="{6D212AC4-4B7F-47A9-9213-E257BBE065CF}"/>
              </a:ext>
            </a:extLst>
          </p:cNvPr>
          <p:cNvSpPr>
            <a:spLocks xmlns:a="http://schemas.openxmlformats.org/drawingml/2006/main" noGrp="1"/>
          </p:cNvSpPr>
          <p:nvPr/>
        </p:nvSpPr>
        <p:spPr>
          <a:xfrm xmlns:a="http://schemas.openxmlformats.org/drawingml/2006/main">
            <a:off x="609600" y="182880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0" i="0">
                <a:solidFill>
                  <a:srgbClr val="6D6470"/>
                </a:solidFill>
                <a:latin typeface="Avenir Next"/>
                <a:ea typeface="Avenir Next"/>
                <a:cs typeface="Avenir Next"/>
              </a:defRPr>
            </a:pPr>
            <a:r>
              <a:rPr sz="1500" b="0" i="0">
                <a:solidFill>
                  <a:srgbClr val="6D6470"/>
                </a:solidFill>
                <a:latin typeface="Avenir Next"/>
                <a:ea typeface="Avenir Next"/>
                <a:cs typeface="Avenir Next"/>
              </a:rPr>
              <a:t>Cada entregable tiene dueño funcional, apoyo, aprobador, dependencia, gate y evidencia de cierre.</a:t>
            </a:r>
          </a:p>
        </p:txBody>
      </p:sp>
      <p:sp>
        <p:nvSpPr>
          <p:cNvPr id="12" name="">
            <a:extLst xmlns:a="http://schemas.openxmlformats.org/drawingml/2006/main">
              <a:ext uri="{FF2B5EF4-FFF2-40B4-BE49-F238E27FC236}">
                <a16:creationId xmlns:a16="http://schemas.microsoft.com/office/drawing/2014/main" id="{6B2A9425-C456-465C-A859-3EED30F9AB45}"/>
              </a:ext>
            </a:extLst>
          </p:cNvPr>
          <p:cNvSpPr>
            <a:spLocks xmlns:a="http://schemas.openxmlformats.org/drawingml/2006/main" noGrp="1"/>
          </p:cNvSpPr>
          <p:nvPr/>
        </p:nvSpPr>
        <p:spPr>
          <a:xfrm xmlns:a="http://schemas.openxmlformats.org/drawingml/2006/main">
            <a:off x="609600" y="2781300"/>
            <a:ext cx="2438400" cy="2095500"/>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F213FCA4-5F6D-451A-A19B-5E3C88034307}"/>
              </a:ext>
            </a:extLst>
          </p:cNvPr>
          <p:cNvSpPr>
            <a:spLocks xmlns:a="http://schemas.openxmlformats.org/drawingml/2006/main" noGrp="1"/>
          </p:cNvSpPr>
          <p:nvPr/>
        </p:nvSpPr>
        <p:spPr>
          <a:xfrm xmlns:a="http://schemas.openxmlformats.org/drawingml/2006/main">
            <a:off x="819150" y="3067050"/>
            <a:ext cx="2000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6266"/>
          </a:bodyPr>
          <a:lstStyle xmlns:a="http://schemas.openxmlformats.org/drawingml/2006/main"/>
          <a:p xmlns:a="http://schemas.openxmlformats.org/drawingml/2006/main">
            <a:pPr algn="l">
              <a:lnSpc>
                <a:spcPct val="105000"/>
              </a:lnSpc>
              <a:buNone/>
              <a:defRPr sz="6900" b="1" i="0">
                <a:solidFill>
                  <a:srgbClr val="FFFFFF"/>
                </a:solidFill>
                <a:latin typeface="DIN Condensed"/>
                <a:ea typeface="DIN Condensed"/>
                <a:cs typeface="DIN Condensed"/>
              </a:defRPr>
            </a:pPr>
            <a:r>
              <a:rPr sz="6900" b="1" i="0">
                <a:solidFill>
                  <a:srgbClr val="FFFFFF"/>
                </a:solidFill>
                <a:latin typeface="DIN Condensed"/>
                <a:ea typeface="DIN Condensed"/>
                <a:cs typeface="DIN Condensed"/>
              </a:rPr>
              <a:t>188</a:t>
            </a:r>
          </a:p>
        </p:txBody>
      </p:sp>
      <p:sp>
        <p:nvSpPr>
          <p:cNvPr id="14" name="">
            <a:extLst xmlns:a="http://schemas.openxmlformats.org/drawingml/2006/main">
              <a:ext uri="{FF2B5EF4-FFF2-40B4-BE49-F238E27FC236}">
                <a16:creationId xmlns:a16="http://schemas.microsoft.com/office/drawing/2014/main" id="{0D911A00-A755-4AEF-90E4-FAB20EF64FC3}"/>
              </a:ext>
            </a:extLst>
          </p:cNvPr>
          <p:cNvSpPr>
            <a:spLocks xmlns:a="http://schemas.openxmlformats.org/drawingml/2006/main" noGrp="1"/>
          </p:cNvSpPr>
          <p:nvPr/>
        </p:nvSpPr>
        <p:spPr>
          <a:xfrm xmlns:a="http://schemas.openxmlformats.org/drawingml/2006/main">
            <a:off x="838200" y="4095750"/>
            <a:ext cx="2000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125" b="1" i="0">
                <a:solidFill>
                  <a:srgbClr val="FFFFFF"/>
                </a:solidFill>
                <a:latin typeface="Avenir Next"/>
                <a:ea typeface="Avenir Next"/>
                <a:cs typeface="Avenir Next"/>
              </a:defRPr>
            </a:pPr>
            <a:r>
              <a:rPr sz="1125" b="1" i="0">
                <a:solidFill>
                  <a:srgbClr val="FFFFFF"/>
                </a:solidFill>
                <a:latin typeface="Avenir Next"/>
                <a:ea typeface="Avenir Next"/>
                <a:cs typeface="Avenir Next"/>
              </a:rPr>
              <a:t>TAREAS HISTÓRICAS</a:t>
            </a:r>
          </a:p>
        </p:txBody>
      </p:sp>
      <p:sp>
        <p:nvSpPr>
          <p:cNvPr id="15" name="">
            <a:extLst xmlns:a="http://schemas.openxmlformats.org/drawingml/2006/main">
              <a:ext uri="{FF2B5EF4-FFF2-40B4-BE49-F238E27FC236}">
                <a16:creationId xmlns:a16="http://schemas.microsoft.com/office/drawing/2014/main" id="{214D6A29-B0FB-406D-8E83-F51720174EC2}"/>
              </a:ext>
            </a:extLst>
          </p:cNvPr>
          <p:cNvSpPr>
            <a:spLocks xmlns:a="http://schemas.openxmlformats.org/drawingml/2006/main" noGrp="1"/>
          </p:cNvSpPr>
          <p:nvPr/>
        </p:nvSpPr>
        <p:spPr>
          <a:xfrm xmlns:a="http://schemas.openxmlformats.org/drawingml/2006/main">
            <a:off x="3390900" y="2781300"/>
            <a:ext cx="2438400" cy="2095500"/>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8D437315-FCF2-4BD4-AE67-129CD0C0809D}"/>
              </a:ext>
            </a:extLst>
          </p:cNvPr>
          <p:cNvSpPr>
            <a:spLocks xmlns:a="http://schemas.openxmlformats.org/drawingml/2006/main" noGrp="1"/>
          </p:cNvSpPr>
          <p:nvPr/>
        </p:nvSpPr>
        <p:spPr>
          <a:xfrm xmlns:a="http://schemas.openxmlformats.org/drawingml/2006/main">
            <a:off x="3600450" y="3067050"/>
            <a:ext cx="2000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6266"/>
          </a:bodyPr>
          <a:lstStyle xmlns:a="http://schemas.openxmlformats.org/drawingml/2006/main"/>
          <a:p xmlns:a="http://schemas.openxmlformats.org/drawingml/2006/main">
            <a:pPr algn="l">
              <a:lnSpc>
                <a:spcPct val="105000"/>
              </a:lnSpc>
              <a:buNone/>
              <a:defRPr sz="6900" b="1" i="0">
                <a:solidFill>
                  <a:srgbClr val="FFFFFF"/>
                </a:solidFill>
                <a:latin typeface="DIN Condensed"/>
                <a:ea typeface="DIN Condensed"/>
                <a:cs typeface="DIN Condensed"/>
              </a:defRPr>
            </a:pPr>
            <a:r>
              <a:rPr sz="6900" b="1" i="0">
                <a:solidFill>
                  <a:srgbClr val="FFFFFF"/>
                </a:solidFill>
                <a:latin typeface="DIN Condensed"/>
                <a:ea typeface="DIN Condensed"/>
                <a:cs typeface="DIN Condensed"/>
              </a:rPr>
              <a:t>17</a:t>
            </a:r>
          </a:p>
        </p:txBody>
      </p:sp>
      <p:sp>
        <p:nvSpPr>
          <p:cNvPr id="17" name="">
            <a:extLst xmlns:a="http://schemas.openxmlformats.org/drawingml/2006/main">
              <a:ext uri="{FF2B5EF4-FFF2-40B4-BE49-F238E27FC236}">
                <a16:creationId xmlns:a16="http://schemas.microsoft.com/office/drawing/2014/main" id="{C38286D7-9E2B-4FAF-BE1E-76939EAE0E74}"/>
              </a:ext>
            </a:extLst>
          </p:cNvPr>
          <p:cNvSpPr>
            <a:spLocks xmlns:a="http://schemas.openxmlformats.org/drawingml/2006/main" noGrp="1"/>
          </p:cNvSpPr>
          <p:nvPr/>
        </p:nvSpPr>
        <p:spPr>
          <a:xfrm xmlns:a="http://schemas.openxmlformats.org/drawingml/2006/main">
            <a:off x="3619500" y="4095750"/>
            <a:ext cx="2000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125" b="1" i="0">
                <a:solidFill>
                  <a:srgbClr val="FFFFFF"/>
                </a:solidFill>
                <a:latin typeface="Avenir Next"/>
                <a:ea typeface="Avenir Next"/>
                <a:cs typeface="Avenir Next"/>
              </a:defRPr>
            </a:pPr>
            <a:r>
              <a:rPr sz="1125" b="1" i="0">
                <a:solidFill>
                  <a:srgbClr val="FFFFFF"/>
                </a:solidFill>
                <a:latin typeface="Avenir Next"/>
                <a:ea typeface="Avenir Next"/>
                <a:cs typeface="Avenir Next"/>
              </a:rPr>
              <a:t>PAQUETES DE TRABAJO</a:t>
            </a:r>
          </a:p>
        </p:txBody>
      </p:sp>
      <p:sp>
        <p:nvSpPr>
          <p:cNvPr id="18" name="">
            <a:extLst xmlns:a="http://schemas.openxmlformats.org/drawingml/2006/main">
              <a:ext uri="{FF2B5EF4-FFF2-40B4-BE49-F238E27FC236}">
                <a16:creationId xmlns:a16="http://schemas.microsoft.com/office/drawing/2014/main" id="{24E3F863-9BFB-4D46-98D0-5996B6BBD4EB}"/>
              </a:ext>
            </a:extLst>
          </p:cNvPr>
          <p:cNvSpPr>
            <a:spLocks xmlns:a="http://schemas.openxmlformats.org/drawingml/2006/main" noGrp="1"/>
          </p:cNvSpPr>
          <p:nvPr/>
        </p:nvSpPr>
        <p:spPr>
          <a:xfrm xmlns:a="http://schemas.openxmlformats.org/drawingml/2006/main">
            <a:off x="6172200" y="2781300"/>
            <a:ext cx="2438400" cy="2095500"/>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E7B7E88F-7C2D-457C-B0CD-845E47DEDE39}"/>
              </a:ext>
            </a:extLst>
          </p:cNvPr>
          <p:cNvSpPr>
            <a:spLocks xmlns:a="http://schemas.openxmlformats.org/drawingml/2006/main" noGrp="1"/>
          </p:cNvSpPr>
          <p:nvPr/>
        </p:nvSpPr>
        <p:spPr>
          <a:xfrm xmlns:a="http://schemas.openxmlformats.org/drawingml/2006/main">
            <a:off x="6381750" y="3067050"/>
            <a:ext cx="2000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6266"/>
          </a:bodyPr>
          <a:lstStyle xmlns:a="http://schemas.openxmlformats.org/drawingml/2006/main"/>
          <a:p xmlns:a="http://schemas.openxmlformats.org/drawingml/2006/main">
            <a:pPr algn="l">
              <a:lnSpc>
                <a:spcPct val="105000"/>
              </a:lnSpc>
              <a:buNone/>
              <a:defRPr sz="6900" b="1" i="0">
                <a:solidFill>
                  <a:srgbClr val="FFFFFF"/>
                </a:solidFill>
                <a:latin typeface="DIN Condensed"/>
                <a:ea typeface="DIN Condensed"/>
                <a:cs typeface="DIN Condensed"/>
              </a:defRPr>
            </a:pPr>
            <a:r>
              <a:rPr sz="6900" b="1" i="0">
                <a:solidFill>
                  <a:srgbClr val="FFFFFF"/>
                </a:solidFill>
                <a:latin typeface="DIN Condensed"/>
                <a:ea typeface="DIN Condensed"/>
                <a:cs typeface="DIN Condensed"/>
              </a:rPr>
              <a:t>73</a:t>
            </a:r>
          </a:p>
        </p:txBody>
      </p:sp>
      <p:sp>
        <p:nvSpPr>
          <p:cNvPr id="20" name="">
            <a:extLst xmlns:a="http://schemas.openxmlformats.org/drawingml/2006/main">
              <a:ext uri="{FF2B5EF4-FFF2-40B4-BE49-F238E27FC236}">
                <a16:creationId xmlns:a16="http://schemas.microsoft.com/office/drawing/2014/main" id="{03A573AB-DF32-4A43-8073-2435D32EB7D8}"/>
              </a:ext>
            </a:extLst>
          </p:cNvPr>
          <p:cNvSpPr>
            <a:spLocks xmlns:a="http://schemas.openxmlformats.org/drawingml/2006/main" noGrp="1"/>
          </p:cNvSpPr>
          <p:nvPr/>
        </p:nvSpPr>
        <p:spPr>
          <a:xfrm xmlns:a="http://schemas.openxmlformats.org/drawingml/2006/main">
            <a:off x="6400800" y="4095750"/>
            <a:ext cx="2000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125" b="1" i="0">
                <a:solidFill>
                  <a:srgbClr val="FFFFFF"/>
                </a:solidFill>
                <a:latin typeface="Avenir Next"/>
                <a:ea typeface="Avenir Next"/>
                <a:cs typeface="Avenir Next"/>
              </a:defRPr>
            </a:pPr>
            <a:r>
              <a:rPr sz="1125" b="1" i="0">
                <a:solidFill>
                  <a:srgbClr val="FFFFFF"/>
                </a:solidFill>
                <a:latin typeface="Avenir Next"/>
                <a:ea typeface="Avenir Next"/>
                <a:cs typeface="Avenir Next"/>
              </a:rPr>
              <a:t>ENTREGABLES 2026</a:t>
            </a:r>
          </a:p>
        </p:txBody>
      </p:sp>
      <p:sp>
        <p:nvSpPr>
          <p:cNvPr id="21" name="">
            <a:extLst xmlns:a="http://schemas.openxmlformats.org/drawingml/2006/main">
              <a:ext uri="{FF2B5EF4-FFF2-40B4-BE49-F238E27FC236}">
                <a16:creationId xmlns:a16="http://schemas.microsoft.com/office/drawing/2014/main" id="{D6426D9A-5AFA-4E88-9EA6-A057729A1191}"/>
              </a:ext>
            </a:extLst>
          </p:cNvPr>
          <p:cNvSpPr>
            <a:spLocks xmlns:a="http://schemas.openxmlformats.org/drawingml/2006/main" noGrp="1"/>
          </p:cNvSpPr>
          <p:nvPr/>
        </p:nvSpPr>
        <p:spPr>
          <a:xfrm xmlns:a="http://schemas.openxmlformats.org/drawingml/2006/main">
            <a:off x="8953500" y="2781300"/>
            <a:ext cx="2438400" cy="2095500"/>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45F0D575-88CF-4B80-BE86-4439A9C67F45}"/>
              </a:ext>
            </a:extLst>
          </p:cNvPr>
          <p:cNvSpPr>
            <a:spLocks xmlns:a="http://schemas.openxmlformats.org/drawingml/2006/main" noGrp="1"/>
          </p:cNvSpPr>
          <p:nvPr/>
        </p:nvSpPr>
        <p:spPr>
          <a:xfrm xmlns:a="http://schemas.openxmlformats.org/drawingml/2006/main">
            <a:off x="9163050" y="3067050"/>
            <a:ext cx="2000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6266"/>
          </a:bodyPr>
          <a:lstStyle xmlns:a="http://schemas.openxmlformats.org/drawingml/2006/main"/>
          <a:p xmlns:a="http://schemas.openxmlformats.org/drawingml/2006/main">
            <a:pPr algn="l">
              <a:lnSpc>
                <a:spcPct val="105000"/>
              </a:lnSpc>
              <a:buNone/>
              <a:defRPr sz="6900" b="1" i="0">
                <a:solidFill>
                  <a:srgbClr val="FFFFFF"/>
                </a:solidFill>
                <a:latin typeface="DIN Condensed"/>
                <a:ea typeface="DIN Condensed"/>
                <a:cs typeface="DIN Condensed"/>
              </a:defRPr>
            </a:pPr>
            <a:r>
              <a:rPr sz="6900" b="1" i="0">
                <a:solidFill>
                  <a:srgbClr val="FFFFFF"/>
                </a:solidFill>
                <a:latin typeface="DIN Condensed"/>
                <a:ea typeface="DIN Condensed"/>
                <a:cs typeface="DIN Condensed"/>
              </a:rPr>
              <a:t>1</a:t>
            </a:r>
          </a:p>
        </p:txBody>
      </p:sp>
      <p:sp>
        <p:nvSpPr>
          <p:cNvPr id="23" name="">
            <a:extLst xmlns:a="http://schemas.openxmlformats.org/drawingml/2006/main">
              <a:ext uri="{FF2B5EF4-FFF2-40B4-BE49-F238E27FC236}">
                <a16:creationId xmlns:a16="http://schemas.microsoft.com/office/drawing/2014/main" id="{B2B1ACFA-BCDE-42E7-A3EE-C0EF9B6FFBFF}"/>
              </a:ext>
            </a:extLst>
          </p:cNvPr>
          <p:cNvSpPr>
            <a:spLocks xmlns:a="http://schemas.openxmlformats.org/drawingml/2006/main" noGrp="1"/>
          </p:cNvSpPr>
          <p:nvPr/>
        </p:nvSpPr>
        <p:spPr>
          <a:xfrm xmlns:a="http://schemas.openxmlformats.org/drawingml/2006/main">
            <a:off x="9182100" y="4095750"/>
            <a:ext cx="2000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125" b="1" i="0">
                <a:solidFill>
                  <a:srgbClr val="FFFFFF"/>
                </a:solidFill>
                <a:latin typeface="Avenir Next"/>
                <a:ea typeface="Avenir Next"/>
                <a:cs typeface="Avenir Next"/>
              </a:defRPr>
            </a:pPr>
            <a:r>
              <a:rPr sz="1125" b="1" i="0">
                <a:solidFill>
                  <a:srgbClr val="FFFFFF"/>
                </a:solidFill>
                <a:latin typeface="Avenir Next"/>
                <a:ea typeface="Avenir Next"/>
                <a:cs typeface="Avenir Next"/>
              </a:rPr>
              <a:t>FUENTE VIGENTE POR DATO</a:t>
            </a:r>
          </a:p>
        </p:txBody>
      </p:sp>
      <p:sp>
        <p:nvSpPr>
          <p:cNvPr id="24" name="">
            <a:extLst xmlns:a="http://schemas.openxmlformats.org/drawingml/2006/main">
              <a:ext uri="{FF2B5EF4-FFF2-40B4-BE49-F238E27FC236}">
                <a16:creationId xmlns:a16="http://schemas.microsoft.com/office/drawing/2014/main" id="{A7ECDB40-BB7E-42AF-A046-11A6F70DC0C0}"/>
              </a:ext>
            </a:extLst>
          </p:cNvPr>
          <p:cNvSpPr>
            <a:spLocks xmlns:a="http://schemas.openxmlformats.org/drawingml/2006/main" noGrp="1"/>
          </p:cNvSpPr>
          <p:nvPr/>
        </p:nvSpPr>
        <p:spPr>
          <a:xfrm xmlns:a="http://schemas.openxmlformats.org/drawingml/2006/main">
            <a:off x="609600" y="5334000"/>
            <a:ext cx="109728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725" b="1" i="0">
                <a:solidFill>
                  <a:srgbClr val="25112C"/>
                </a:solidFill>
                <a:latin typeface="Avenir Next"/>
                <a:ea typeface="Avenir Next"/>
                <a:cs typeface="Avenir Next"/>
              </a:defRPr>
            </a:pPr>
            <a:r>
              <a:rPr sz="1725" b="1" i="0">
                <a:solidFill>
                  <a:srgbClr val="25112C"/>
                </a:solidFill>
                <a:latin typeface="Avenir Next"/>
                <a:ea typeface="Avenir Next"/>
                <a:cs typeface="Avenir Next"/>
              </a:rPr>
              <a:t>Dirección confirma → el frente dueño entrega verdad → creatividad convierte → aprobación valida → publicación activa → datos devuelven una decisión.</a:t>
            </a:r>
          </a:p>
        </p:txBody>
      </p:sp>
    </p:spTree>
    <p:extLst>
      <p:ext uri="{BB962C8B-B14F-4D97-AF65-F5344CB8AC3E}">
        <p14:creationId xmlns:p14="http://schemas.microsoft.com/office/powerpoint/2010/main" val="1516066732"/>
      </p:ext>
    </p:extLst>
  </p:cSld>
</p:sld>
</file>

<file path=ppt/slides/slide7.xml><?xml version="1.0" encoding="utf-8"?>
<p:sld xmlns:p="http://schemas.openxmlformats.org/presentationml/2006/main">
  <p:cSld>
    <p:bg>
      <p:bgPr>
        <a:solidFill xmlns:a="http://schemas.openxmlformats.org/drawingml/2006/main">
          <a:srgbClr val="E72D78"/>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2B0F9877-0328-44B1-963C-ADB529F52CE3}"/>
              </a:ext>
            </a:extLst>
          </p:cNvPr>
          <p:cNvSpPr>
            <a:spLocks xmlns:a="http://schemas.openxmlformats.org/drawingml/2006/main" noGrp="1"/>
          </p:cNvSpPr>
          <p:nvPr/>
        </p:nvSpPr>
        <p:spPr>
          <a:xfrm xmlns:a="http://schemas.openxmlformats.org/drawingml/2006/main">
            <a:off x="0" y="0"/>
            <a:ext cx="2438400" cy="66675"/>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065F266-B9EE-4D25-9BF8-B66D5D2F4A56}"/>
              </a:ext>
            </a:extLst>
          </p:cNvPr>
          <p:cNvSpPr>
            <a:spLocks xmlns:a="http://schemas.openxmlformats.org/drawingml/2006/main" noGrp="1"/>
          </p:cNvSpPr>
          <p:nvPr/>
        </p:nvSpPr>
        <p:spPr>
          <a:xfrm xmlns:a="http://schemas.openxmlformats.org/drawingml/2006/main">
            <a:off x="2438400" y="0"/>
            <a:ext cx="2438400" cy="66675"/>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3421D21C-9615-4EC1-9B16-D3CC907E26F7}"/>
              </a:ext>
            </a:extLst>
          </p:cNvPr>
          <p:cNvSpPr>
            <a:spLocks xmlns:a="http://schemas.openxmlformats.org/drawingml/2006/main" noGrp="1"/>
          </p:cNvSpPr>
          <p:nvPr/>
        </p:nvSpPr>
        <p:spPr>
          <a:xfrm xmlns:a="http://schemas.openxmlformats.org/drawingml/2006/main">
            <a:off x="4876800" y="0"/>
            <a:ext cx="2438400" cy="66675"/>
          </a:xfrm>
          <a:prstGeom xmlns:a="http://schemas.openxmlformats.org/drawingml/2006/main" prst="rect">
            <a:avLst/>
          </a:prstGeom>
          <a:solidFill xmlns:a="http://schemas.openxmlformats.org/drawingml/2006/main">
            <a:srgbClr val="FFC92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04640EE-1EB9-425F-9CCB-9290FAD81411}"/>
              </a:ext>
            </a:extLst>
          </p:cNvPr>
          <p:cNvSpPr>
            <a:spLocks xmlns:a="http://schemas.openxmlformats.org/drawingml/2006/main" noGrp="1"/>
          </p:cNvSpPr>
          <p:nvPr/>
        </p:nvSpPr>
        <p:spPr>
          <a:xfrm xmlns:a="http://schemas.openxmlformats.org/drawingml/2006/main">
            <a:off x="7315200" y="0"/>
            <a:ext cx="2438400" cy="66675"/>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BCCB2C96-E4CD-4A5C-8E50-788C8965BE9F}"/>
              </a:ext>
            </a:extLst>
          </p:cNvPr>
          <p:cNvSpPr>
            <a:spLocks xmlns:a="http://schemas.openxmlformats.org/drawingml/2006/main" noGrp="1"/>
          </p:cNvSpPr>
          <p:nvPr/>
        </p:nvSpPr>
        <p:spPr>
          <a:xfrm xmlns:a="http://schemas.openxmlformats.org/drawingml/2006/main">
            <a:off x="9753600" y="0"/>
            <a:ext cx="2438400" cy="66675"/>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319633C3-423E-45FC-9B91-774A9876F4C5}"/>
              </a:ext>
            </a:extLst>
          </p:cNvPr>
          <p:cNvSpPr>
            <a:spLocks xmlns:a="http://schemas.openxmlformats.org/drawingml/2006/main" noGrp="1"/>
          </p:cNvSpPr>
          <p:nvPr/>
        </p:nvSpPr>
        <p:spPr>
          <a:xfrm xmlns:a="http://schemas.openxmlformats.org/drawingml/2006/main">
            <a:off x="609600" y="26670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FFC928"/>
                </a:solidFill>
                <a:latin typeface="Avenir Next"/>
                <a:ea typeface="Avenir Next"/>
                <a:cs typeface="Avenir Next"/>
              </a:defRPr>
            </a:pPr>
            <a:r>
              <a:rPr sz="825" b="1" i="0">
                <a:solidFill>
                  <a:srgbClr val="FFC928"/>
                </a:solidFill>
                <a:latin typeface="Avenir Next"/>
                <a:ea typeface="Avenir Next"/>
                <a:cs typeface="Avenir Next"/>
              </a:rPr>
              <a:t>PLATAFORMA CREATIVA</a:t>
            </a:r>
          </a:p>
        </p:txBody>
      </p:sp>
      <p:sp>
        <p:nvSpPr>
          <p:cNvPr id="7" name="">
            <a:extLst xmlns:a="http://schemas.openxmlformats.org/drawingml/2006/main">
              <a:ext uri="{FF2B5EF4-FFF2-40B4-BE49-F238E27FC236}">
                <a16:creationId xmlns:a16="http://schemas.microsoft.com/office/drawing/2014/main" id="{93C034F5-DB38-4E6B-B495-B20CFC4ED7E6}"/>
              </a:ext>
            </a:extLst>
          </p:cNvPr>
          <p:cNvSpPr>
            <a:spLocks xmlns:a="http://schemas.openxmlformats.org/drawingml/2006/main" noGrp="1"/>
          </p:cNvSpPr>
          <p:nvPr/>
        </p:nvSpPr>
        <p:spPr>
          <a:xfrm xmlns:a="http://schemas.openxmlformats.org/drawingml/2006/main">
            <a:off x="609600" y="6534150"/>
            <a:ext cx="4762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675" b="1" i="0">
                <a:solidFill>
                  <a:srgbClr val="FFFFFF">
                    <a:alpha val="52000"/>
                  </a:srgbClr>
                </a:solidFill>
                <a:latin typeface="Avenir Next"/>
                <a:ea typeface="Avenir Next"/>
                <a:cs typeface="Avenir Next"/>
              </a:defRPr>
            </a:pPr>
            <a:r>
              <a:rPr sz="675" b="1" i="0">
                <a:solidFill>
                  <a:srgbClr val="FFFFFF">
                    <a:alpha val="52000"/>
                  </a:srgbClr>
                </a:solidFill>
                <a:latin typeface="Avenir Next"/>
                <a:ea typeface="Avenir Next"/>
                <a:cs typeface="Avenir Next"/>
              </a:rPr>
              <a:t>DOCUMENTO INTERNO · PROPUESTA EN REVISIÓN</a:t>
            </a:r>
          </a:p>
        </p:txBody>
      </p:sp>
      <p:sp>
        <p:nvSpPr>
          <p:cNvPr id="8" name="">
            <a:extLst xmlns:a="http://schemas.openxmlformats.org/drawingml/2006/main">
              <a:ext uri="{FF2B5EF4-FFF2-40B4-BE49-F238E27FC236}">
                <a16:creationId xmlns:a16="http://schemas.microsoft.com/office/drawing/2014/main" id="{8242BE77-5A0F-484D-AE06-640EBE01EDF0}"/>
              </a:ext>
            </a:extLst>
          </p:cNvPr>
          <p:cNvSpPr>
            <a:spLocks xmlns:a="http://schemas.openxmlformats.org/drawingml/2006/main" noGrp="1"/>
          </p:cNvSpPr>
          <p:nvPr/>
        </p:nvSpPr>
        <p:spPr>
          <a:xfrm xmlns:a="http://schemas.openxmlformats.org/drawingml/2006/main">
            <a:off x="11239500" y="6505575"/>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750" b="1" i="0">
                <a:solidFill>
                  <a:srgbClr val="FFFFFF">
                    <a:alpha val="52000"/>
                  </a:srgbClr>
                </a:solidFill>
                <a:latin typeface="Avenir Next"/>
                <a:ea typeface="Avenir Next"/>
                <a:cs typeface="Avenir Next"/>
              </a:defRPr>
            </a:pPr>
            <a:r>
              <a:rPr sz="750" b="1" i="0">
                <a:solidFill>
                  <a:srgbClr val="FFFFFF">
                    <a:alpha val="52000"/>
                  </a:srgbClr>
                </a:solidFill>
                <a:latin typeface="Avenir Next"/>
                <a:ea typeface="Avenir Next"/>
                <a:cs typeface="Avenir Next"/>
              </a:rPr>
              <a:t>07</a:t>
            </a:r>
          </a:p>
        </p:txBody>
      </p:sp>
      <p:sp>
        <p:nvSpPr>
          <p:cNvPr id="9" name="">
            <a:extLst xmlns:a="http://schemas.openxmlformats.org/drawingml/2006/main">
              <a:ext uri="{FF2B5EF4-FFF2-40B4-BE49-F238E27FC236}">
                <a16:creationId xmlns:a16="http://schemas.microsoft.com/office/drawing/2014/main" id="{A27F627D-4F8F-4A1A-8381-AE65D3850357}"/>
              </a:ext>
            </a:extLst>
          </p:cNvPr>
          <p:cNvSpPr>
            <a:spLocks xmlns:a="http://schemas.openxmlformats.org/drawingml/2006/main" noGrp="1"/>
          </p:cNvSpPr>
          <p:nvPr/>
        </p:nvSpPr>
        <p:spPr>
          <a:xfrm xmlns:a="http://schemas.openxmlformats.org/drawingml/2006/main">
            <a:off x="609600" y="990600"/>
            <a:ext cx="19050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2102"/>
          </a:bodyPr>
          <a:lstStyle xmlns:a="http://schemas.openxmlformats.org/drawingml/2006/main"/>
          <a:p xmlns:a="http://schemas.openxmlformats.org/drawingml/2006/main">
            <a:pPr algn="l">
              <a:lnSpc>
                <a:spcPct val="105000"/>
              </a:lnSpc>
              <a:buNone/>
              <a:defRPr sz="8700" b="1" i="0">
                <a:solidFill>
                  <a:srgbClr val="FFC928"/>
                </a:solidFill>
                <a:latin typeface="DIN Condensed"/>
                <a:ea typeface="DIN Condensed"/>
                <a:cs typeface="DIN Condensed"/>
              </a:defRPr>
            </a:pPr>
            <a:r>
              <a:rPr sz="8700" b="1" i="0">
                <a:solidFill>
                  <a:srgbClr val="FFC928"/>
                </a:solidFill>
                <a:latin typeface="DIN Condensed"/>
                <a:ea typeface="DIN Condensed"/>
                <a:cs typeface="DIN Condensed"/>
              </a:rPr>
              <a:t>ES</a:t>
            </a:r>
          </a:p>
        </p:txBody>
      </p:sp>
      <p:sp>
        <p:nvSpPr>
          <p:cNvPr id="10" name="">
            <a:extLst xmlns:a="http://schemas.openxmlformats.org/drawingml/2006/main">
              <a:ext uri="{FF2B5EF4-FFF2-40B4-BE49-F238E27FC236}">
                <a16:creationId xmlns:a16="http://schemas.microsoft.com/office/drawing/2014/main" id="{B043D0AB-ED0D-4067-8FAF-C5E4EBFA5F59}"/>
              </a:ext>
            </a:extLst>
          </p:cNvPr>
          <p:cNvSpPr>
            <a:spLocks xmlns:a="http://schemas.openxmlformats.org/drawingml/2006/main" noGrp="1"/>
          </p:cNvSpPr>
          <p:nvPr/>
        </p:nvSpPr>
        <p:spPr>
          <a:xfrm xmlns:a="http://schemas.openxmlformats.org/drawingml/2006/main">
            <a:off x="590550" y="1981200"/>
            <a:ext cx="8382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80000"/>
              </a:lnSpc>
              <a:buNone/>
              <a:defRPr sz="11850" b="1" i="0">
                <a:solidFill>
                  <a:srgbClr val="FFFFFF"/>
                </a:solidFill>
                <a:latin typeface="DIN Condensed"/>
                <a:ea typeface="DIN Condensed"/>
                <a:cs typeface="DIN Condensed"/>
              </a:defRPr>
            </a:pPr>
            <a:r>
              <a:rPr sz="11850" b="1" i="0">
                <a:solidFill>
                  <a:srgbClr val="FFFFFF"/>
                </a:solidFill>
                <a:latin typeface="DIN Condensed"/>
                <a:ea typeface="DIN Condensed"/>
                <a:cs typeface="DIN Condensed"/>
              </a:rPr>
              <a:t>TRADICIÓN</a:t>
            </a:r>
          </a:p>
        </p:txBody>
      </p:sp>
      <p:sp>
        <p:nvSpPr>
          <p:cNvPr id="11" name="">
            <a:extLst xmlns:a="http://schemas.openxmlformats.org/drawingml/2006/main">
              <a:ext uri="{FF2B5EF4-FFF2-40B4-BE49-F238E27FC236}">
                <a16:creationId xmlns:a16="http://schemas.microsoft.com/office/drawing/2014/main" id="{32635559-05BC-4ABE-95E8-05F3FBBD8C5B}"/>
              </a:ext>
            </a:extLst>
          </p:cNvPr>
          <p:cNvSpPr>
            <a:spLocks xmlns:a="http://schemas.openxmlformats.org/drawingml/2006/main" noGrp="1"/>
          </p:cNvSpPr>
          <p:nvPr/>
        </p:nvSpPr>
        <p:spPr>
          <a:xfrm xmlns:a="http://schemas.openxmlformats.org/drawingml/2006/main">
            <a:off x="685800" y="4152900"/>
            <a:ext cx="6858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325" b="1" i="0">
                <a:solidFill>
                  <a:srgbClr val="FFFFFF"/>
                </a:solidFill>
                <a:latin typeface="Avenir Next"/>
                <a:ea typeface="Avenir Next"/>
                <a:cs typeface="Avenir Next"/>
              </a:defRPr>
            </a:pPr>
            <a:r>
              <a:rPr sz="2325" b="1" i="0">
                <a:solidFill>
                  <a:srgbClr val="FFFFFF"/>
                </a:solidFill>
                <a:latin typeface="Avenir Next"/>
                <a:ea typeface="Avenir Next"/>
                <a:cs typeface="Avenir Next"/>
              </a:rPr>
              <a:t>No es nostalgia quieta.</a:t>
            </a:r>
          </a:p>
          <a:p xmlns:a="http://schemas.openxmlformats.org/drawingml/2006/main">
            <a:pPr algn="l">
              <a:lnSpc>
                <a:spcPct val="105000"/>
              </a:lnSpc>
              <a:buNone/>
              <a:defRPr sz="2325" b="1" i="0">
                <a:solidFill>
                  <a:srgbClr val="FFFFFF"/>
                </a:solidFill>
                <a:latin typeface="Avenir Next"/>
                <a:ea typeface="Avenir Next"/>
                <a:cs typeface="Avenir Next"/>
              </a:defRPr>
            </a:pPr>
            <a:r>
              <a:rPr sz="2325" b="1" i="0">
                <a:solidFill>
                  <a:srgbClr val="FFFFFF"/>
                </a:solidFill>
                <a:latin typeface="Avenir Next"/>
                <a:ea typeface="Avenir Next"/>
                <a:cs typeface="Avenir Next"/>
              </a:rPr>
              <a:t>Es una tradición viva que vuelve a reunirnos.</a:t>
            </a:r>
          </a:p>
        </p:txBody>
      </p:sp>
      <p:sp>
        <p:nvSpPr>
          <p:cNvPr id="12" name="">
            <a:extLst xmlns:a="http://schemas.openxmlformats.org/drawingml/2006/main">
              <a:ext uri="{FF2B5EF4-FFF2-40B4-BE49-F238E27FC236}">
                <a16:creationId xmlns:a16="http://schemas.microsoft.com/office/drawing/2014/main" id="{3368A202-0685-4D75-A0AF-5AA0F5EF0225}"/>
              </a:ext>
            </a:extLst>
          </p:cNvPr>
          <p:cNvSpPr>
            <a:spLocks xmlns:a="http://schemas.openxmlformats.org/drawingml/2006/main" noGrp="1"/>
          </p:cNvSpPr>
          <p:nvPr/>
        </p:nvSpPr>
        <p:spPr>
          <a:xfrm xmlns:a="http://schemas.openxmlformats.org/drawingml/2006/main">
            <a:off x="666750" y="5524500"/>
            <a:ext cx="1790700" cy="285750"/>
          </a:xfrm>
          <a:prstGeom xmlns:a="http://schemas.openxmlformats.org/drawingml/2006/main" prst="roundRect">
            <a:avLst>
              <a:gd name="adj" fmla="val 50000"/>
            </a:avLst>
          </a:prstGeom>
          <a:solidFill xmlns:a="http://schemas.openxmlformats.org/drawingml/2006/main">
            <a:srgbClr val="160A22"/>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889D32CA-847A-4CF9-BBCA-C12BED64B5FB}"/>
              </a:ext>
            </a:extLst>
          </p:cNvPr>
          <p:cNvSpPr>
            <a:spLocks xmlns:a="http://schemas.openxmlformats.org/drawingml/2006/main" noGrp="1"/>
          </p:cNvSpPr>
          <p:nvPr/>
        </p:nvSpPr>
        <p:spPr>
          <a:xfrm xmlns:a="http://schemas.openxmlformats.org/drawingml/2006/main">
            <a:off x="762000" y="5572125"/>
            <a:ext cx="1600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825" b="1" i="0">
                <a:solidFill>
                  <a:srgbClr val="FFFFFF"/>
                </a:solidFill>
                <a:latin typeface="Avenir Next"/>
                <a:ea typeface="Avenir Next"/>
                <a:cs typeface="Avenir Next"/>
              </a:defRPr>
            </a:pPr>
            <a:r>
              <a:rPr sz="825" b="1" i="0">
                <a:solidFill>
                  <a:srgbClr val="FFFFFF"/>
                </a:solidFill>
                <a:latin typeface="Avenir Next"/>
                <a:ea typeface="Avenir Next"/>
                <a:cs typeface="Avenir Next"/>
              </a:rPr>
              <a:t>VOLVER</a:t>
            </a:r>
          </a:p>
        </p:txBody>
      </p:sp>
      <p:sp>
        <p:nvSpPr>
          <p:cNvPr id="14" name="">
            <a:extLst xmlns:a="http://schemas.openxmlformats.org/drawingml/2006/main">
              <a:ext uri="{FF2B5EF4-FFF2-40B4-BE49-F238E27FC236}">
                <a16:creationId xmlns:a16="http://schemas.microsoft.com/office/drawing/2014/main" id="{CFF815D2-7304-437D-B8EB-DCCCF40A7B0F}"/>
              </a:ext>
            </a:extLst>
          </p:cNvPr>
          <p:cNvSpPr>
            <a:spLocks xmlns:a="http://schemas.openxmlformats.org/drawingml/2006/main" noGrp="1"/>
          </p:cNvSpPr>
          <p:nvPr/>
        </p:nvSpPr>
        <p:spPr>
          <a:xfrm xmlns:a="http://schemas.openxmlformats.org/drawingml/2006/main">
            <a:off x="2781300" y="5524500"/>
            <a:ext cx="1790700" cy="285750"/>
          </a:xfrm>
          <a:prstGeom xmlns:a="http://schemas.openxmlformats.org/drawingml/2006/main" prst="roundRect">
            <a:avLst>
              <a:gd name="adj" fmla="val 50000"/>
            </a:avLst>
          </a:prstGeom>
          <a:solidFill xmlns:a="http://schemas.openxmlformats.org/drawingml/2006/main">
            <a:srgbClr val="FF6A1A"/>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0D31972D-9D51-46F0-AACC-6E3B971D0706}"/>
              </a:ext>
            </a:extLst>
          </p:cNvPr>
          <p:cNvSpPr>
            <a:spLocks xmlns:a="http://schemas.openxmlformats.org/drawingml/2006/main" noGrp="1"/>
          </p:cNvSpPr>
          <p:nvPr/>
        </p:nvSpPr>
        <p:spPr>
          <a:xfrm xmlns:a="http://schemas.openxmlformats.org/drawingml/2006/main">
            <a:off x="2876550" y="5572125"/>
            <a:ext cx="1600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825" b="1" i="0">
                <a:solidFill>
                  <a:srgbClr val="FFFFFF"/>
                </a:solidFill>
                <a:latin typeface="Avenir Next"/>
                <a:ea typeface="Avenir Next"/>
                <a:cs typeface="Avenir Next"/>
              </a:defRPr>
            </a:pPr>
            <a:r>
              <a:rPr sz="825" b="1" i="0">
                <a:solidFill>
                  <a:srgbClr val="FFFFFF"/>
                </a:solidFill>
                <a:latin typeface="Avenir Next"/>
                <a:ea typeface="Avenir Next"/>
                <a:cs typeface="Avenir Next"/>
              </a:rPr>
              <a:t>DESCUBRIR</a:t>
            </a:r>
          </a:p>
        </p:txBody>
      </p:sp>
      <p:sp>
        <p:nvSpPr>
          <p:cNvPr id="16" name="">
            <a:extLst xmlns:a="http://schemas.openxmlformats.org/drawingml/2006/main">
              <a:ext uri="{FF2B5EF4-FFF2-40B4-BE49-F238E27FC236}">
                <a16:creationId xmlns:a16="http://schemas.microsoft.com/office/drawing/2014/main" id="{96861000-8CE7-4811-9F12-5830790917D0}"/>
              </a:ext>
            </a:extLst>
          </p:cNvPr>
          <p:cNvSpPr>
            <a:spLocks xmlns:a="http://schemas.openxmlformats.org/drawingml/2006/main" noGrp="1"/>
          </p:cNvSpPr>
          <p:nvPr/>
        </p:nvSpPr>
        <p:spPr>
          <a:xfrm xmlns:a="http://schemas.openxmlformats.org/drawingml/2006/main">
            <a:off x="4895850" y="5524500"/>
            <a:ext cx="1790700" cy="285750"/>
          </a:xfrm>
          <a:prstGeom xmlns:a="http://schemas.openxmlformats.org/drawingml/2006/main" prst="roundRect">
            <a:avLst>
              <a:gd name="adj" fmla="val 50000"/>
            </a:avLst>
          </a:prstGeom>
          <a:solidFill xmlns:a="http://schemas.openxmlformats.org/drawingml/2006/main">
            <a:srgbClr val="315BF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2709205F-F63C-41F7-9D41-3CF23B9044E9}"/>
              </a:ext>
            </a:extLst>
          </p:cNvPr>
          <p:cNvSpPr>
            <a:spLocks xmlns:a="http://schemas.openxmlformats.org/drawingml/2006/main" noGrp="1"/>
          </p:cNvSpPr>
          <p:nvPr/>
        </p:nvSpPr>
        <p:spPr>
          <a:xfrm xmlns:a="http://schemas.openxmlformats.org/drawingml/2006/main">
            <a:off x="4991100" y="5572125"/>
            <a:ext cx="1600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825" b="1" i="0">
                <a:solidFill>
                  <a:srgbClr val="FFFFFF"/>
                </a:solidFill>
                <a:latin typeface="Avenir Next"/>
                <a:ea typeface="Avenir Next"/>
                <a:cs typeface="Avenir Next"/>
              </a:defRPr>
            </a:pPr>
            <a:r>
              <a:rPr sz="825" b="1" i="0">
                <a:solidFill>
                  <a:srgbClr val="FFFFFF"/>
                </a:solidFill>
                <a:latin typeface="Avenir Next"/>
                <a:ea typeface="Avenir Next"/>
                <a:cs typeface="Avenir Next"/>
              </a:rPr>
              <a:t>CANTAR</a:t>
            </a:r>
          </a:p>
        </p:txBody>
      </p:sp>
      <p:sp>
        <p:nvSpPr>
          <p:cNvPr id="18" name="">
            <a:extLst xmlns:a="http://schemas.openxmlformats.org/drawingml/2006/main">
              <a:ext uri="{FF2B5EF4-FFF2-40B4-BE49-F238E27FC236}">
                <a16:creationId xmlns:a16="http://schemas.microsoft.com/office/drawing/2014/main" id="{5CD55A79-612C-42E4-AC5D-A8DA701B265A}"/>
              </a:ext>
            </a:extLst>
          </p:cNvPr>
          <p:cNvSpPr>
            <a:spLocks xmlns:a="http://schemas.openxmlformats.org/drawingml/2006/main" noGrp="1"/>
          </p:cNvSpPr>
          <p:nvPr/>
        </p:nvSpPr>
        <p:spPr>
          <a:xfrm xmlns:a="http://schemas.openxmlformats.org/drawingml/2006/main">
            <a:off x="7010400" y="5524500"/>
            <a:ext cx="1790700" cy="285750"/>
          </a:xfrm>
          <a:prstGeom xmlns:a="http://schemas.openxmlformats.org/drawingml/2006/main" prst="roundRect">
            <a:avLst>
              <a:gd name="adj" fmla="val 50000"/>
            </a:avLst>
          </a:prstGeom>
          <a:solidFill xmlns:a="http://schemas.openxmlformats.org/drawingml/2006/main">
            <a:srgbClr val="00AFA0"/>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FD96AA66-4EC8-4595-8076-A2379B757C2C}"/>
              </a:ext>
            </a:extLst>
          </p:cNvPr>
          <p:cNvSpPr>
            <a:spLocks xmlns:a="http://schemas.openxmlformats.org/drawingml/2006/main" noGrp="1"/>
          </p:cNvSpPr>
          <p:nvPr/>
        </p:nvSpPr>
        <p:spPr>
          <a:xfrm xmlns:a="http://schemas.openxmlformats.org/drawingml/2006/main">
            <a:off x="7105650" y="5572125"/>
            <a:ext cx="1600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825" b="1" i="0">
                <a:solidFill>
                  <a:srgbClr val="FFFFFF"/>
                </a:solidFill>
                <a:latin typeface="Avenir Next"/>
                <a:ea typeface="Avenir Next"/>
                <a:cs typeface="Avenir Next"/>
              </a:defRPr>
            </a:pPr>
            <a:r>
              <a:rPr sz="825" b="1" i="0">
                <a:solidFill>
                  <a:srgbClr val="FFFFFF"/>
                </a:solidFill>
                <a:latin typeface="Avenir Next"/>
                <a:ea typeface="Avenir Next"/>
                <a:cs typeface="Avenir Next"/>
              </a:rPr>
              <a:t>COMPARTIR</a:t>
            </a:r>
          </a:p>
        </p:txBody>
      </p:sp>
      <p:sp>
        <p:nvSpPr>
          <p:cNvPr id="20" name="">
            <a:extLst xmlns:a="http://schemas.openxmlformats.org/drawingml/2006/main">
              <a:ext uri="{FF2B5EF4-FFF2-40B4-BE49-F238E27FC236}">
                <a16:creationId xmlns:a16="http://schemas.microsoft.com/office/drawing/2014/main" id="{6A69122A-2772-4E12-92D9-E1BBDFE8345D}"/>
              </a:ext>
            </a:extLst>
          </p:cNvPr>
          <p:cNvSpPr>
            <a:spLocks xmlns:a="http://schemas.openxmlformats.org/drawingml/2006/main" noGrp="1"/>
          </p:cNvSpPr>
          <p:nvPr/>
        </p:nvSpPr>
        <p:spPr>
          <a:xfrm xmlns:a="http://schemas.openxmlformats.org/drawingml/2006/main">
            <a:off x="9124950" y="5524500"/>
            <a:ext cx="1790700" cy="285750"/>
          </a:xfrm>
          <a:prstGeom xmlns:a="http://schemas.openxmlformats.org/drawingml/2006/main" prst="roundRect">
            <a:avLst>
              <a:gd name="adj" fmla="val 50000"/>
            </a:avLst>
          </a:prstGeom>
          <a:solidFill xmlns:a="http://schemas.openxmlformats.org/drawingml/2006/main">
            <a:srgbClr val="2B0D3B"/>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81DBC02F-43DC-46ED-A07C-CCECECEBBD90}"/>
              </a:ext>
            </a:extLst>
          </p:cNvPr>
          <p:cNvSpPr>
            <a:spLocks xmlns:a="http://schemas.openxmlformats.org/drawingml/2006/main" noGrp="1"/>
          </p:cNvSpPr>
          <p:nvPr/>
        </p:nvSpPr>
        <p:spPr>
          <a:xfrm xmlns:a="http://schemas.openxmlformats.org/drawingml/2006/main">
            <a:off x="9220200" y="5572125"/>
            <a:ext cx="1600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825" b="1" i="0">
                <a:solidFill>
                  <a:srgbClr val="FFFFFF"/>
                </a:solidFill>
                <a:latin typeface="Avenir Next"/>
                <a:ea typeface="Avenir Next"/>
                <a:cs typeface="Avenir Next"/>
              </a:defRPr>
            </a:pPr>
            <a:r>
              <a:rPr sz="825" b="1" i="0">
                <a:solidFill>
                  <a:srgbClr val="FFFFFF"/>
                </a:solidFill>
                <a:latin typeface="Avenir Next"/>
                <a:ea typeface="Avenir Next"/>
                <a:cs typeface="Avenir Next"/>
              </a:rPr>
              <a:t>RECORDAR</a:t>
            </a:r>
          </a:p>
        </p:txBody>
      </p:sp>
    </p:spTree>
    <p:extLst>
      <p:ext uri="{BB962C8B-B14F-4D97-AF65-F5344CB8AC3E}">
        <p14:creationId xmlns:p14="http://schemas.microsoft.com/office/powerpoint/2010/main" val="142194293"/>
      </p:ext>
    </p:extLst>
  </p:cSld>
</p:sld>
</file>

<file path=ppt/slides/slide8.xml><?xml version="1.0" encoding="utf-8"?>
<p:sld xmlns:p="http://schemas.openxmlformats.org/presentationml/2006/main">
  <p:cSld>
    <p:bg>
      <p:bgPr>
        <a:solidFill xmlns:a="http://schemas.openxmlformats.org/drawingml/2006/main">
          <a:srgbClr val="315BFF"/>
        </a:solidFill>
      </p:bgPr>
    </p:bg>
    <p:spTree>
      <p:nvGrpSpPr>
        <p:cNvPr id="1" name=""/>
        <p:cNvGrpSpPr/>
        <p:nvPr/>
      </p:nvGrpSpPr>
      <p:grpSpPr>
        <a:xfrm xmlns:a="http://schemas.openxmlformats.org/drawingml/2006/main"/>
      </p:grpSpPr>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8bf9b3443ca947cd"/>
          <a:srcRect xmlns:a="http://schemas.openxmlformats.org/drawingml/2006/main" l="21234" t="0" r="21234" b="0"/>
          <a:stretch xmlns:a="http://schemas.openxmlformats.org/drawingml/2006/main">
            <a:fillRect l="0" t="0" r="0" b="0"/>
          </a:stretch>
        </p:blipFill>
        <p:spPr>
          <a:xfrm xmlns:a="http://schemas.openxmlformats.org/drawingml/2006/main">
            <a:off x="0" y="0"/>
            <a:ext cx="59055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83EBD8E-D71D-4F04-8BD1-D085A23A1CB1}"/>
              </a:ext>
            </a:extLst>
          </p:cNvPr>
          <p:cNvSpPr>
            <a:spLocks xmlns:a="http://schemas.openxmlformats.org/drawingml/2006/main" noGrp="1"/>
          </p:cNvSpPr>
          <p:nvPr/>
        </p:nvSpPr>
        <p:spPr>
          <a:xfrm xmlns:a="http://schemas.openxmlformats.org/drawingml/2006/main">
            <a:off x="0" y="0"/>
            <a:ext cx="5905500" cy="6858000"/>
          </a:xfrm>
          <a:prstGeom xmlns:a="http://schemas.openxmlformats.org/drawingml/2006/main" prst="rect">
            <a:avLst/>
          </a:prstGeom>
          <a:gradFill xmlns:a="http://schemas.openxmlformats.org/drawingml/2006/main">
            <a:gsLst>
              <a:gs pos="0">
                <a:srgbClr val="160A22">
                  <a:alpha val="70000"/>
                </a:srgbClr>
              </a:gs>
              <a:gs pos="100000">
                <a:srgbClr val="315BFF">
                  <a:alpha val="10000"/>
                </a:srgbClr>
              </a:gs>
            </a:gsLst>
            <a:lin ang="0"/>
          </a:gra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4B0BD7A-80DF-499E-9625-164C1319E4D3}"/>
              </a:ext>
            </a:extLst>
          </p:cNvPr>
          <p:cNvSpPr>
            <a:spLocks xmlns:a="http://schemas.openxmlformats.org/drawingml/2006/main" noGrp="1"/>
          </p:cNvSpPr>
          <p:nvPr/>
        </p:nvSpPr>
        <p:spPr>
          <a:xfrm xmlns:a="http://schemas.openxmlformats.org/drawingml/2006/main">
            <a:off x="5334000" y="0"/>
            <a:ext cx="6858000" cy="6858000"/>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054321A-11B2-4E15-A44C-1DD20D47AFAE}"/>
              </a:ext>
            </a:extLst>
          </p:cNvPr>
          <p:cNvSpPr>
            <a:spLocks xmlns:a="http://schemas.openxmlformats.org/drawingml/2006/main" noGrp="1"/>
          </p:cNvSpPr>
          <p:nvPr/>
        </p:nvSpPr>
        <p:spPr>
          <a:xfrm xmlns:a="http://schemas.openxmlformats.org/drawingml/2006/main">
            <a:off x="0" y="0"/>
            <a:ext cx="2438400" cy="66675"/>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BDBEE3F-DF4A-47A3-A7A8-AB77EE16A88C}"/>
              </a:ext>
            </a:extLst>
          </p:cNvPr>
          <p:cNvSpPr>
            <a:spLocks xmlns:a="http://schemas.openxmlformats.org/drawingml/2006/main" noGrp="1"/>
          </p:cNvSpPr>
          <p:nvPr/>
        </p:nvSpPr>
        <p:spPr>
          <a:xfrm xmlns:a="http://schemas.openxmlformats.org/drawingml/2006/main">
            <a:off x="2438400" y="0"/>
            <a:ext cx="2438400" cy="66675"/>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5D494CC3-2FF2-4B1E-B6CD-FDFD68F5C22D}"/>
              </a:ext>
            </a:extLst>
          </p:cNvPr>
          <p:cNvSpPr>
            <a:spLocks xmlns:a="http://schemas.openxmlformats.org/drawingml/2006/main" noGrp="1"/>
          </p:cNvSpPr>
          <p:nvPr/>
        </p:nvSpPr>
        <p:spPr>
          <a:xfrm xmlns:a="http://schemas.openxmlformats.org/drawingml/2006/main">
            <a:off x="4876800" y="0"/>
            <a:ext cx="2438400" cy="66675"/>
          </a:xfrm>
          <a:prstGeom xmlns:a="http://schemas.openxmlformats.org/drawingml/2006/main" prst="rect">
            <a:avLst/>
          </a:prstGeom>
          <a:solidFill xmlns:a="http://schemas.openxmlformats.org/drawingml/2006/main">
            <a:srgbClr val="FFC928"/>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734DEED-C6A9-4B32-9CEC-F18C9D9559C4}"/>
              </a:ext>
            </a:extLst>
          </p:cNvPr>
          <p:cNvSpPr>
            <a:spLocks xmlns:a="http://schemas.openxmlformats.org/drawingml/2006/main" noGrp="1"/>
          </p:cNvSpPr>
          <p:nvPr/>
        </p:nvSpPr>
        <p:spPr>
          <a:xfrm xmlns:a="http://schemas.openxmlformats.org/drawingml/2006/main">
            <a:off x="7315200" y="0"/>
            <a:ext cx="2438400" cy="66675"/>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FCE1148-6CC1-4685-BC5A-3DAAB4967BFF}"/>
              </a:ext>
            </a:extLst>
          </p:cNvPr>
          <p:cNvSpPr>
            <a:spLocks xmlns:a="http://schemas.openxmlformats.org/drawingml/2006/main" noGrp="1"/>
          </p:cNvSpPr>
          <p:nvPr/>
        </p:nvSpPr>
        <p:spPr>
          <a:xfrm xmlns:a="http://schemas.openxmlformats.org/drawingml/2006/main">
            <a:off x="9753600" y="0"/>
            <a:ext cx="2438400" cy="66675"/>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9E30E0B0-7C75-4F41-811D-11A9EC90FEB4}"/>
              </a:ext>
            </a:extLst>
          </p:cNvPr>
          <p:cNvSpPr>
            <a:spLocks xmlns:a="http://schemas.openxmlformats.org/drawingml/2006/main" noGrp="1"/>
          </p:cNvSpPr>
          <p:nvPr/>
        </p:nvSpPr>
        <p:spPr>
          <a:xfrm xmlns:a="http://schemas.openxmlformats.org/drawingml/2006/main">
            <a:off x="609600" y="26670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FFC928"/>
                </a:solidFill>
                <a:latin typeface="Avenir Next"/>
                <a:ea typeface="Avenir Next"/>
                <a:cs typeface="Avenir Next"/>
              </a:defRPr>
            </a:pPr>
            <a:r>
              <a:rPr sz="825" b="1" i="0">
                <a:solidFill>
                  <a:srgbClr val="FFC928"/>
                </a:solidFill>
                <a:latin typeface="Avenir Next"/>
                <a:ea typeface="Avenir Next"/>
                <a:cs typeface="Avenir Next"/>
              </a:rPr>
              <a:t>PROMESA</a:t>
            </a:r>
          </a:p>
        </p:txBody>
      </p:sp>
      <p:sp>
        <p:nvSpPr>
          <p:cNvPr id="10" name="">
            <a:extLst xmlns:a="http://schemas.openxmlformats.org/drawingml/2006/main">
              <a:ext uri="{FF2B5EF4-FFF2-40B4-BE49-F238E27FC236}">
                <a16:creationId xmlns:a16="http://schemas.microsoft.com/office/drawing/2014/main" id="{EC8D6EE0-F6EA-4F25-9C64-36514255FC70}"/>
              </a:ext>
            </a:extLst>
          </p:cNvPr>
          <p:cNvSpPr>
            <a:spLocks xmlns:a="http://schemas.openxmlformats.org/drawingml/2006/main" noGrp="1"/>
          </p:cNvSpPr>
          <p:nvPr/>
        </p:nvSpPr>
        <p:spPr>
          <a:xfrm xmlns:a="http://schemas.openxmlformats.org/drawingml/2006/main">
            <a:off x="609600" y="6534150"/>
            <a:ext cx="4762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675" b="1" i="0">
                <a:solidFill>
                  <a:srgbClr val="FFFFFF">
                    <a:alpha val="52000"/>
                  </a:srgbClr>
                </a:solidFill>
                <a:latin typeface="Avenir Next"/>
                <a:ea typeface="Avenir Next"/>
                <a:cs typeface="Avenir Next"/>
              </a:defRPr>
            </a:pPr>
            <a:r>
              <a:rPr sz="675" b="1" i="0">
                <a:solidFill>
                  <a:srgbClr val="FFFFFF">
                    <a:alpha val="52000"/>
                  </a:srgbClr>
                </a:solidFill>
                <a:latin typeface="Avenir Next"/>
                <a:ea typeface="Avenir Next"/>
                <a:cs typeface="Avenir Next"/>
              </a:rPr>
              <a:t>DOCUMENTO INTERNO · PROPUESTA EN REVISIÓN</a:t>
            </a:r>
          </a:p>
        </p:txBody>
      </p:sp>
      <p:sp>
        <p:nvSpPr>
          <p:cNvPr id="11" name="">
            <a:extLst xmlns:a="http://schemas.openxmlformats.org/drawingml/2006/main">
              <a:ext uri="{FF2B5EF4-FFF2-40B4-BE49-F238E27FC236}">
                <a16:creationId xmlns:a16="http://schemas.microsoft.com/office/drawing/2014/main" id="{E988E16A-5EB5-496E-95C5-3079862789B1}"/>
              </a:ext>
            </a:extLst>
          </p:cNvPr>
          <p:cNvSpPr>
            <a:spLocks xmlns:a="http://schemas.openxmlformats.org/drawingml/2006/main" noGrp="1"/>
          </p:cNvSpPr>
          <p:nvPr/>
        </p:nvSpPr>
        <p:spPr>
          <a:xfrm xmlns:a="http://schemas.openxmlformats.org/drawingml/2006/main">
            <a:off x="11239500" y="6505575"/>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750" b="1" i="0">
                <a:solidFill>
                  <a:srgbClr val="FFFFFF">
                    <a:alpha val="52000"/>
                  </a:srgbClr>
                </a:solidFill>
                <a:latin typeface="Avenir Next"/>
                <a:ea typeface="Avenir Next"/>
                <a:cs typeface="Avenir Next"/>
              </a:defRPr>
            </a:pPr>
            <a:r>
              <a:rPr sz="750" b="1" i="0">
                <a:solidFill>
                  <a:srgbClr val="FFFFFF">
                    <a:alpha val="52000"/>
                  </a:srgbClr>
                </a:solidFill>
                <a:latin typeface="Avenir Next"/>
                <a:ea typeface="Avenir Next"/>
                <a:cs typeface="Avenir Next"/>
              </a:rPr>
              <a:t>08</a:t>
            </a:r>
          </a:p>
        </p:txBody>
      </p:sp>
      <p:sp>
        <p:nvSpPr>
          <p:cNvPr id="12" name="">
            <a:extLst xmlns:a="http://schemas.openxmlformats.org/drawingml/2006/main">
              <a:ext uri="{FF2B5EF4-FFF2-40B4-BE49-F238E27FC236}">
                <a16:creationId xmlns:a16="http://schemas.microsoft.com/office/drawing/2014/main" id="{1EAEC116-352E-4A4C-8952-C819F9DE265B}"/>
              </a:ext>
            </a:extLst>
          </p:cNvPr>
          <p:cNvSpPr>
            <a:spLocks xmlns:a="http://schemas.openxmlformats.org/drawingml/2006/main" noGrp="1"/>
          </p:cNvSpPr>
          <p:nvPr/>
        </p:nvSpPr>
        <p:spPr>
          <a:xfrm xmlns:a="http://schemas.openxmlformats.org/drawingml/2006/main">
            <a:off x="6191250" y="1047750"/>
            <a:ext cx="514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FFC928"/>
                </a:solidFill>
                <a:latin typeface="Avenir Next"/>
                <a:ea typeface="Avenir Next"/>
                <a:cs typeface="Avenir Next"/>
              </a:defRPr>
            </a:pPr>
            <a:r>
              <a:rPr sz="900" b="1" i="0">
                <a:solidFill>
                  <a:srgbClr val="FFC928"/>
                </a:solidFill>
                <a:latin typeface="Avenir Next"/>
                <a:ea typeface="Avenir Next"/>
                <a:cs typeface="Avenir Next"/>
              </a:rPr>
              <a:t>LA PROMESA</a:t>
            </a:r>
          </a:p>
        </p:txBody>
      </p:sp>
      <p:sp>
        <p:nvSpPr>
          <p:cNvPr id="13" name="">
            <a:extLst xmlns:a="http://schemas.openxmlformats.org/drawingml/2006/main">
              <a:ext uri="{FF2B5EF4-FFF2-40B4-BE49-F238E27FC236}">
                <a16:creationId xmlns:a16="http://schemas.microsoft.com/office/drawing/2014/main" id="{3049BF88-F4C6-4524-9AB2-B9ED37BD6550}"/>
              </a:ext>
            </a:extLst>
          </p:cNvPr>
          <p:cNvSpPr>
            <a:spLocks xmlns:a="http://schemas.openxmlformats.org/drawingml/2006/main" noGrp="1"/>
          </p:cNvSpPr>
          <p:nvPr/>
        </p:nvSpPr>
        <p:spPr>
          <a:xfrm xmlns:a="http://schemas.openxmlformats.org/drawingml/2006/main">
            <a:off x="6191250" y="1371600"/>
            <a:ext cx="5143500" cy="1447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118"/>
          </a:bodyPr>
          <a:lstStyle xmlns:a="http://schemas.openxmlformats.org/drawingml/2006/main"/>
          <a:p xmlns:a="http://schemas.openxmlformats.org/drawingml/2006/main">
            <a:pPr algn="l">
              <a:lnSpc>
                <a:spcPct val="92000"/>
              </a:lnSpc>
              <a:buNone/>
              <a:defRPr sz="4350" b="1" i="0">
                <a:solidFill>
                  <a:srgbClr val="FFFFFF"/>
                </a:solidFill>
                <a:latin typeface="DIN Condensed"/>
                <a:ea typeface="DIN Condensed"/>
                <a:cs typeface="DIN Condensed"/>
              </a:defRPr>
            </a:pPr>
            <a:r>
              <a:rPr sz="4350" b="1" i="0">
                <a:solidFill>
                  <a:srgbClr val="FFFFFF"/>
                </a:solidFill>
                <a:latin typeface="DIN Condensed"/>
                <a:ea typeface="DIN Condensed"/>
                <a:cs typeface="DIN Condensed"/>
              </a:rPr>
              <a:t>No vienes solo a mirar.</a:t>
            </a:r>
          </a:p>
          <a:p xmlns:a="http://schemas.openxmlformats.org/drawingml/2006/main">
            <a:pPr algn="l">
              <a:lnSpc>
                <a:spcPct val="92000"/>
              </a:lnSpc>
              <a:buNone/>
              <a:defRPr sz="4350" b="1" i="0">
                <a:solidFill>
                  <a:srgbClr val="FFFFFF"/>
                </a:solidFill>
                <a:latin typeface="DIN Condensed"/>
                <a:ea typeface="DIN Condensed"/>
                <a:cs typeface="DIN Condensed"/>
              </a:defRPr>
            </a:pPr>
            <a:r>
              <a:rPr sz="4350" b="1" i="0">
                <a:solidFill>
                  <a:srgbClr val="FFFFFF"/>
                </a:solidFill>
                <a:latin typeface="DIN Condensed"/>
                <a:ea typeface="DIN Condensed"/>
                <a:cs typeface="DIN Condensed"/>
              </a:rPr>
              <a:t>Vienes a vivir un día completo.</a:t>
            </a:r>
          </a:p>
        </p:txBody>
      </p:sp>
      <p:sp>
        <p:nvSpPr>
          <p:cNvPr id="14" name="">
            <a:extLst xmlns:a="http://schemas.openxmlformats.org/drawingml/2006/main">
              <a:ext uri="{FF2B5EF4-FFF2-40B4-BE49-F238E27FC236}">
                <a16:creationId xmlns:a16="http://schemas.microsoft.com/office/drawing/2014/main" id="{03D4F20B-4DAA-43D9-96D7-A8420D8F3A33}"/>
              </a:ext>
            </a:extLst>
          </p:cNvPr>
          <p:cNvSpPr>
            <a:spLocks xmlns:a="http://schemas.openxmlformats.org/drawingml/2006/main" noGrp="1"/>
          </p:cNvSpPr>
          <p:nvPr/>
        </p:nvSpPr>
        <p:spPr>
          <a:xfrm xmlns:a="http://schemas.openxmlformats.org/drawingml/2006/main">
            <a:off x="6191250" y="2876550"/>
            <a:ext cx="5143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0" i="0">
                <a:solidFill>
                  <a:srgbClr val="FFFFFF">
                    <a:alpha val="78000"/>
                  </a:srgbClr>
                </a:solidFill>
                <a:latin typeface="Avenir Next"/>
                <a:ea typeface="Avenir Next"/>
                <a:cs typeface="Avenir Next"/>
              </a:defRPr>
            </a:pPr>
            <a:r>
              <a:rPr sz="1500" b="0" i="0">
                <a:solidFill>
                  <a:srgbClr val="FFFFFF">
                    <a:alpha val="78000"/>
                  </a:srgbClr>
                </a:solidFill>
                <a:latin typeface="Avenir Next"/>
                <a:ea typeface="Avenir Next"/>
                <a:cs typeface="Avenir Next"/>
              </a:rPr>
              <a:t>Una jornada que puedes elegir, recorrer, entender y recordar con los tuyos.</a:t>
            </a:r>
          </a:p>
        </p:txBody>
      </p:sp>
      <p:sp>
        <p:nvSpPr>
          <p:cNvPr id="15" name="">
            <a:extLst xmlns:a="http://schemas.openxmlformats.org/drawingml/2006/main">
              <a:ext uri="{FF2B5EF4-FFF2-40B4-BE49-F238E27FC236}">
                <a16:creationId xmlns:a16="http://schemas.microsoft.com/office/drawing/2014/main" id="{4AD2514A-151F-4642-8972-A1C65076A841}"/>
              </a:ext>
            </a:extLst>
          </p:cNvPr>
          <p:cNvSpPr>
            <a:spLocks xmlns:a="http://schemas.openxmlformats.org/drawingml/2006/main" noGrp="1"/>
          </p:cNvSpPr>
          <p:nvPr/>
        </p:nvSpPr>
        <p:spPr>
          <a:xfrm xmlns:a="http://schemas.openxmlformats.org/drawingml/2006/main">
            <a:off x="6191250" y="4210050"/>
            <a:ext cx="952500" cy="76200"/>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0ECC3CEB-D935-4683-A6F5-A8501EFBEAF0}"/>
              </a:ext>
            </a:extLst>
          </p:cNvPr>
          <p:cNvSpPr>
            <a:spLocks xmlns:a="http://schemas.openxmlformats.org/drawingml/2006/main" noGrp="1"/>
          </p:cNvSpPr>
          <p:nvPr/>
        </p:nvSpPr>
        <p:spPr>
          <a:xfrm xmlns:a="http://schemas.openxmlformats.org/drawingml/2006/main">
            <a:off x="6191250" y="4533900"/>
            <a:ext cx="5143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325" b="1" i="0">
                <a:solidFill>
                  <a:srgbClr val="FFFFFF"/>
                </a:solidFill>
                <a:latin typeface="DIN Condensed"/>
                <a:ea typeface="DIN Condensed"/>
                <a:cs typeface="DIN Condensed"/>
              </a:defRPr>
            </a:pPr>
            <a:r>
              <a:rPr sz="2325" b="1" i="0">
                <a:solidFill>
                  <a:srgbClr val="FFFFFF"/>
                </a:solidFill>
                <a:latin typeface="DIN Condensed"/>
                <a:ea typeface="DIN Condensed"/>
                <a:cs typeface="DIN Condensed"/>
              </a:rPr>
              <a:t>FERIA + FAMILIA + MÚSICA + TRADICIÓN + ORIENTACIÓN</a:t>
            </a:r>
          </a:p>
        </p:txBody>
      </p:sp>
    </p:spTree>
    <p:extLst>
      <p:ext uri="{BB962C8B-B14F-4D97-AF65-F5344CB8AC3E}">
        <p14:creationId xmlns:p14="http://schemas.microsoft.com/office/powerpoint/2010/main" val="413774064"/>
      </p:ext>
    </p:extLst>
  </p:cSld>
</p:sld>
</file>

<file path=ppt/slides/slide9.xml><?xml version="1.0" encoding="utf-8"?>
<p:sld xmlns:p="http://schemas.openxmlformats.org/presentationml/2006/main">
  <p:cSld>
    <p:bg>
      <p:bgPr>
        <a:solidFill xmlns:a="http://schemas.openxmlformats.org/drawingml/2006/main">
          <a:srgbClr val="FFF7EA"/>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E1F62CC7-FD47-4D9E-B0AA-E6D846D0F1FD}"/>
              </a:ext>
            </a:extLst>
          </p:cNvPr>
          <p:cNvSpPr>
            <a:spLocks xmlns:a="http://schemas.openxmlformats.org/drawingml/2006/main" noGrp="1"/>
          </p:cNvSpPr>
          <p:nvPr/>
        </p:nvSpPr>
        <p:spPr>
          <a:xfrm xmlns:a="http://schemas.openxmlformats.org/drawingml/2006/main">
            <a:off x="0" y="0"/>
            <a:ext cx="2438400" cy="66675"/>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865843D-EF1B-494B-B94F-ADF7BF6E3755}"/>
              </a:ext>
            </a:extLst>
          </p:cNvPr>
          <p:cNvSpPr>
            <a:spLocks xmlns:a="http://schemas.openxmlformats.org/drawingml/2006/main" noGrp="1"/>
          </p:cNvSpPr>
          <p:nvPr/>
        </p:nvSpPr>
        <p:spPr>
          <a:xfrm xmlns:a="http://schemas.openxmlformats.org/drawingml/2006/main">
            <a:off x="2438400" y="0"/>
            <a:ext cx="2438400" cy="66675"/>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EA29D3AF-A622-41D5-85B3-A0BC3966DF72}"/>
              </a:ext>
            </a:extLst>
          </p:cNvPr>
          <p:cNvSpPr>
            <a:spLocks xmlns:a="http://schemas.openxmlformats.org/drawingml/2006/main" noGrp="1"/>
          </p:cNvSpPr>
          <p:nvPr/>
        </p:nvSpPr>
        <p:spPr>
          <a:xfrm xmlns:a="http://schemas.openxmlformats.org/drawingml/2006/main">
            <a:off x="4876800" y="0"/>
            <a:ext cx="2438400" cy="66675"/>
          </a:xfrm>
          <a:prstGeom xmlns:a="http://schemas.openxmlformats.org/drawingml/2006/main" prst="rect">
            <a:avLst/>
          </a:prstGeom>
          <a:solidFill xmlns:a="http://schemas.openxmlformats.org/drawingml/2006/main">
            <a:srgbClr val="FFC92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8727336-5B4C-4ED9-8924-AE2ACE74FE88}"/>
              </a:ext>
            </a:extLst>
          </p:cNvPr>
          <p:cNvSpPr>
            <a:spLocks xmlns:a="http://schemas.openxmlformats.org/drawingml/2006/main" noGrp="1"/>
          </p:cNvSpPr>
          <p:nvPr/>
        </p:nvSpPr>
        <p:spPr>
          <a:xfrm xmlns:a="http://schemas.openxmlformats.org/drawingml/2006/main">
            <a:off x="7315200" y="0"/>
            <a:ext cx="2438400" cy="66675"/>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3D92AEB-1A54-409F-A7E6-0CDE854F0583}"/>
              </a:ext>
            </a:extLst>
          </p:cNvPr>
          <p:cNvSpPr>
            <a:spLocks xmlns:a="http://schemas.openxmlformats.org/drawingml/2006/main" noGrp="1"/>
          </p:cNvSpPr>
          <p:nvPr/>
        </p:nvSpPr>
        <p:spPr>
          <a:xfrm xmlns:a="http://schemas.openxmlformats.org/drawingml/2006/main">
            <a:off x="9753600" y="0"/>
            <a:ext cx="2438400" cy="66675"/>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6B9D1388-D0B9-48CD-8CDF-475E38C06D67}"/>
              </a:ext>
            </a:extLst>
          </p:cNvPr>
          <p:cNvSpPr>
            <a:spLocks xmlns:a="http://schemas.openxmlformats.org/drawingml/2006/main" noGrp="1"/>
          </p:cNvSpPr>
          <p:nvPr/>
        </p:nvSpPr>
        <p:spPr>
          <a:xfrm xmlns:a="http://schemas.openxmlformats.org/drawingml/2006/main">
            <a:off x="609600" y="26670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E72D78"/>
                </a:solidFill>
                <a:latin typeface="Avenir Next"/>
                <a:ea typeface="Avenir Next"/>
                <a:cs typeface="Avenir Next"/>
              </a:defRPr>
            </a:pPr>
            <a:r>
              <a:rPr sz="825" b="1" i="0">
                <a:solidFill>
                  <a:srgbClr val="E72D78"/>
                </a:solidFill>
                <a:latin typeface="Avenir Next"/>
                <a:ea typeface="Avenir Next"/>
                <a:cs typeface="Avenir Next"/>
              </a:rPr>
              <a:t>ARQUITECTURA DE CAMPAÑA</a:t>
            </a:r>
          </a:p>
        </p:txBody>
      </p:sp>
      <p:sp>
        <p:nvSpPr>
          <p:cNvPr id="7" name="">
            <a:extLst xmlns:a="http://schemas.openxmlformats.org/drawingml/2006/main">
              <a:ext uri="{FF2B5EF4-FFF2-40B4-BE49-F238E27FC236}">
                <a16:creationId xmlns:a16="http://schemas.microsoft.com/office/drawing/2014/main" id="{F5CC3DC6-2DE5-4BC6-9AB4-F72EBA944C05}"/>
              </a:ext>
            </a:extLst>
          </p:cNvPr>
          <p:cNvSpPr>
            <a:spLocks xmlns:a="http://schemas.openxmlformats.org/drawingml/2006/main" noGrp="1"/>
          </p:cNvSpPr>
          <p:nvPr/>
        </p:nvSpPr>
        <p:spPr>
          <a:xfrm xmlns:a="http://schemas.openxmlformats.org/drawingml/2006/main">
            <a:off x="609600" y="6534150"/>
            <a:ext cx="4762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675" b="1" i="0">
                <a:solidFill>
                  <a:srgbClr val="25112C">
                    <a:alpha val="55000"/>
                  </a:srgbClr>
                </a:solidFill>
                <a:latin typeface="Avenir Next"/>
                <a:ea typeface="Avenir Next"/>
                <a:cs typeface="Avenir Next"/>
              </a:defRPr>
            </a:pPr>
            <a:r>
              <a:rPr sz="675" b="1" i="0">
                <a:solidFill>
                  <a:srgbClr val="25112C">
                    <a:alpha val="55000"/>
                  </a:srgbClr>
                </a:solidFill>
                <a:latin typeface="Avenir Next"/>
                <a:ea typeface="Avenir Next"/>
                <a:cs typeface="Avenir Next"/>
              </a:rPr>
              <a:t>DOCUMENTO INTERNO · PROPUESTA EN REVISIÓN</a:t>
            </a:r>
          </a:p>
        </p:txBody>
      </p:sp>
      <p:sp>
        <p:nvSpPr>
          <p:cNvPr id="8" name="">
            <a:extLst xmlns:a="http://schemas.openxmlformats.org/drawingml/2006/main">
              <a:ext uri="{FF2B5EF4-FFF2-40B4-BE49-F238E27FC236}">
                <a16:creationId xmlns:a16="http://schemas.microsoft.com/office/drawing/2014/main" id="{A292E89B-91F2-48F6-BFFE-181AF4286C04}"/>
              </a:ext>
            </a:extLst>
          </p:cNvPr>
          <p:cNvSpPr>
            <a:spLocks xmlns:a="http://schemas.openxmlformats.org/drawingml/2006/main" noGrp="1"/>
          </p:cNvSpPr>
          <p:nvPr/>
        </p:nvSpPr>
        <p:spPr>
          <a:xfrm xmlns:a="http://schemas.openxmlformats.org/drawingml/2006/main">
            <a:off x="11239500" y="6505575"/>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750" b="1" i="0">
                <a:solidFill>
                  <a:srgbClr val="25112C">
                    <a:alpha val="55000"/>
                  </a:srgbClr>
                </a:solidFill>
                <a:latin typeface="Avenir Next"/>
                <a:ea typeface="Avenir Next"/>
                <a:cs typeface="Avenir Next"/>
              </a:defRPr>
            </a:pPr>
            <a:r>
              <a:rPr sz="750" b="1" i="0">
                <a:solidFill>
                  <a:srgbClr val="25112C">
                    <a:alpha val="55000"/>
                  </a:srgbClr>
                </a:solidFill>
                <a:latin typeface="Avenir Next"/>
                <a:ea typeface="Avenir Next"/>
                <a:cs typeface="Avenir Next"/>
              </a:rPr>
              <a:t>09</a:t>
            </a:r>
          </a:p>
        </p:txBody>
      </p:sp>
      <p:sp>
        <p:nvSpPr>
          <p:cNvPr id="9" name="">
            <a:extLst xmlns:a="http://schemas.openxmlformats.org/drawingml/2006/main">
              <a:ext uri="{FF2B5EF4-FFF2-40B4-BE49-F238E27FC236}">
                <a16:creationId xmlns:a16="http://schemas.microsoft.com/office/drawing/2014/main" id="{B5F8314F-2969-44CB-A98E-508AD7D1BF5C}"/>
              </a:ext>
            </a:extLst>
          </p:cNvPr>
          <p:cNvSpPr>
            <a:spLocks xmlns:a="http://schemas.openxmlformats.org/drawingml/2006/main" noGrp="1"/>
          </p:cNvSpPr>
          <p:nvPr/>
        </p:nvSpPr>
        <p:spPr>
          <a:xfrm xmlns:a="http://schemas.openxmlformats.org/drawingml/2006/main">
            <a:off x="609600" y="666750"/>
            <a:ext cx="1066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E72D78"/>
                </a:solidFill>
                <a:latin typeface="Avenir Next"/>
                <a:ea typeface="Avenir Next"/>
                <a:cs typeface="Avenir Next"/>
              </a:defRPr>
            </a:pPr>
            <a:r>
              <a:rPr sz="900" b="1" i="0">
                <a:solidFill>
                  <a:srgbClr val="E72D78"/>
                </a:solidFill>
                <a:latin typeface="Avenir Next"/>
                <a:ea typeface="Avenir Next"/>
                <a:cs typeface="Avenir Next"/>
              </a:rPr>
              <a:t>EL ARCO</a:t>
            </a:r>
          </a:p>
        </p:txBody>
      </p:sp>
      <p:sp>
        <p:nvSpPr>
          <p:cNvPr id="10" name="">
            <a:extLst xmlns:a="http://schemas.openxmlformats.org/drawingml/2006/main">
              <a:ext uri="{FF2B5EF4-FFF2-40B4-BE49-F238E27FC236}">
                <a16:creationId xmlns:a16="http://schemas.microsoft.com/office/drawing/2014/main" id="{BC5A1CBD-4808-4DDC-B9CC-23B360B01A75}"/>
              </a:ext>
            </a:extLst>
          </p:cNvPr>
          <p:cNvSpPr>
            <a:spLocks xmlns:a="http://schemas.openxmlformats.org/drawingml/2006/main" noGrp="1"/>
          </p:cNvSpPr>
          <p:nvPr/>
        </p:nvSpPr>
        <p:spPr>
          <a:xfrm xmlns:a="http://schemas.openxmlformats.org/drawingml/2006/main">
            <a:off x="609600" y="990600"/>
            <a:ext cx="1066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4050" b="1" i="0">
                <a:solidFill>
                  <a:srgbClr val="25112C"/>
                </a:solidFill>
                <a:latin typeface="DIN Condensed"/>
                <a:ea typeface="DIN Condensed"/>
                <a:cs typeface="DIN Condensed"/>
              </a:defRPr>
            </a:pPr>
            <a:r>
              <a:rPr sz="4050" b="1" i="0">
                <a:solidFill>
                  <a:srgbClr val="25112C"/>
                </a:solidFill>
                <a:latin typeface="DIN Condensed"/>
                <a:ea typeface="DIN Condensed"/>
                <a:cs typeface="DIN Condensed"/>
              </a:rPr>
              <a:t>La campaña cambia la relación, no solo el alcance.</a:t>
            </a:r>
          </a:p>
        </p:txBody>
      </p:sp>
      <p:sp>
        <p:nvSpPr>
          <p:cNvPr id="11" name="">
            <a:extLst xmlns:a="http://schemas.openxmlformats.org/drawingml/2006/main">
              <a:ext uri="{FF2B5EF4-FFF2-40B4-BE49-F238E27FC236}">
                <a16:creationId xmlns:a16="http://schemas.microsoft.com/office/drawing/2014/main" id="{7A2C70DB-9107-44D6-9619-AEE642EA9E4D}"/>
              </a:ext>
            </a:extLst>
          </p:cNvPr>
          <p:cNvSpPr>
            <a:spLocks xmlns:a="http://schemas.openxmlformats.org/drawingml/2006/main" noGrp="1"/>
          </p:cNvSpPr>
          <p:nvPr/>
        </p:nvSpPr>
        <p:spPr>
          <a:xfrm xmlns:a="http://schemas.openxmlformats.org/drawingml/2006/main">
            <a:off x="609600" y="182880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0" i="0">
                <a:solidFill>
                  <a:srgbClr val="6D6470"/>
                </a:solidFill>
                <a:latin typeface="Avenir Next"/>
                <a:ea typeface="Avenir Next"/>
                <a:cs typeface="Avenir Next"/>
              </a:defRPr>
            </a:pPr>
            <a:r>
              <a:rPr sz="1500" b="0" i="0">
                <a:solidFill>
                  <a:srgbClr val="6D6470"/>
                </a:solidFill>
                <a:latin typeface="Avenir Next"/>
                <a:ea typeface="Avenir Next"/>
                <a:cs typeface="Avenir Next"/>
              </a:rPr>
              <a:t>Cada fase responde una pregunta distinta del público y prepara la siguiente decisión.</a:t>
            </a:r>
          </a:p>
        </p:txBody>
      </p:sp>
      <p:sp>
        <p:nvSpPr>
          <p:cNvPr id="12" name="">
            <a:extLst xmlns:a="http://schemas.openxmlformats.org/drawingml/2006/main">
              <a:ext uri="{FF2B5EF4-FFF2-40B4-BE49-F238E27FC236}">
                <a16:creationId xmlns:a16="http://schemas.microsoft.com/office/drawing/2014/main" id="{08174C10-4622-480C-A783-B22AFA70BD06}"/>
              </a:ext>
            </a:extLst>
          </p:cNvPr>
          <p:cNvSpPr>
            <a:spLocks xmlns:a="http://schemas.openxmlformats.org/drawingml/2006/main" noGrp="1"/>
          </p:cNvSpPr>
          <p:nvPr/>
        </p:nvSpPr>
        <p:spPr>
          <a:xfrm xmlns:a="http://schemas.openxmlformats.org/drawingml/2006/main">
            <a:off x="609600" y="2857500"/>
            <a:ext cx="4953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3000" b="1" i="0">
                <a:solidFill>
                  <a:srgbClr val="E72D78"/>
                </a:solidFill>
                <a:latin typeface="DIN Condensed"/>
                <a:ea typeface="DIN Condensed"/>
                <a:cs typeface="DIN Condensed"/>
              </a:defRPr>
            </a:pPr>
            <a:r>
              <a:rPr sz="3000" b="1" i="0">
                <a:solidFill>
                  <a:srgbClr val="E72D78"/>
                </a:solidFill>
                <a:latin typeface="DIN Condensed"/>
                <a:ea typeface="DIN Condensed"/>
                <a:cs typeface="DIN Condensed"/>
              </a:rPr>
              <a:t>01</a:t>
            </a:r>
          </a:p>
        </p:txBody>
      </p:sp>
      <p:sp>
        <p:nvSpPr>
          <p:cNvPr id="13" name="">
            <a:extLst xmlns:a="http://schemas.openxmlformats.org/drawingml/2006/main">
              <a:ext uri="{FF2B5EF4-FFF2-40B4-BE49-F238E27FC236}">
                <a16:creationId xmlns:a16="http://schemas.microsoft.com/office/drawing/2014/main" id="{F073DB8B-E0C3-4668-BE45-7C9526398375}"/>
              </a:ext>
            </a:extLst>
          </p:cNvPr>
          <p:cNvSpPr>
            <a:spLocks xmlns:a="http://schemas.openxmlformats.org/drawingml/2006/main" noGrp="1"/>
          </p:cNvSpPr>
          <p:nvPr/>
        </p:nvSpPr>
        <p:spPr>
          <a:xfrm xmlns:a="http://schemas.openxmlformats.org/drawingml/2006/main">
            <a:off x="1162050" y="2876550"/>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25112C"/>
                </a:solidFill>
                <a:latin typeface="Avenir Next"/>
                <a:ea typeface="Avenir Next"/>
                <a:cs typeface="Avenir Next"/>
              </a:defRPr>
            </a:pPr>
            <a:r>
              <a:rPr sz="1200" b="1" i="0">
                <a:solidFill>
                  <a:srgbClr val="25112C"/>
                </a:solidFill>
                <a:latin typeface="Avenir Next"/>
                <a:ea typeface="Avenir Next"/>
                <a:cs typeface="Avenir Next"/>
              </a:rPr>
              <a:t>RECORDAR</a:t>
            </a:r>
          </a:p>
        </p:txBody>
      </p:sp>
      <p:sp>
        <p:nvSpPr>
          <p:cNvPr id="14" name="">
            <a:extLst xmlns:a="http://schemas.openxmlformats.org/drawingml/2006/main">
              <a:ext uri="{FF2B5EF4-FFF2-40B4-BE49-F238E27FC236}">
                <a16:creationId xmlns:a16="http://schemas.microsoft.com/office/drawing/2014/main" id="{D29032E9-FCED-4734-9F71-CED20B9ECF40}"/>
              </a:ext>
            </a:extLst>
          </p:cNvPr>
          <p:cNvSpPr>
            <a:spLocks xmlns:a="http://schemas.openxmlformats.org/drawingml/2006/main" noGrp="1"/>
          </p:cNvSpPr>
          <p:nvPr/>
        </p:nvSpPr>
        <p:spPr>
          <a:xfrm xmlns:a="http://schemas.openxmlformats.org/drawingml/2006/main">
            <a:off x="1162050" y="3181350"/>
            <a:ext cx="190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125" b="0" i="0">
                <a:solidFill>
                  <a:srgbClr val="6D6470"/>
                </a:solidFill>
                <a:latin typeface="Avenir Next"/>
                <a:ea typeface="Avenir Next"/>
                <a:cs typeface="Avenir Next"/>
              </a:defRPr>
            </a:pPr>
            <a:r>
              <a:rPr sz="1125" b="0" i="0">
                <a:solidFill>
                  <a:srgbClr val="6D6470"/>
                </a:solidFill>
                <a:latin typeface="Avenir Next"/>
                <a:ea typeface="Avenir Next"/>
                <a:cs typeface="Avenir Next"/>
              </a:rPr>
              <a:t>¿Esto también es mío?</a:t>
            </a:r>
          </a:p>
        </p:txBody>
      </p:sp>
      <p:sp>
        <p:nvSpPr>
          <p:cNvPr id="15" name="">
            <a:extLst xmlns:a="http://schemas.openxmlformats.org/drawingml/2006/main">
              <a:ext uri="{FF2B5EF4-FFF2-40B4-BE49-F238E27FC236}">
                <a16:creationId xmlns:a16="http://schemas.microsoft.com/office/drawing/2014/main" id="{F38DD519-AE2D-4586-A81C-EEA96377873E}"/>
              </a:ext>
            </a:extLst>
          </p:cNvPr>
          <p:cNvSpPr>
            <a:spLocks xmlns:a="http://schemas.openxmlformats.org/drawingml/2006/main" noGrp="1"/>
          </p:cNvSpPr>
          <p:nvPr/>
        </p:nvSpPr>
        <p:spPr>
          <a:xfrm xmlns:a="http://schemas.openxmlformats.org/drawingml/2006/main">
            <a:off x="609600" y="3924300"/>
            <a:ext cx="2286000" cy="47625"/>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8AD3D5CE-EEB9-4CE4-9884-FB1695006EA3}"/>
              </a:ext>
            </a:extLst>
          </p:cNvPr>
          <p:cNvSpPr>
            <a:spLocks xmlns:a="http://schemas.openxmlformats.org/drawingml/2006/main" noGrp="1"/>
          </p:cNvSpPr>
          <p:nvPr/>
        </p:nvSpPr>
        <p:spPr>
          <a:xfrm xmlns:a="http://schemas.openxmlformats.org/drawingml/2006/main">
            <a:off x="3390900" y="2857500"/>
            <a:ext cx="4953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3000" b="1" i="0">
                <a:solidFill>
                  <a:srgbClr val="FF6A1A"/>
                </a:solidFill>
                <a:latin typeface="DIN Condensed"/>
                <a:ea typeface="DIN Condensed"/>
                <a:cs typeface="DIN Condensed"/>
              </a:defRPr>
            </a:pPr>
            <a:r>
              <a:rPr sz="3000" b="1" i="0">
                <a:solidFill>
                  <a:srgbClr val="FF6A1A"/>
                </a:solidFill>
                <a:latin typeface="DIN Condensed"/>
                <a:ea typeface="DIN Condensed"/>
                <a:cs typeface="DIN Condensed"/>
              </a:rPr>
              <a:t>02</a:t>
            </a:r>
          </a:p>
        </p:txBody>
      </p:sp>
      <p:sp>
        <p:nvSpPr>
          <p:cNvPr id="17" name="">
            <a:extLst xmlns:a="http://schemas.openxmlformats.org/drawingml/2006/main">
              <a:ext uri="{FF2B5EF4-FFF2-40B4-BE49-F238E27FC236}">
                <a16:creationId xmlns:a16="http://schemas.microsoft.com/office/drawing/2014/main" id="{D10473FC-09E4-48AF-A3F4-75AA6861BA50}"/>
              </a:ext>
            </a:extLst>
          </p:cNvPr>
          <p:cNvSpPr>
            <a:spLocks xmlns:a="http://schemas.openxmlformats.org/drawingml/2006/main" noGrp="1"/>
          </p:cNvSpPr>
          <p:nvPr/>
        </p:nvSpPr>
        <p:spPr>
          <a:xfrm xmlns:a="http://schemas.openxmlformats.org/drawingml/2006/main">
            <a:off x="3943350" y="2876550"/>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25112C"/>
                </a:solidFill>
                <a:latin typeface="Avenir Next"/>
                <a:ea typeface="Avenir Next"/>
                <a:cs typeface="Avenir Next"/>
              </a:defRPr>
            </a:pPr>
            <a:r>
              <a:rPr sz="1200" b="1" i="0">
                <a:solidFill>
                  <a:srgbClr val="25112C"/>
                </a:solidFill>
                <a:latin typeface="Avenir Next"/>
                <a:ea typeface="Avenir Next"/>
                <a:cs typeface="Avenir Next"/>
              </a:rPr>
              <a:t>RECONOCER</a:t>
            </a:r>
          </a:p>
        </p:txBody>
      </p:sp>
      <p:sp>
        <p:nvSpPr>
          <p:cNvPr id="18" name="">
            <a:extLst xmlns:a="http://schemas.openxmlformats.org/drawingml/2006/main">
              <a:ext uri="{FF2B5EF4-FFF2-40B4-BE49-F238E27FC236}">
                <a16:creationId xmlns:a16="http://schemas.microsoft.com/office/drawing/2014/main" id="{5BA58ED3-1C15-4523-9ABA-AF0957745678}"/>
              </a:ext>
            </a:extLst>
          </p:cNvPr>
          <p:cNvSpPr>
            <a:spLocks xmlns:a="http://schemas.openxmlformats.org/drawingml/2006/main" noGrp="1"/>
          </p:cNvSpPr>
          <p:nvPr/>
        </p:nvSpPr>
        <p:spPr>
          <a:xfrm xmlns:a="http://schemas.openxmlformats.org/drawingml/2006/main">
            <a:off x="3943350" y="3181350"/>
            <a:ext cx="190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125" b="0" i="0">
                <a:solidFill>
                  <a:srgbClr val="6D6470"/>
                </a:solidFill>
                <a:latin typeface="Avenir Next"/>
                <a:ea typeface="Avenir Next"/>
                <a:cs typeface="Avenir Next"/>
              </a:defRPr>
            </a:pPr>
            <a:r>
              <a:rPr sz="1125" b="0" i="0">
                <a:solidFill>
                  <a:srgbClr val="6D6470"/>
                </a:solidFill>
                <a:latin typeface="Avenir Next"/>
                <a:ea typeface="Avenir Next"/>
                <a:cs typeface="Avenir Next"/>
              </a:rPr>
              <a:t>¿Qué hace especial a esta feria?</a:t>
            </a:r>
          </a:p>
        </p:txBody>
      </p:sp>
      <p:sp>
        <p:nvSpPr>
          <p:cNvPr id="19" name="">
            <a:extLst xmlns:a="http://schemas.openxmlformats.org/drawingml/2006/main">
              <a:ext uri="{FF2B5EF4-FFF2-40B4-BE49-F238E27FC236}">
                <a16:creationId xmlns:a16="http://schemas.microsoft.com/office/drawing/2014/main" id="{33D6BE20-1680-4202-A471-B71A483623F1}"/>
              </a:ext>
            </a:extLst>
          </p:cNvPr>
          <p:cNvSpPr>
            <a:spLocks xmlns:a="http://schemas.openxmlformats.org/drawingml/2006/main" noGrp="1"/>
          </p:cNvSpPr>
          <p:nvPr/>
        </p:nvSpPr>
        <p:spPr>
          <a:xfrm xmlns:a="http://schemas.openxmlformats.org/drawingml/2006/main">
            <a:off x="3390900" y="3924300"/>
            <a:ext cx="2286000" cy="47625"/>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E2890B1F-03DF-4BF2-BF07-197910E28DB0}"/>
              </a:ext>
            </a:extLst>
          </p:cNvPr>
          <p:cNvSpPr>
            <a:spLocks xmlns:a="http://schemas.openxmlformats.org/drawingml/2006/main" noGrp="1"/>
          </p:cNvSpPr>
          <p:nvPr/>
        </p:nvSpPr>
        <p:spPr>
          <a:xfrm xmlns:a="http://schemas.openxmlformats.org/drawingml/2006/main">
            <a:off x="6172200" y="2857500"/>
            <a:ext cx="4953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3000" b="1" i="0">
                <a:solidFill>
                  <a:srgbClr val="FFC928"/>
                </a:solidFill>
                <a:latin typeface="DIN Condensed"/>
                <a:ea typeface="DIN Condensed"/>
                <a:cs typeface="DIN Condensed"/>
              </a:defRPr>
            </a:pPr>
            <a:r>
              <a:rPr sz="3000" b="1" i="0">
                <a:solidFill>
                  <a:srgbClr val="FFC928"/>
                </a:solidFill>
                <a:latin typeface="DIN Condensed"/>
                <a:ea typeface="DIN Condensed"/>
                <a:cs typeface="DIN Condensed"/>
              </a:rPr>
              <a:t>03</a:t>
            </a:r>
          </a:p>
        </p:txBody>
      </p:sp>
      <p:sp>
        <p:nvSpPr>
          <p:cNvPr id="21" name="">
            <a:extLst xmlns:a="http://schemas.openxmlformats.org/drawingml/2006/main">
              <a:ext uri="{FF2B5EF4-FFF2-40B4-BE49-F238E27FC236}">
                <a16:creationId xmlns:a16="http://schemas.microsoft.com/office/drawing/2014/main" id="{C9EF62CC-B38E-4239-AB4C-73DF64FC4AB3}"/>
              </a:ext>
            </a:extLst>
          </p:cNvPr>
          <p:cNvSpPr>
            <a:spLocks xmlns:a="http://schemas.openxmlformats.org/drawingml/2006/main" noGrp="1"/>
          </p:cNvSpPr>
          <p:nvPr/>
        </p:nvSpPr>
        <p:spPr>
          <a:xfrm xmlns:a="http://schemas.openxmlformats.org/drawingml/2006/main">
            <a:off x="6724650" y="2876550"/>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25112C"/>
                </a:solidFill>
                <a:latin typeface="Avenir Next"/>
                <a:ea typeface="Avenir Next"/>
                <a:cs typeface="Avenir Next"/>
              </a:defRPr>
            </a:pPr>
            <a:r>
              <a:rPr sz="1200" b="1" i="0">
                <a:solidFill>
                  <a:srgbClr val="25112C"/>
                </a:solidFill>
                <a:latin typeface="Avenir Next"/>
                <a:ea typeface="Avenir Next"/>
                <a:cs typeface="Avenir Next"/>
              </a:rPr>
              <a:t>DESEAR</a:t>
            </a:r>
          </a:p>
        </p:txBody>
      </p:sp>
      <p:sp>
        <p:nvSpPr>
          <p:cNvPr id="22" name="">
            <a:extLst xmlns:a="http://schemas.openxmlformats.org/drawingml/2006/main">
              <a:ext uri="{FF2B5EF4-FFF2-40B4-BE49-F238E27FC236}">
                <a16:creationId xmlns:a16="http://schemas.microsoft.com/office/drawing/2014/main" id="{51FE8E5A-CF87-48DC-91B8-5D99CF4E2302}"/>
              </a:ext>
            </a:extLst>
          </p:cNvPr>
          <p:cNvSpPr>
            <a:spLocks xmlns:a="http://schemas.openxmlformats.org/drawingml/2006/main" noGrp="1"/>
          </p:cNvSpPr>
          <p:nvPr/>
        </p:nvSpPr>
        <p:spPr>
          <a:xfrm xmlns:a="http://schemas.openxmlformats.org/drawingml/2006/main">
            <a:off x="6724650" y="3181350"/>
            <a:ext cx="190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125" b="0" i="0">
                <a:solidFill>
                  <a:srgbClr val="6D6470"/>
                </a:solidFill>
                <a:latin typeface="Avenir Next"/>
                <a:ea typeface="Avenir Next"/>
                <a:cs typeface="Avenir Next"/>
              </a:defRPr>
            </a:pPr>
            <a:r>
              <a:rPr sz="1125" b="0" i="0">
                <a:solidFill>
                  <a:srgbClr val="6D6470"/>
                </a:solidFill>
                <a:latin typeface="Avenir Next"/>
                <a:ea typeface="Avenir Next"/>
                <a:cs typeface="Avenir Next"/>
              </a:rPr>
              <a:t>¿Qué quiero vivir?</a:t>
            </a:r>
          </a:p>
        </p:txBody>
      </p:sp>
      <p:sp>
        <p:nvSpPr>
          <p:cNvPr id="23" name="">
            <a:extLst xmlns:a="http://schemas.openxmlformats.org/drawingml/2006/main">
              <a:ext uri="{FF2B5EF4-FFF2-40B4-BE49-F238E27FC236}">
                <a16:creationId xmlns:a16="http://schemas.microsoft.com/office/drawing/2014/main" id="{E1B6D0DC-4992-489B-BC2F-1CD84A396EAE}"/>
              </a:ext>
            </a:extLst>
          </p:cNvPr>
          <p:cNvSpPr>
            <a:spLocks xmlns:a="http://schemas.openxmlformats.org/drawingml/2006/main" noGrp="1"/>
          </p:cNvSpPr>
          <p:nvPr/>
        </p:nvSpPr>
        <p:spPr>
          <a:xfrm xmlns:a="http://schemas.openxmlformats.org/drawingml/2006/main">
            <a:off x="6172200" y="3924300"/>
            <a:ext cx="2286000" cy="47625"/>
          </a:xfrm>
          <a:prstGeom xmlns:a="http://schemas.openxmlformats.org/drawingml/2006/main" prst="rect">
            <a:avLst/>
          </a:prstGeom>
          <a:solidFill xmlns:a="http://schemas.openxmlformats.org/drawingml/2006/main">
            <a:srgbClr val="FFC92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AD65B5BC-D0C5-4DFC-A76D-C84B55AC31DF}"/>
              </a:ext>
            </a:extLst>
          </p:cNvPr>
          <p:cNvSpPr>
            <a:spLocks xmlns:a="http://schemas.openxmlformats.org/drawingml/2006/main" noGrp="1"/>
          </p:cNvSpPr>
          <p:nvPr/>
        </p:nvSpPr>
        <p:spPr>
          <a:xfrm xmlns:a="http://schemas.openxmlformats.org/drawingml/2006/main">
            <a:off x="8953500" y="2857500"/>
            <a:ext cx="4953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3000" b="1" i="0">
                <a:solidFill>
                  <a:srgbClr val="00AFA0"/>
                </a:solidFill>
                <a:latin typeface="DIN Condensed"/>
                <a:ea typeface="DIN Condensed"/>
                <a:cs typeface="DIN Condensed"/>
              </a:defRPr>
            </a:pPr>
            <a:r>
              <a:rPr sz="3000" b="1" i="0">
                <a:solidFill>
                  <a:srgbClr val="00AFA0"/>
                </a:solidFill>
                <a:latin typeface="DIN Condensed"/>
                <a:ea typeface="DIN Condensed"/>
                <a:cs typeface="DIN Condensed"/>
              </a:rPr>
              <a:t>04</a:t>
            </a:r>
          </a:p>
        </p:txBody>
      </p:sp>
      <p:sp>
        <p:nvSpPr>
          <p:cNvPr id="25" name="">
            <a:extLst xmlns:a="http://schemas.openxmlformats.org/drawingml/2006/main">
              <a:ext uri="{FF2B5EF4-FFF2-40B4-BE49-F238E27FC236}">
                <a16:creationId xmlns:a16="http://schemas.microsoft.com/office/drawing/2014/main" id="{42F97154-D077-4A5E-ACCE-78CCD6016E9D}"/>
              </a:ext>
            </a:extLst>
          </p:cNvPr>
          <p:cNvSpPr>
            <a:spLocks xmlns:a="http://schemas.openxmlformats.org/drawingml/2006/main" noGrp="1"/>
          </p:cNvSpPr>
          <p:nvPr/>
        </p:nvSpPr>
        <p:spPr>
          <a:xfrm xmlns:a="http://schemas.openxmlformats.org/drawingml/2006/main">
            <a:off x="9505950" y="2876550"/>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25112C"/>
                </a:solidFill>
                <a:latin typeface="Avenir Next"/>
                <a:ea typeface="Avenir Next"/>
                <a:cs typeface="Avenir Next"/>
              </a:defRPr>
            </a:pPr>
            <a:r>
              <a:rPr sz="1200" b="1" i="0">
                <a:solidFill>
                  <a:srgbClr val="25112C"/>
                </a:solidFill>
                <a:latin typeface="Avenir Next"/>
                <a:ea typeface="Avenir Next"/>
                <a:cs typeface="Avenir Next"/>
              </a:rPr>
              <a:t>ELEGIR</a:t>
            </a:r>
          </a:p>
        </p:txBody>
      </p:sp>
      <p:sp>
        <p:nvSpPr>
          <p:cNvPr id="26" name="">
            <a:extLst xmlns:a="http://schemas.openxmlformats.org/drawingml/2006/main">
              <a:ext uri="{FF2B5EF4-FFF2-40B4-BE49-F238E27FC236}">
                <a16:creationId xmlns:a16="http://schemas.microsoft.com/office/drawing/2014/main" id="{CC97C592-9186-4C88-B105-87A83B132687}"/>
              </a:ext>
            </a:extLst>
          </p:cNvPr>
          <p:cNvSpPr>
            <a:spLocks xmlns:a="http://schemas.openxmlformats.org/drawingml/2006/main" noGrp="1"/>
          </p:cNvSpPr>
          <p:nvPr/>
        </p:nvSpPr>
        <p:spPr>
          <a:xfrm xmlns:a="http://schemas.openxmlformats.org/drawingml/2006/main">
            <a:off x="9505950" y="3181350"/>
            <a:ext cx="190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125" b="0" i="0">
                <a:solidFill>
                  <a:srgbClr val="6D6470"/>
                </a:solidFill>
                <a:latin typeface="Avenir Next"/>
                <a:ea typeface="Avenir Next"/>
                <a:cs typeface="Avenir Next"/>
              </a:defRPr>
            </a:pPr>
            <a:r>
              <a:rPr sz="1125" b="0" i="0">
                <a:solidFill>
                  <a:srgbClr val="6D6470"/>
                </a:solidFill>
                <a:latin typeface="Avenir Next"/>
                <a:ea typeface="Avenir Next"/>
                <a:cs typeface="Avenir Next"/>
              </a:rPr>
              <a:t>¿Qué día y producto me convienen?</a:t>
            </a:r>
          </a:p>
        </p:txBody>
      </p:sp>
      <p:sp>
        <p:nvSpPr>
          <p:cNvPr id="27" name="">
            <a:extLst xmlns:a="http://schemas.openxmlformats.org/drawingml/2006/main">
              <a:ext uri="{FF2B5EF4-FFF2-40B4-BE49-F238E27FC236}">
                <a16:creationId xmlns:a16="http://schemas.microsoft.com/office/drawing/2014/main" id="{2CAAE07A-B9C1-4985-90B3-147934E15BF0}"/>
              </a:ext>
            </a:extLst>
          </p:cNvPr>
          <p:cNvSpPr>
            <a:spLocks xmlns:a="http://schemas.openxmlformats.org/drawingml/2006/main" noGrp="1"/>
          </p:cNvSpPr>
          <p:nvPr/>
        </p:nvSpPr>
        <p:spPr>
          <a:xfrm xmlns:a="http://schemas.openxmlformats.org/drawingml/2006/main">
            <a:off x="8953500" y="3924300"/>
            <a:ext cx="2286000" cy="47625"/>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0BF96A3E-292A-4EF6-A2EA-FF1C8A255DF5}"/>
              </a:ext>
            </a:extLst>
          </p:cNvPr>
          <p:cNvSpPr>
            <a:spLocks xmlns:a="http://schemas.openxmlformats.org/drawingml/2006/main" noGrp="1"/>
          </p:cNvSpPr>
          <p:nvPr/>
        </p:nvSpPr>
        <p:spPr>
          <a:xfrm xmlns:a="http://schemas.openxmlformats.org/drawingml/2006/main">
            <a:off x="609600" y="4381500"/>
            <a:ext cx="4953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3000" b="1" i="0">
                <a:solidFill>
                  <a:srgbClr val="315BFF"/>
                </a:solidFill>
                <a:latin typeface="DIN Condensed"/>
                <a:ea typeface="DIN Condensed"/>
                <a:cs typeface="DIN Condensed"/>
              </a:defRPr>
            </a:pPr>
            <a:r>
              <a:rPr sz="3000" b="1" i="0">
                <a:solidFill>
                  <a:srgbClr val="315BFF"/>
                </a:solidFill>
                <a:latin typeface="DIN Condensed"/>
                <a:ea typeface="DIN Condensed"/>
                <a:cs typeface="DIN Condensed"/>
              </a:rPr>
              <a:t>05</a:t>
            </a:r>
          </a:p>
        </p:txBody>
      </p:sp>
      <p:sp>
        <p:nvSpPr>
          <p:cNvPr id="29" name="">
            <a:extLst xmlns:a="http://schemas.openxmlformats.org/drawingml/2006/main">
              <a:ext uri="{FF2B5EF4-FFF2-40B4-BE49-F238E27FC236}">
                <a16:creationId xmlns:a16="http://schemas.microsoft.com/office/drawing/2014/main" id="{8F58D058-00EA-4438-8D9E-1797A873D24B}"/>
              </a:ext>
            </a:extLst>
          </p:cNvPr>
          <p:cNvSpPr>
            <a:spLocks xmlns:a="http://schemas.openxmlformats.org/drawingml/2006/main" noGrp="1"/>
          </p:cNvSpPr>
          <p:nvPr/>
        </p:nvSpPr>
        <p:spPr>
          <a:xfrm xmlns:a="http://schemas.openxmlformats.org/drawingml/2006/main">
            <a:off x="1162050" y="4400550"/>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25112C"/>
                </a:solidFill>
                <a:latin typeface="Avenir Next"/>
                <a:ea typeface="Avenir Next"/>
                <a:cs typeface="Avenir Next"/>
              </a:defRPr>
            </a:pPr>
            <a:r>
              <a:rPr sz="1200" b="1" i="0">
                <a:solidFill>
                  <a:srgbClr val="25112C"/>
                </a:solidFill>
                <a:latin typeface="Avenir Next"/>
                <a:ea typeface="Avenir Next"/>
                <a:cs typeface="Avenir Next"/>
              </a:rPr>
              <a:t>LLEGAR</a:t>
            </a:r>
          </a:p>
        </p:txBody>
      </p:sp>
      <p:sp>
        <p:nvSpPr>
          <p:cNvPr id="30" name="">
            <a:extLst xmlns:a="http://schemas.openxmlformats.org/drawingml/2006/main">
              <a:ext uri="{FF2B5EF4-FFF2-40B4-BE49-F238E27FC236}">
                <a16:creationId xmlns:a16="http://schemas.microsoft.com/office/drawing/2014/main" id="{167E5443-AFF7-4E45-BC90-A70279CC4810}"/>
              </a:ext>
            </a:extLst>
          </p:cNvPr>
          <p:cNvSpPr>
            <a:spLocks xmlns:a="http://schemas.openxmlformats.org/drawingml/2006/main" noGrp="1"/>
          </p:cNvSpPr>
          <p:nvPr/>
        </p:nvSpPr>
        <p:spPr>
          <a:xfrm xmlns:a="http://schemas.openxmlformats.org/drawingml/2006/main">
            <a:off x="1162050" y="4705350"/>
            <a:ext cx="190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125" b="0" i="0">
                <a:solidFill>
                  <a:srgbClr val="6D6470"/>
                </a:solidFill>
                <a:latin typeface="Avenir Next"/>
                <a:ea typeface="Avenir Next"/>
                <a:cs typeface="Avenir Next"/>
              </a:defRPr>
            </a:pPr>
            <a:r>
              <a:rPr sz="1125" b="0" i="0">
                <a:solidFill>
                  <a:srgbClr val="6D6470"/>
                </a:solidFill>
                <a:latin typeface="Avenir Next"/>
                <a:ea typeface="Avenir Next"/>
                <a:cs typeface="Avenir Next"/>
              </a:rPr>
              <a:t>¿Cómo entro y me oriento?</a:t>
            </a:r>
          </a:p>
        </p:txBody>
      </p:sp>
      <p:sp>
        <p:nvSpPr>
          <p:cNvPr id="31" name="">
            <a:extLst xmlns:a="http://schemas.openxmlformats.org/drawingml/2006/main">
              <a:ext uri="{FF2B5EF4-FFF2-40B4-BE49-F238E27FC236}">
                <a16:creationId xmlns:a16="http://schemas.microsoft.com/office/drawing/2014/main" id="{EE66A568-98A5-4BD7-AAAD-579A0BC67879}"/>
              </a:ext>
            </a:extLst>
          </p:cNvPr>
          <p:cNvSpPr>
            <a:spLocks xmlns:a="http://schemas.openxmlformats.org/drawingml/2006/main" noGrp="1"/>
          </p:cNvSpPr>
          <p:nvPr/>
        </p:nvSpPr>
        <p:spPr>
          <a:xfrm xmlns:a="http://schemas.openxmlformats.org/drawingml/2006/main">
            <a:off x="609600" y="5448300"/>
            <a:ext cx="2286000" cy="47625"/>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FEC55410-D4A8-4BE6-A37F-32D4C1B37CE1}"/>
              </a:ext>
            </a:extLst>
          </p:cNvPr>
          <p:cNvSpPr>
            <a:spLocks xmlns:a="http://schemas.openxmlformats.org/drawingml/2006/main" noGrp="1"/>
          </p:cNvSpPr>
          <p:nvPr/>
        </p:nvSpPr>
        <p:spPr>
          <a:xfrm xmlns:a="http://schemas.openxmlformats.org/drawingml/2006/main">
            <a:off x="3390900" y="4381500"/>
            <a:ext cx="4953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3000" b="1" i="0">
                <a:solidFill>
                  <a:srgbClr val="E72D78"/>
                </a:solidFill>
                <a:latin typeface="DIN Condensed"/>
                <a:ea typeface="DIN Condensed"/>
                <a:cs typeface="DIN Condensed"/>
              </a:defRPr>
            </a:pPr>
            <a:r>
              <a:rPr sz="3000" b="1" i="0">
                <a:solidFill>
                  <a:srgbClr val="E72D78"/>
                </a:solidFill>
                <a:latin typeface="DIN Condensed"/>
                <a:ea typeface="DIN Condensed"/>
                <a:cs typeface="DIN Condensed"/>
              </a:rPr>
              <a:t>06</a:t>
            </a:r>
          </a:p>
        </p:txBody>
      </p:sp>
      <p:sp>
        <p:nvSpPr>
          <p:cNvPr id="33" name="">
            <a:extLst xmlns:a="http://schemas.openxmlformats.org/drawingml/2006/main">
              <a:ext uri="{FF2B5EF4-FFF2-40B4-BE49-F238E27FC236}">
                <a16:creationId xmlns:a16="http://schemas.microsoft.com/office/drawing/2014/main" id="{E61C085F-B991-4C22-B646-7348383C15A9}"/>
              </a:ext>
            </a:extLst>
          </p:cNvPr>
          <p:cNvSpPr>
            <a:spLocks xmlns:a="http://schemas.openxmlformats.org/drawingml/2006/main" noGrp="1"/>
          </p:cNvSpPr>
          <p:nvPr/>
        </p:nvSpPr>
        <p:spPr>
          <a:xfrm xmlns:a="http://schemas.openxmlformats.org/drawingml/2006/main">
            <a:off x="3943350" y="4400550"/>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25112C"/>
                </a:solidFill>
                <a:latin typeface="Avenir Next"/>
                <a:ea typeface="Avenir Next"/>
                <a:cs typeface="Avenir Next"/>
              </a:defRPr>
            </a:pPr>
            <a:r>
              <a:rPr sz="1200" b="1" i="0">
                <a:solidFill>
                  <a:srgbClr val="25112C"/>
                </a:solidFill>
                <a:latin typeface="Avenir Next"/>
                <a:ea typeface="Avenir Next"/>
                <a:cs typeface="Avenir Next"/>
              </a:rPr>
              <a:t>VIVIR</a:t>
            </a:r>
          </a:p>
        </p:txBody>
      </p:sp>
      <p:sp>
        <p:nvSpPr>
          <p:cNvPr id="34" name="">
            <a:extLst xmlns:a="http://schemas.openxmlformats.org/drawingml/2006/main">
              <a:ext uri="{FF2B5EF4-FFF2-40B4-BE49-F238E27FC236}">
                <a16:creationId xmlns:a16="http://schemas.microsoft.com/office/drawing/2014/main" id="{6B883838-2ECD-4F78-AFFC-ACF3DB1240FB}"/>
              </a:ext>
            </a:extLst>
          </p:cNvPr>
          <p:cNvSpPr>
            <a:spLocks xmlns:a="http://schemas.openxmlformats.org/drawingml/2006/main" noGrp="1"/>
          </p:cNvSpPr>
          <p:nvPr/>
        </p:nvSpPr>
        <p:spPr>
          <a:xfrm xmlns:a="http://schemas.openxmlformats.org/drawingml/2006/main">
            <a:off x="3943350" y="4705350"/>
            <a:ext cx="190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125" b="0" i="0">
                <a:solidFill>
                  <a:srgbClr val="6D6470"/>
                </a:solidFill>
                <a:latin typeface="Avenir Next"/>
                <a:ea typeface="Avenir Next"/>
                <a:cs typeface="Avenir Next"/>
              </a:defRPr>
            </a:pPr>
            <a:r>
              <a:rPr sz="1125" b="0" i="0">
                <a:solidFill>
                  <a:srgbClr val="6D6470"/>
                </a:solidFill>
                <a:latin typeface="Avenir Next"/>
                <a:ea typeface="Avenir Next"/>
                <a:cs typeface="Avenir Next"/>
              </a:rPr>
              <a:t>¿Qué hago ahora?</a:t>
            </a:r>
          </a:p>
        </p:txBody>
      </p:sp>
      <p:sp>
        <p:nvSpPr>
          <p:cNvPr id="35" name="">
            <a:extLst xmlns:a="http://schemas.openxmlformats.org/drawingml/2006/main">
              <a:ext uri="{FF2B5EF4-FFF2-40B4-BE49-F238E27FC236}">
                <a16:creationId xmlns:a16="http://schemas.microsoft.com/office/drawing/2014/main" id="{3042525D-4C49-41AE-8A00-CB798B06C882}"/>
              </a:ext>
            </a:extLst>
          </p:cNvPr>
          <p:cNvSpPr>
            <a:spLocks xmlns:a="http://schemas.openxmlformats.org/drawingml/2006/main" noGrp="1"/>
          </p:cNvSpPr>
          <p:nvPr/>
        </p:nvSpPr>
        <p:spPr>
          <a:xfrm xmlns:a="http://schemas.openxmlformats.org/drawingml/2006/main">
            <a:off x="3390900" y="5448300"/>
            <a:ext cx="2286000" cy="47625"/>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0DB2A54E-3FDF-4D09-AC23-57DC681BF8CA}"/>
              </a:ext>
            </a:extLst>
          </p:cNvPr>
          <p:cNvSpPr>
            <a:spLocks xmlns:a="http://schemas.openxmlformats.org/drawingml/2006/main" noGrp="1"/>
          </p:cNvSpPr>
          <p:nvPr/>
        </p:nvSpPr>
        <p:spPr>
          <a:xfrm xmlns:a="http://schemas.openxmlformats.org/drawingml/2006/main">
            <a:off x="6172200" y="4381500"/>
            <a:ext cx="4953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3000" b="1" i="0">
                <a:solidFill>
                  <a:srgbClr val="FF6A1A"/>
                </a:solidFill>
                <a:latin typeface="DIN Condensed"/>
                <a:ea typeface="DIN Condensed"/>
                <a:cs typeface="DIN Condensed"/>
              </a:defRPr>
            </a:pPr>
            <a:r>
              <a:rPr sz="3000" b="1" i="0">
                <a:solidFill>
                  <a:srgbClr val="FF6A1A"/>
                </a:solidFill>
                <a:latin typeface="DIN Condensed"/>
                <a:ea typeface="DIN Condensed"/>
                <a:cs typeface="DIN Condensed"/>
              </a:rPr>
              <a:t>07</a:t>
            </a:r>
          </a:p>
        </p:txBody>
      </p:sp>
      <p:sp>
        <p:nvSpPr>
          <p:cNvPr id="37" name="">
            <a:extLst xmlns:a="http://schemas.openxmlformats.org/drawingml/2006/main">
              <a:ext uri="{FF2B5EF4-FFF2-40B4-BE49-F238E27FC236}">
                <a16:creationId xmlns:a16="http://schemas.microsoft.com/office/drawing/2014/main" id="{7CCCE5DD-CD92-4BAC-A29E-34D160A167BF}"/>
              </a:ext>
            </a:extLst>
          </p:cNvPr>
          <p:cNvSpPr>
            <a:spLocks xmlns:a="http://schemas.openxmlformats.org/drawingml/2006/main" noGrp="1"/>
          </p:cNvSpPr>
          <p:nvPr/>
        </p:nvSpPr>
        <p:spPr>
          <a:xfrm xmlns:a="http://schemas.openxmlformats.org/drawingml/2006/main">
            <a:off x="6724650" y="4400550"/>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25112C"/>
                </a:solidFill>
                <a:latin typeface="Avenir Next"/>
                <a:ea typeface="Avenir Next"/>
                <a:cs typeface="Avenir Next"/>
              </a:defRPr>
            </a:pPr>
            <a:r>
              <a:rPr sz="1200" b="1" i="0">
                <a:solidFill>
                  <a:srgbClr val="25112C"/>
                </a:solidFill>
                <a:latin typeface="Avenir Next"/>
                <a:ea typeface="Avenir Next"/>
                <a:cs typeface="Avenir Next"/>
              </a:rPr>
              <a:t>VOLVER</a:t>
            </a:r>
          </a:p>
        </p:txBody>
      </p:sp>
      <p:sp>
        <p:nvSpPr>
          <p:cNvPr id="38" name="">
            <a:extLst xmlns:a="http://schemas.openxmlformats.org/drawingml/2006/main">
              <a:ext uri="{FF2B5EF4-FFF2-40B4-BE49-F238E27FC236}">
                <a16:creationId xmlns:a16="http://schemas.microsoft.com/office/drawing/2014/main" id="{01D3DF8A-6D56-4741-9407-D13E5EAB06B4}"/>
              </a:ext>
            </a:extLst>
          </p:cNvPr>
          <p:cNvSpPr>
            <a:spLocks xmlns:a="http://schemas.openxmlformats.org/drawingml/2006/main" noGrp="1"/>
          </p:cNvSpPr>
          <p:nvPr/>
        </p:nvSpPr>
        <p:spPr>
          <a:xfrm xmlns:a="http://schemas.openxmlformats.org/drawingml/2006/main">
            <a:off x="6724650" y="4705350"/>
            <a:ext cx="190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125" b="0" i="0">
                <a:solidFill>
                  <a:srgbClr val="6D6470"/>
                </a:solidFill>
                <a:latin typeface="Avenir Next"/>
                <a:ea typeface="Avenir Next"/>
                <a:cs typeface="Avenir Next"/>
              </a:defRPr>
            </a:pPr>
            <a:r>
              <a:rPr sz="1125" b="0" i="0">
                <a:solidFill>
                  <a:srgbClr val="6D6470"/>
                </a:solidFill>
                <a:latin typeface="Avenir Next"/>
                <a:ea typeface="Avenir Next"/>
                <a:cs typeface="Avenir Next"/>
              </a:rPr>
              <a:t>¿Qué me trae otra jornada?</a:t>
            </a:r>
          </a:p>
        </p:txBody>
      </p:sp>
      <p:sp>
        <p:nvSpPr>
          <p:cNvPr id="39" name="">
            <a:extLst xmlns:a="http://schemas.openxmlformats.org/drawingml/2006/main">
              <a:ext uri="{FF2B5EF4-FFF2-40B4-BE49-F238E27FC236}">
                <a16:creationId xmlns:a16="http://schemas.microsoft.com/office/drawing/2014/main" id="{3E2A525A-7DE8-416E-8F97-DCCD9E31B0C9}"/>
              </a:ext>
            </a:extLst>
          </p:cNvPr>
          <p:cNvSpPr>
            <a:spLocks xmlns:a="http://schemas.openxmlformats.org/drawingml/2006/main" noGrp="1"/>
          </p:cNvSpPr>
          <p:nvPr/>
        </p:nvSpPr>
        <p:spPr>
          <a:xfrm xmlns:a="http://schemas.openxmlformats.org/drawingml/2006/main">
            <a:off x="6172200" y="5448300"/>
            <a:ext cx="2286000" cy="47625"/>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A0C0AE0D-2846-47DD-8ACE-E6DE8FA5C608}"/>
              </a:ext>
            </a:extLst>
          </p:cNvPr>
          <p:cNvSpPr>
            <a:spLocks xmlns:a="http://schemas.openxmlformats.org/drawingml/2006/main" noGrp="1"/>
          </p:cNvSpPr>
          <p:nvPr/>
        </p:nvSpPr>
        <p:spPr>
          <a:xfrm xmlns:a="http://schemas.openxmlformats.org/drawingml/2006/main">
            <a:off x="8953500" y="4381500"/>
            <a:ext cx="4953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3000" b="1" i="0">
                <a:solidFill>
                  <a:srgbClr val="00AFA0"/>
                </a:solidFill>
                <a:latin typeface="DIN Condensed"/>
                <a:ea typeface="DIN Condensed"/>
                <a:cs typeface="DIN Condensed"/>
              </a:defRPr>
            </a:pPr>
            <a:r>
              <a:rPr sz="3000" b="1" i="0">
                <a:solidFill>
                  <a:srgbClr val="00AFA0"/>
                </a:solidFill>
                <a:latin typeface="DIN Condensed"/>
                <a:ea typeface="DIN Condensed"/>
                <a:cs typeface="DIN Condensed"/>
              </a:rPr>
              <a:t>08</a:t>
            </a:r>
          </a:p>
        </p:txBody>
      </p:sp>
      <p:sp>
        <p:nvSpPr>
          <p:cNvPr id="41" name="">
            <a:extLst xmlns:a="http://schemas.openxmlformats.org/drawingml/2006/main">
              <a:ext uri="{FF2B5EF4-FFF2-40B4-BE49-F238E27FC236}">
                <a16:creationId xmlns:a16="http://schemas.microsoft.com/office/drawing/2014/main" id="{9E5492C1-E247-4418-8007-A3E29B211193}"/>
              </a:ext>
            </a:extLst>
          </p:cNvPr>
          <p:cNvSpPr>
            <a:spLocks xmlns:a="http://schemas.openxmlformats.org/drawingml/2006/main" noGrp="1"/>
          </p:cNvSpPr>
          <p:nvPr/>
        </p:nvSpPr>
        <p:spPr>
          <a:xfrm xmlns:a="http://schemas.openxmlformats.org/drawingml/2006/main">
            <a:off x="9505950" y="4400550"/>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25112C"/>
                </a:solidFill>
                <a:latin typeface="Avenir Next"/>
                <a:ea typeface="Avenir Next"/>
                <a:cs typeface="Avenir Next"/>
              </a:defRPr>
            </a:pPr>
            <a:r>
              <a:rPr sz="1200" b="1" i="0">
                <a:solidFill>
                  <a:srgbClr val="25112C"/>
                </a:solidFill>
                <a:latin typeface="Avenir Next"/>
                <a:ea typeface="Avenir Next"/>
                <a:cs typeface="Avenir Next"/>
              </a:rPr>
              <a:t>RECOMENDAR</a:t>
            </a:r>
          </a:p>
        </p:txBody>
      </p:sp>
      <p:sp>
        <p:nvSpPr>
          <p:cNvPr id="42" name="">
            <a:extLst xmlns:a="http://schemas.openxmlformats.org/drawingml/2006/main">
              <a:ext uri="{FF2B5EF4-FFF2-40B4-BE49-F238E27FC236}">
                <a16:creationId xmlns:a16="http://schemas.microsoft.com/office/drawing/2014/main" id="{D2A62E5F-AE5D-4B21-BC97-BD62CDB0C773}"/>
              </a:ext>
            </a:extLst>
          </p:cNvPr>
          <p:cNvSpPr>
            <a:spLocks xmlns:a="http://schemas.openxmlformats.org/drawingml/2006/main" noGrp="1"/>
          </p:cNvSpPr>
          <p:nvPr/>
        </p:nvSpPr>
        <p:spPr>
          <a:xfrm xmlns:a="http://schemas.openxmlformats.org/drawingml/2006/main">
            <a:off x="9505950" y="4705350"/>
            <a:ext cx="190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125" b="0" i="0">
                <a:solidFill>
                  <a:srgbClr val="6D6470"/>
                </a:solidFill>
                <a:latin typeface="Avenir Next"/>
                <a:ea typeface="Avenir Next"/>
                <a:cs typeface="Avenir Next"/>
              </a:defRPr>
            </a:pPr>
            <a:r>
              <a:rPr sz="1125" b="0" i="0">
                <a:solidFill>
                  <a:srgbClr val="6D6470"/>
                </a:solidFill>
                <a:latin typeface="Avenir Next"/>
                <a:ea typeface="Avenir Next"/>
                <a:cs typeface="Avenir Next"/>
              </a:rPr>
              <a:t>¿Qué historia cuento?</a:t>
            </a:r>
          </a:p>
        </p:txBody>
      </p:sp>
      <p:sp>
        <p:nvSpPr>
          <p:cNvPr id="43" name="">
            <a:extLst xmlns:a="http://schemas.openxmlformats.org/drawingml/2006/main">
              <a:ext uri="{FF2B5EF4-FFF2-40B4-BE49-F238E27FC236}">
                <a16:creationId xmlns:a16="http://schemas.microsoft.com/office/drawing/2014/main" id="{7E5BAA0D-CFAE-449F-962A-BF32B06367A5}"/>
              </a:ext>
            </a:extLst>
          </p:cNvPr>
          <p:cNvSpPr>
            <a:spLocks xmlns:a="http://schemas.openxmlformats.org/drawingml/2006/main" noGrp="1"/>
          </p:cNvSpPr>
          <p:nvPr/>
        </p:nvSpPr>
        <p:spPr>
          <a:xfrm xmlns:a="http://schemas.openxmlformats.org/drawingml/2006/main">
            <a:off x="8953500" y="5448300"/>
            <a:ext cx="2286000" cy="47625"/>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Tree>
    <p:extLst>
      <p:ext uri="{BB962C8B-B14F-4D97-AF65-F5344CB8AC3E}">
        <p14:creationId xmlns:p14="http://schemas.microsoft.com/office/powerpoint/2010/main" val="964045906"/>
      </p:ext>
    </p:extLst>
  </p:cSld>
</p:sld>
</file>

<file path=ppt/slides/slide10.xml><?xml version="1.0" encoding="utf-8"?>
<p:sld xmlns:p="http://schemas.openxmlformats.org/presentationml/2006/main">
  <p:cSld>
    <p:bg>
      <p:bgPr>
        <a:solidFill xmlns:a="http://schemas.openxmlformats.org/drawingml/2006/main">
          <a:srgbClr val="160A22"/>
        </a:solidFill>
      </p:bgPr>
    </p:bg>
    <p:spTree>
      <p:nvGrpSpPr>
        <p:cNvPr id="1" name=""/>
        <p:cNvGrpSpPr/>
        <p:nvPr/>
      </p:nvGrpSpPr>
      <p:grpSpPr>
        <a:xfrm xmlns:a="http://schemas.openxmlformats.org/drawingml/2006/main"/>
      </p:grpSpPr>
      <p:sp>
        <p:nvSpPr>
          <p:cNvPr id="41" name="">
            <a:extLst xmlns:a="http://schemas.openxmlformats.org/drawingml/2006/main">
              <a:ext uri="{FF2B5EF4-FFF2-40B4-BE49-F238E27FC236}">
                <a16:creationId xmlns:a16="http://schemas.microsoft.com/office/drawing/2014/main" id="{0A8A6A39-2027-45AE-A2A5-0AA7C5EDA0BE}"/>
              </a:ext>
            </a:extLst>
          </p:cNvPr>
          <p:cNvSpPr>
            <a:spLocks xmlns:a="http://schemas.openxmlformats.org/drawingml/2006/main" noGrp="1"/>
          </p:cNvSpPr>
          <p:nvPr/>
        </p:nvSpPr>
        <p:spPr>
          <a:xfrm xmlns:a="http://schemas.openxmlformats.org/drawingml/2006/main">
            <a:off x="0" y="0"/>
            <a:ext cx="2438400" cy="66675"/>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AE078AE-7B4A-4210-A879-845B202FDA66}"/>
              </a:ext>
            </a:extLst>
          </p:cNvPr>
          <p:cNvSpPr>
            <a:spLocks xmlns:a="http://schemas.openxmlformats.org/drawingml/2006/main" noGrp="1"/>
          </p:cNvSpPr>
          <p:nvPr/>
        </p:nvSpPr>
        <p:spPr>
          <a:xfrm xmlns:a="http://schemas.openxmlformats.org/drawingml/2006/main">
            <a:off x="2438400" y="0"/>
            <a:ext cx="2438400" cy="66675"/>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93AB299-01C8-4457-BED5-9250032FA400}"/>
              </a:ext>
            </a:extLst>
          </p:cNvPr>
          <p:cNvSpPr>
            <a:spLocks xmlns:a="http://schemas.openxmlformats.org/drawingml/2006/main" noGrp="1"/>
          </p:cNvSpPr>
          <p:nvPr/>
        </p:nvSpPr>
        <p:spPr>
          <a:xfrm xmlns:a="http://schemas.openxmlformats.org/drawingml/2006/main">
            <a:off x="4876800" y="0"/>
            <a:ext cx="2438400" cy="66675"/>
          </a:xfrm>
          <a:prstGeom xmlns:a="http://schemas.openxmlformats.org/drawingml/2006/main" prst="rect">
            <a:avLst/>
          </a:prstGeom>
          <a:solidFill xmlns:a="http://schemas.openxmlformats.org/drawingml/2006/main">
            <a:srgbClr val="FFC92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C6D2398-F32C-488D-BB27-0D0BA1C24965}"/>
              </a:ext>
            </a:extLst>
          </p:cNvPr>
          <p:cNvSpPr>
            <a:spLocks xmlns:a="http://schemas.openxmlformats.org/drawingml/2006/main" noGrp="1"/>
          </p:cNvSpPr>
          <p:nvPr/>
        </p:nvSpPr>
        <p:spPr>
          <a:xfrm xmlns:a="http://schemas.openxmlformats.org/drawingml/2006/main">
            <a:off x="7315200" y="0"/>
            <a:ext cx="2438400" cy="66675"/>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02534E31-6A68-477C-9F4E-36FED6C1D8E3}"/>
              </a:ext>
            </a:extLst>
          </p:cNvPr>
          <p:cNvSpPr>
            <a:spLocks xmlns:a="http://schemas.openxmlformats.org/drawingml/2006/main" noGrp="1"/>
          </p:cNvSpPr>
          <p:nvPr/>
        </p:nvSpPr>
        <p:spPr>
          <a:xfrm xmlns:a="http://schemas.openxmlformats.org/drawingml/2006/main">
            <a:off x="9753600" y="0"/>
            <a:ext cx="2438400" cy="66675"/>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3FCF5F0C-D1F3-4FAC-87B6-EF2274CA6FC1}"/>
              </a:ext>
            </a:extLst>
          </p:cNvPr>
          <p:cNvSpPr>
            <a:spLocks xmlns:a="http://schemas.openxmlformats.org/drawingml/2006/main" noGrp="1"/>
          </p:cNvSpPr>
          <p:nvPr/>
        </p:nvSpPr>
        <p:spPr>
          <a:xfrm xmlns:a="http://schemas.openxmlformats.org/drawingml/2006/main">
            <a:off x="609600" y="26670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FFC928"/>
                </a:solidFill>
                <a:latin typeface="Avenir Next"/>
                <a:ea typeface="Avenir Next"/>
                <a:cs typeface="Avenir Next"/>
              </a:defRPr>
            </a:pPr>
            <a:r>
              <a:rPr sz="825" b="1" i="0">
                <a:solidFill>
                  <a:srgbClr val="FFC928"/>
                </a:solidFill>
                <a:latin typeface="Avenir Next"/>
                <a:ea typeface="Avenir Next"/>
                <a:cs typeface="Avenir Next"/>
              </a:rPr>
              <a:t>CUSTOMER JOURNEY</a:t>
            </a:r>
          </a:p>
        </p:txBody>
      </p:sp>
      <p:sp>
        <p:nvSpPr>
          <p:cNvPr id="7" name="">
            <a:extLst xmlns:a="http://schemas.openxmlformats.org/drawingml/2006/main">
              <a:ext uri="{FF2B5EF4-FFF2-40B4-BE49-F238E27FC236}">
                <a16:creationId xmlns:a16="http://schemas.microsoft.com/office/drawing/2014/main" id="{7617227F-9953-4F44-ADCA-FEF4D5247398}"/>
              </a:ext>
            </a:extLst>
          </p:cNvPr>
          <p:cNvSpPr>
            <a:spLocks xmlns:a="http://schemas.openxmlformats.org/drawingml/2006/main" noGrp="1"/>
          </p:cNvSpPr>
          <p:nvPr/>
        </p:nvSpPr>
        <p:spPr>
          <a:xfrm xmlns:a="http://schemas.openxmlformats.org/drawingml/2006/main">
            <a:off x="609600" y="6534150"/>
            <a:ext cx="4762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675" b="1" i="0">
                <a:solidFill>
                  <a:srgbClr val="FFFFFF">
                    <a:alpha val="52000"/>
                  </a:srgbClr>
                </a:solidFill>
                <a:latin typeface="Avenir Next"/>
                <a:ea typeface="Avenir Next"/>
                <a:cs typeface="Avenir Next"/>
              </a:defRPr>
            </a:pPr>
            <a:r>
              <a:rPr sz="675" b="1" i="0">
                <a:solidFill>
                  <a:srgbClr val="FFFFFF">
                    <a:alpha val="52000"/>
                  </a:srgbClr>
                </a:solidFill>
                <a:latin typeface="Avenir Next"/>
                <a:ea typeface="Avenir Next"/>
                <a:cs typeface="Avenir Next"/>
              </a:rPr>
              <a:t>DOCUMENTO INTERNO · PROPUESTA EN REVISIÓN</a:t>
            </a:r>
          </a:p>
        </p:txBody>
      </p:sp>
      <p:sp>
        <p:nvSpPr>
          <p:cNvPr id="8" name="">
            <a:extLst xmlns:a="http://schemas.openxmlformats.org/drawingml/2006/main">
              <a:ext uri="{FF2B5EF4-FFF2-40B4-BE49-F238E27FC236}">
                <a16:creationId xmlns:a16="http://schemas.microsoft.com/office/drawing/2014/main" id="{DDD3E10D-9437-4EC9-972E-A641855AA2CD}"/>
              </a:ext>
            </a:extLst>
          </p:cNvPr>
          <p:cNvSpPr>
            <a:spLocks xmlns:a="http://schemas.openxmlformats.org/drawingml/2006/main" noGrp="1"/>
          </p:cNvSpPr>
          <p:nvPr/>
        </p:nvSpPr>
        <p:spPr>
          <a:xfrm xmlns:a="http://schemas.openxmlformats.org/drawingml/2006/main">
            <a:off x="11239500" y="6505575"/>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750" b="1" i="0">
                <a:solidFill>
                  <a:srgbClr val="FFFFFF">
                    <a:alpha val="52000"/>
                  </a:srgbClr>
                </a:solidFill>
                <a:latin typeface="Avenir Next"/>
                <a:ea typeface="Avenir Next"/>
                <a:cs typeface="Avenir Next"/>
              </a:defRPr>
            </a:pPr>
            <a:r>
              <a:rPr sz="750" b="1" i="0">
                <a:solidFill>
                  <a:srgbClr val="FFFFFF">
                    <a:alpha val="52000"/>
                  </a:srgbClr>
                </a:solidFill>
                <a:latin typeface="Avenir Next"/>
                <a:ea typeface="Avenir Next"/>
                <a:cs typeface="Avenir Next"/>
              </a:rPr>
              <a:t>10</a:t>
            </a:r>
          </a:p>
        </p:txBody>
      </p:sp>
      <p:sp>
        <p:nvSpPr>
          <p:cNvPr id="9" name="">
            <a:extLst xmlns:a="http://schemas.openxmlformats.org/drawingml/2006/main">
              <a:ext uri="{FF2B5EF4-FFF2-40B4-BE49-F238E27FC236}">
                <a16:creationId xmlns:a16="http://schemas.microsoft.com/office/drawing/2014/main" id="{86B4076A-3745-4387-8949-6C34D66FD0D2}"/>
              </a:ext>
            </a:extLst>
          </p:cNvPr>
          <p:cNvSpPr>
            <a:spLocks xmlns:a="http://schemas.openxmlformats.org/drawingml/2006/main" noGrp="1"/>
          </p:cNvSpPr>
          <p:nvPr/>
        </p:nvSpPr>
        <p:spPr>
          <a:xfrm xmlns:a="http://schemas.openxmlformats.org/drawingml/2006/main">
            <a:off x="609600" y="666750"/>
            <a:ext cx="1066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E72D78"/>
                </a:solidFill>
                <a:latin typeface="Avenir Next"/>
                <a:ea typeface="Avenir Next"/>
                <a:cs typeface="Avenir Next"/>
              </a:defRPr>
            </a:pPr>
            <a:r>
              <a:rPr sz="900" b="1" i="0">
                <a:solidFill>
                  <a:srgbClr val="E72D78"/>
                </a:solidFill>
                <a:latin typeface="Avenir Next"/>
                <a:ea typeface="Avenir Next"/>
                <a:cs typeface="Avenir Next"/>
              </a:rPr>
              <a:t>DEL RECUERDO A LA RECOMENDACIÓN</a:t>
            </a:r>
          </a:p>
        </p:txBody>
      </p:sp>
      <p:sp>
        <p:nvSpPr>
          <p:cNvPr id="10" name="">
            <a:extLst xmlns:a="http://schemas.openxmlformats.org/drawingml/2006/main">
              <a:ext uri="{FF2B5EF4-FFF2-40B4-BE49-F238E27FC236}">
                <a16:creationId xmlns:a16="http://schemas.microsoft.com/office/drawing/2014/main" id="{9063943D-6BF0-4049-9287-04D12DEDC240}"/>
              </a:ext>
            </a:extLst>
          </p:cNvPr>
          <p:cNvSpPr>
            <a:spLocks xmlns:a="http://schemas.openxmlformats.org/drawingml/2006/main" noGrp="1"/>
          </p:cNvSpPr>
          <p:nvPr/>
        </p:nvSpPr>
        <p:spPr>
          <a:xfrm xmlns:a="http://schemas.openxmlformats.org/drawingml/2006/main">
            <a:off x="609600" y="990600"/>
            <a:ext cx="1066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4200" b="1" i="0">
                <a:solidFill>
                  <a:srgbClr val="FFFFFF"/>
                </a:solidFill>
                <a:latin typeface="DIN Condensed"/>
                <a:ea typeface="DIN Condensed"/>
                <a:cs typeface="DIN Condensed"/>
              </a:defRPr>
            </a:pPr>
            <a:r>
              <a:rPr sz="4200" b="1" i="0">
                <a:solidFill>
                  <a:srgbClr val="FFFFFF"/>
                </a:solidFill>
                <a:latin typeface="DIN Condensed"/>
                <a:ea typeface="DIN Condensed"/>
                <a:cs typeface="DIN Condensed"/>
              </a:rPr>
              <a:t>Cada contenido debe quitar una fricción real.</a:t>
            </a:r>
          </a:p>
        </p:txBody>
      </p:sp>
      <p:sp>
        <p:nvSpPr>
          <p:cNvPr id="11" name="">
            <a:extLst xmlns:a="http://schemas.openxmlformats.org/drawingml/2006/main">
              <a:ext uri="{FF2B5EF4-FFF2-40B4-BE49-F238E27FC236}">
                <a16:creationId xmlns:a16="http://schemas.microsoft.com/office/drawing/2014/main" id="{D63191E5-DA55-4C49-894B-0B3973966406}"/>
              </a:ext>
            </a:extLst>
          </p:cNvPr>
          <p:cNvSpPr>
            <a:spLocks xmlns:a="http://schemas.openxmlformats.org/drawingml/2006/main" noGrp="1"/>
          </p:cNvSpPr>
          <p:nvPr/>
        </p:nvSpPr>
        <p:spPr>
          <a:xfrm xmlns:a="http://schemas.openxmlformats.org/drawingml/2006/main">
            <a:off x="609600" y="182880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0" i="0">
                <a:solidFill>
                  <a:srgbClr val="FFFFFF">
                    <a:alpha val="78000"/>
                  </a:srgbClr>
                </a:solidFill>
                <a:latin typeface="Avenir Next"/>
                <a:ea typeface="Avenir Next"/>
                <a:cs typeface="Avenir Next"/>
              </a:defRPr>
            </a:pPr>
            <a:r>
              <a:rPr sz="1500" b="0" i="0">
                <a:solidFill>
                  <a:srgbClr val="FFFFFF">
                    <a:alpha val="78000"/>
                  </a:srgbClr>
                </a:solidFill>
                <a:latin typeface="Avenir Next"/>
                <a:ea typeface="Avenir Next"/>
                <a:cs typeface="Avenir Next"/>
              </a:rPr>
              <a:t>La campaña acompaña a la persona antes, durante y después de la visita.</a:t>
            </a:r>
          </a:p>
        </p:txBody>
      </p:sp>
      <p:sp>
        <p:nvSpPr>
          <p:cNvPr id="12" name="">
            <a:extLst xmlns:a="http://schemas.openxmlformats.org/drawingml/2006/main">
              <a:ext uri="{FF2B5EF4-FFF2-40B4-BE49-F238E27FC236}">
                <a16:creationId xmlns:a16="http://schemas.microsoft.com/office/drawing/2014/main" id="{CF6A7AA2-645B-42B9-AB9D-4E9B58929E14}"/>
              </a:ext>
            </a:extLst>
          </p:cNvPr>
          <p:cNvSpPr>
            <a:spLocks xmlns:a="http://schemas.openxmlformats.org/drawingml/2006/main" noGrp="1"/>
          </p:cNvSpPr>
          <p:nvPr/>
        </p:nvSpPr>
        <p:spPr>
          <a:xfrm xmlns:a="http://schemas.openxmlformats.org/drawingml/2006/main">
            <a:off x="609600" y="2514600"/>
            <a:ext cx="1809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750" b="1" i="0">
                <a:solidFill>
                  <a:srgbClr val="FFFFFF">
                    <a:alpha val="58000"/>
                  </a:srgbClr>
                </a:solidFill>
                <a:latin typeface="Avenir Next"/>
                <a:ea typeface="Avenir Next"/>
                <a:cs typeface="Avenir Next"/>
              </a:defRPr>
            </a:pPr>
            <a:r>
              <a:rPr sz="750" b="1" i="0">
                <a:solidFill>
                  <a:srgbClr val="FFFFFF">
                    <a:alpha val="58000"/>
                  </a:srgbClr>
                </a:solidFill>
                <a:latin typeface="Avenir Next"/>
                <a:ea typeface="Avenir Next"/>
                <a:cs typeface="Avenir Next"/>
              </a:rPr>
              <a:t>ETAPA</a:t>
            </a:r>
          </a:p>
        </p:txBody>
      </p:sp>
      <p:sp>
        <p:nvSpPr>
          <p:cNvPr id="13" name="">
            <a:extLst xmlns:a="http://schemas.openxmlformats.org/drawingml/2006/main">
              <a:ext uri="{FF2B5EF4-FFF2-40B4-BE49-F238E27FC236}">
                <a16:creationId xmlns:a16="http://schemas.microsoft.com/office/drawing/2014/main" id="{F85F15EE-DD6E-47EC-92DD-479DC681157E}"/>
              </a:ext>
            </a:extLst>
          </p:cNvPr>
          <p:cNvSpPr>
            <a:spLocks xmlns:a="http://schemas.openxmlformats.org/drawingml/2006/main" noGrp="1"/>
          </p:cNvSpPr>
          <p:nvPr/>
        </p:nvSpPr>
        <p:spPr>
          <a:xfrm xmlns:a="http://schemas.openxmlformats.org/drawingml/2006/main">
            <a:off x="2628900" y="2514600"/>
            <a:ext cx="152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750" b="1" i="0">
                <a:solidFill>
                  <a:srgbClr val="FFFFFF">
                    <a:alpha val="58000"/>
                  </a:srgbClr>
                </a:solidFill>
                <a:latin typeface="Avenir Next"/>
                <a:ea typeface="Avenir Next"/>
                <a:cs typeface="Avenir Next"/>
              </a:defRPr>
            </a:pPr>
            <a:r>
              <a:rPr sz="750" b="1" i="0">
                <a:solidFill>
                  <a:srgbClr val="FFFFFF">
                    <a:alpha val="58000"/>
                  </a:srgbClr>
                </a:solidFill>
                <a:latin typeface="Avenir Next"/>
                <a:ea typeface="Avenir Next"/>
                <a:cs typeface="Avenir Next"/>
              </a:rPr>
              <a:t>TRABAJO</a:t>
            </a:r>
          </a:p>
        </p:txBody>
      </p:sp>
      <p:sp>
        <p:nvSpPr>
          <p:cNvPr id="14" name="">
            <a:extLst xmlns:a="http://schemas.openxmlformats.org/drawingml/2006/main">
              <a:ext uri="{FF2B5EF4-FFF2-40B4-BE49-F238E27FC236}">
                <a16:creationId xmlns:a16="http://schemas.microsoft.com/office/drawing/2014/main" id="{731E4538-16AC-4343-9BB2-6A72CEF53835}"/>
              </a:ext>
            </a:extLst>
          </p:cNvPr>
          <p:cNvSpPr>
            <a:spLocks xmlns:a="http://schemas.openxmlformats.org/drawingml/2006/main" noGrp="1"/>
          </p:cNvSpPr>
          <p:nvPr/>
        </p:nvSpPr>
        <p:spPr>
          <a:xfrm xmlns:a="http://schemas.openxmlformats.org/drawingml/2006/main">
            <a:off x="4305300" y="2514600"/>
            <a:ext cx="3333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750" b="1" i="0">
                <a:solidFill>
                  <a:srgbClr val="FFFFFF">
                    <a:alpha val="58000"/>
                  </a:srgbClr>
                </a:solidFill>
                <a:latin typeface="Avenir Next"/>
                <a:ea typeface="Avenir Next"/>
                <a:cs typeface="Avenir Next"/>
              </a:defRPr>
            </a:pPr>
            <a:r>
              <a:rPr sz="750" b="1" i="0">
                <a:solidFill>
                  <a:srgbClr val="FFFFFF">
                    <a:alpha val="58000"/>
                  </a:srgbClr>
                </a:solidFill>
                <a:latin typeface="Avenir Next"/>
                <a:ea typeface="Avenir Next"/>
                <a:cs typeface="Avenir Next"/>
              </a:rPr>
              <a:t>CONTACTO</a:t>
            </a:r>
          </a:p>
        </p:txBody>
      </p:sp>
      <p:sp>
        <p:nvSpPr>
          <p:cNvPr id="15" name="">
            <a:extLst xmlns:a="http://schemas.openxmlformats.org/drawingml/2006/main">
              <a:ext uri="{FF2B5EF4-FFF2-40B4-BE49-F238E27FC236}">
                <a16:creationId xmlns:a16="http://schemas.microsoft.com/office/drawing/2014/main" id="{12001B90-5A64-4633-AA7D-2ABE6A4C5F5B}"/>
              </a:ext>
            </a:extLst>
          </p:cNvPr>
          <p:cNvSpPr>
            <a:spLocks xmlns:a="http://schemas.openxmlformats.org/drawingml/2006/main" noGrp="1"/>
          </p:cNvSpPr>
          <p:nvPr/>
        </p:nvSpPr>
        <p:spPr>
          <a:xfrm xmlns:a="http://schemas.openxmlformats.org/drawingml/2006/main">
            <a:off x="7905750" y="2514600"/>
            <a:ext cx="3333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750" b="1" i="0">
                <a:solidFill>
                  <a:srgbClr val="FFFFFF">
                    <a:alpha val="58000"/>
                  </a:srgbClr>
                </a:solidFill>
                <a:latin typeface="Avenir Next"/>
                <a:ea typeface="Avenir Next"/>
                <a:cs typeface="Avenir Next"/>
              </a:defRPr>
            </a:pPr>
            <a:r>
              <a:rPr sz="750" b="1" i="0">
                <a:solidFill>
                  <a:srgbClr val="FFFFFF">
                    <a:alpha val="58000"/>
                  </a:srgbClr>
                </a:solidFill>
                <a:latin typeface="Avenir Next"/>
                <a:ea typeface="Avenir Next"/>
                <a:cs typeface="Avenir Next"/>
              </a:rPr>
              <a:t>RESULTADO</a:t>
            </a:r>
          </a:p>
        </p:txBody>
      </p:sp>
      <p:sp>
        <p:nvSpPr>
          <p:cNvPr id="16" name="">
            <a:extLst xmlns:a="http://schemas.openxmlformats.org/drawingml/2006/main">
              <a:ext uri="{FF2B5EF4-FFF2-40B4-BE49-F238E27FC236}">
                <a16:creationId xmlns:a16="http://schemas.microsoft.com/office/drawing/2014/main" id="{17D95B73-9E26-4EF0-9838-DB6B1F387B35}"/>
              </a:ext>
            </a:extLst>
          </p:cNvPr>
          <p:cNvSpPr>
            <a:spLocks xmlns:a="http://schemas.openxmlformats.org/drawingml/2006/main" noGrp="1"/>
          </p:cNvSpPr>
          <p:nvPr/>
        </p:nvSpPr>
        <p:spPr>
          <a:xfrm xmlns:a="http://schemas.openxmlformats.org/drawingml/2006/main">
            <a:off x="609600" y="278130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E72D78"/>
                </a:solidFill>
                <a:latin typeface="Avenir Next"/>
                <a:ea typeface="Avenir Next"/>
                <a:cs typeface="Avenir Next"/>
              </a:defRPr>
            </a:pPr>
            <a:r>
              <a:rPr sz="1200" b="1" i="0">
                <a:solidFill>
                  <a:srgbClr val="E72D78"/>
                </a:solidFill>
                <a:latin typeface="Avenir Next"/>
                <a:ea typeface="Avenir Next"/>
                <a:cs typeface="Avenir Next"/>
              </a:rPr>
              <a:t>DESCUBRO</a:t>
            </a:r>
          </a:p>
        </p:txBody>
      </p:sp>
      <p:sp>
        <p:nvSpPr>
          <p:cNvPr id="17" name="">
            <a:extLst xmlns:a="http://schemas.openxmlformats.org/drawingml/2006/main">
              <a:ext uri="{FF2B5EF4-FFF2-40B4-BE49-F238E27FC236}">
                <a16:creationId xmlns:a16="http://schemas.microsoft.com/office/drawing/2014/main" id="{7D04FCEC-3D57-439D-A85D-194226E8F75B}"/>
              </a:ext>
            </a:extLst>
          </p:cNvPr>
          <p:cNvSpPr>
            <a:spLocks xmlns:a="http://schemas.openxmlformats.org/drawingml/2006/main" noGrp="1"/>
          </p:cNvSpPr>
          <p:nvPr/>
        </p:nvSpPr>
        <p:spPr>
          <a:xfrm xmlns:a="http://schemas.openxmlformats.org/drawingml/2006/main">
            <a:off x="2628900" y="27813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75" b="1" i="0">
                <a:solidFill>
                  <a:srgbClr val="FFFFFF"/>
                </a:solidFill>
                <a:latin typeface="Avenir Next"/>
                <a:ea typeface="Avenir Next"/>
                <a:cs typeface="Avenir Next"/>
              </a:defRPr>
            </a:pPr>
            <a:r>
              <a:rPr sz="1275" b="1" i="0">
                <a:solidFill>
                  <a:srgbClr val="FFFFFF"/>
                </a:solidFill>
                <a:latin typeface="Avenir Next"/>
                <a:ea typeface="Avenir Next"/>
                <a:cs typeface="Avenir Next"/>
              </a:rPr>
              <a:t>Emoción</a:t>
            </a:r>
          </a:p>
        </p:txBody>
      </p:sp>
      <p:sp>
        <p:nvSpPr>
          <p:cNvPr id="18" name="">
            <a:extLst xmlns:a="http://schemas.openxmlformats.org/drawingml/2006/main">
              <a:ext uri="{FF2B5EF4-FFF2-40B4-BE49-F238E27FC236}">
                <a16:creationId xmlns:a16="http://schemas.microsoft.com/office/drawing/2014/main" id="{EAD06BCA-CEEA-4F7F-B675-C291A1D06242}"/>
              </a:ext>
            </a:extLst>
          </p:cNvPr>
          <p:cNvSpPr>
            <a:spLocks xmlns:a="http://schemas.openxmlformats.org/drawingml/2006/main" noGrp="1"/>
          </p:cNvSpPr>
          <p:nvPr/>
        </p:nvSpPr>
        <p:spPr>
          <a:xfrm xmlns:a="http://schemas.openxmlformats.org/drawingml/2006/main">
            <a:off x="4305300" y="2781300"/>
            <a:ext cx="3333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0" i="0">
                <a:solidFill>
                  <a:srgbClr val="FFFFFF">
                    <a:alpha val="78000"/>
                  </a:srgbClr>
                </a:solidFill>
                <a:latin typeface="Avenir Next"/>
                <a:ea typeface="Avenir Next"/>
                <a:cs typeface="Avenir Next"/>
              </a:defRPr>
            </a:pPr>
            <a:r>
              <a:rPr sz="1200" b="0" i="0">
                <a:solidFill>
                  <a:srgbClr val="FFFFFF">
                    <a:alpha val="78000"/>
                  </a:srgbClr>
                </a:solidFill>
                <a:latin typeface="Avenir Next"/>
                <a:ea typeface="Avenir Next"/>
                <a:cs typeface="Avenir Next"/>
              </a:rPr>
              <a:t>Archivo real + ES TRADICIÓN</a:t>
            </a:r>
          </a:p>
        </p:txBody>
      </p:sp>
      <p:sp>
        <p:nvSpPr>
          <p:cNvPr id="19" name="">
            <a:extLst xmlns:a="http://schemas.openxmlformats.org/drawingml/2006/main">
              <a:ext uri="{FF2B5EF4-FFF2-40B4-BE49-F238E27FC236}">
                <a16:creationId xmlns:a16="http://schemas.microsoft.com/office/drawing/2014/main" id="{4CC08BA6-7506-48A1-9FB7-571F3BC351FF}"/>
              </a:ext>
            </a:extLst>
          </p:cNvPr>
          <p:cNvSpPr>
            <a:spLocks xmlns:a="http://schemas.openxmlformats.org/drawingml/2006/main" noGrp="1"/>
          </p:cNvSpPr>
          <p:nvPr/>
        </p:nvSpPr>
        <p:spPr>
          <a:xfrm xmlns:a="http://schemas.openxmlformats.org/drawingml/2006/main">
            <a:off x="7905750" y="2781300"/>
            <a:ext cx="3333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FFFFFF"/>
                </a:solidFill>
                <a:latin typeface="Avenir Next"/>
                <a:ea typeface="Avenir Next"/>
                <a:cs typeface="Avenir Next"/>
              </a:defRPr>
            </a:pPr>
            <a:r>
              <a:rPr sz="1200" b="1" i="0">
                <a:solidFill>
                  <a:srgbClr val="FFFFFF"/>
                </a:solidFill>
                <a:latin typeface="Avenir Next"/>
                <a:ea typeface="Avenir Next"/>
                <a:cs typeface="Avenir Next"/>
              </a:rPr>
              <a:t>Me detengo y recuerdo</a:t>
            </a:r>
          </a:p>
        </p:txBody>
      </p:sp>
      <p:sp>
        <p:nvSpPr>
          <p:cNvPr id="20" name="">
            <a:extLst xmlns:a="http://schemas.openxmlformats.org/drawingml/2006/main">
              <a:ext uri="{FF2B5EF4-FFF2-40B4-BE49-F238E27FC236}">
                <a16:creationId xmlns:a16="http://schemas.microsoft.com/office/drawing/2014/main" id="{7CA883F0-30BB-4986-AF5C-E8B77C6B4005}"/>
              </a:ext>
            </a:extLst>
          </p:cNvPr>
          <p:cNvSpPr>
            <a:spLocks xmlns:a="http://schemas.openxmlformats.org/drawingml/2006/main" noGrp="1"/>
          </p:cNvSpPr>
          <p:nvPr/>
        </p:nvSpPr>
        <p:spPr>
          <a:xfrm xmlns:a="http://schemas.openxmlformats.org/drawingml/2006/main">
            <a:off x="609600" y="3238500"/>
            <a:ext cx="10629900" cy="19050"/>
          </a:xfrm>
          <a:prstGeom xmlns:a="http://schemas.openxmlformats.org/drawingml/2006/main" prst="rect">
            <a:avLst/>
          </a:prstGeom>
          <a:solidFill xmlns:a="http://schemas.openxmlformats.org/drawingml/2006/main">
            <a:srgbClr val="FFFFFF">
              <a:alpha val="12000"/>
            </a:srgbClr>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15E8C52E-9570-446D-B62B-B08387C5788F}"/>
              </a:ext>
            </a:extLst>
          </p:cNvPr>
          <p:cNvSpPr>
            <a:spLocks xmlns:a="http://schemas.openxmlformats.org/drawingml/2006/main" noGrp="1"/>
          </p:cNvSpPr>
          <p:nvPr/>
        </p:nvSpPr>
        <p:spPr>
          <a:xfrm xmlns:a="http://schemas.openxmlformats.org/drawingml/2006/main">
            <a:off x="609600" y="344805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FF6A1A"/>
                </a:solidFill>
                <a:latin typeface="Avenir Next"/>
                <a:ea typeface="Avenir Next"/>
                <a:cs typeface="Avenir Next"/>
              </a:defRPr>
            </a:pPr>
            <a:r>
              <a:rPr sz="1200" b="1" i="0">
                <a:solidFill>
                  <a:srgbClr val="FF6A1A"/>
                </a:solidFill>
                <a:latin typeface="Avenir Next"/>
                <a:ea typeface="Avenir Next"/>
                <a:cs typeface="Avenir Next"/>
              </a:rPr>
              <a:t>CONSIDERO</a:t>
            </a:r>
          </a:p>
        </p:txBody>
      </p:sp>
      <p:sp>
        <p:nvSpPr>
          <p:cNvPr id="22" name="">
            <a:extLst xmlns:a="http://schemas.openxmlformats.org/drawingml/2006/main">
              <a:ext uri="{FF2B5EF4-FFF2-40B4-BE49-F238E27FC236}">
                <a16:creationId xmlns:a16="http://schemas.microsoft.com/office/drawing/2014/main" id="{103D93B8-B19D-4685-AC9D-17016E39E66A}"/>
              </a:ext>
            </a:extLst>
          </p:cNvPr>
          <p:cNvSpPr>
            <a:spLocks xmlns:a="http://schemas.openxmlformats.org/drawingml/2006/main" noGrp="1"/>
          </p:cNvSpPr>
          <p:nvPr/>
        </p:nvSpPr>
        <p:spPr>
          <a:xfrm xmlns:a="http://schemas.openxmlformats.org/drawingml/2006/main">
            <a:off x="2628900" y="34480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75" b="1" i="0">
                <a:solidFill>
                  <a:srgbClr val="FFFFFF"/>
                </a:solidFill>
                <a:latin typeface="Avenir Next"/>
                <a:ea typeface="Avenir Next"/>
                <a:cs typeface="Avenir Next"/>
              </a:defRPr>
            </a:pPr>
            <a:r>
              <a:rPr sz="1275" b="1" i="0">
                <a:solidFill>
                  <a:srgbClr val="FFFFFF"/>
                </a:solidFill>
                <a:latin typeface="Avenir Next"/>
                <a:ea typeface="Avenir Next"/>
                <a:cs typeface="Avenir Next"/>
              </a:rPr>
              <a:t>Prueba</a:t>
            </a:r>
          </a:p>
        </p:txBody>
      </p:sp>
      <p:sp>
        <p:nvSpPr>
          <p:cNvPr id="23" name="">
            <a:extLst xmlns:a="http://schemas.openxmlformats.org/drawingml/2006/main">
              <a:ext uri="{FF2B5EF4-FFF2-40B4-BE49-F238E27FC236}">
                <a16:creationId xmlns:a16="http://schemas.microsoft.com/office/drawing/2014/main" id="{637A0FFE-7A4F-4CCD-B90C-E15E896C4723}"/>
              </a:ext>
            </a:extLst>
          </p:cNvPr>
          <p:cNvSpPr>
            <a:spLocks xmlns:a="http://schemas.openxmlformats.org/drawingml/2006/main" noGrp="1"/>
          </p:cNvSpPr>
          <p:nvPr/>
        </p:nvSpPr>
        <p:spPr>
          <a:xfrm xmlns:a="http://schemas.openxmlformats.org/drawingml/2006/main">
            <a:off x="4305300" y="3448050"/>
            <a:ext cx="3333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0" i="0">
                <a:solidFill>
                  <a:srgbClr val="FFFFFF">
                    <a:alpha val="78000"/>
                  </a:srgbClr>
                </a:solidFill>
                <a:latin typeface="Avenir Next"/>
                <a:ea typeface="Avenir Next"/>
                <a:cs typeface="Avenir Next"/>
              </a:defRPr>
            </a:pPr>
            <a:r>
              <a:rPr sz="1200" b="0" i="0">
                <a:solidFill>
                  <a:srgbClr val="FFFFFF">
                    <a:alpha val="78000"/>
                  </a:srgbClr>
                </a:solidFill>
                <a:latin typeface="Avenir Next"/>
                <a:ea typeface="Avenir Next"/>
                <a:cs typeface="Avenir Next"/>
              </a:rPr>
              <a:t>Cinco días + feria + música</a:t>
            </a:r>
          </a:p>
        </p:txBody>
      </p:sp>
      <p:sp>
        <p:nvSpPr>
          <p:cNvPr id="24" name="">
            <a:extLst xmlns:a="http://schemas.openxmlformats.org/drawingml/2006/main">
              <a:ext uri="{FF2B5EF4-FFF2-40B4-BE49-F238E27FC236}">
                <a16:creationId xmlns:a16="http://schemas.microsoft.com/office/drawing/2014/main" id="{30A15F3A-7AD3-4E8A-8A2B-7C3D3062BA0A}"/>
              </a:ext>
            </a:extLst>
          </p:cNvPr>
          <p:cNvSpPr>
            <a:spLocks xmlns:a="http://schemas.openxmlformats.org/drawingml/2006/main" noGrp="1"/>
          </p:cNvSpPr>
          <p:nvPr/>
        </p:nvSpPr>
        <p:spPr>
          <a:xfrm xmlns:a="http://schemas.openxmlformats.org/drawingml/2006/main">
            <a:off x="7905750" y="3448050"/>
            <a:ext cx="3333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FFFFFF"/>
                </a:solidFill>
                <a:latin typeface="Avenir Next"/>
                <a:ea typeface="Avenir Next"/>
                <a:cs typeface="Avenir Next"/>
              </a:defRPr>
            </a:pPr>
            <a:r>
              <a:rPr sz="1200" b="1" i="0">
                <a:solidFill>
                  <a:srgbClr val="FFFFFF"/>
                </a:solidFill>
                <a:latin typeface="Avenir Next"/>
                <a:ea typeface="Avenir Next"/>
                <a:cs typeface="Avenir Next"/>
              </a:rPr>
              <a:t>Encuentro un motivo propio</a:t>
            </a:r>
          </a:p>
        </p:txBody>
      </p:sp>
      <p:sp>
        <p:nvSpPr>
          <p:cNvPr id="25" name="">
            <a:extLst xmlns:a="http://schemas.openxmlformats.org/drawingml/2006/main">
              <a:ext uri="{FF2B5EF4-FFF2-40B4-BE49-F238E27FC236}">
                <a16:creationId xmlns:a16="http://schemas.microsoft.com/office/drawing/2014/main" id="{788F7D2A-8DAD-46F3-9B42-9594038BC509}"/>
              </a:ext>
            </a:extLst>
          </p:cNvPr>
          <p:cNvSpPr>
            <a:spLocks xmlns:a="http://schemas.openxmlformats.org/drawingml/2006/main" noGrp="1"/>
          </p:cNvSpPr>
          <p:nvPr/>
        </p:nvSpPr>
        <p:spPr>
          <a:xfrm xmlns:a="http://schemas.openxmlformats.org/drawingml/2006/main">
            <a:off x="609600" y="3905250"/>
            <a:ext cx="10629900" cy="19050"/>
          </a:xfrm>
          <a:prstGeom xmlns:a="http://schemas.openxmlformats.org/drawingml/2006/main" prst="rect">
            <a:avLst/>
          </a:prstGeom>
          <a:solidFill xmlns:a="http://schemas.openxmlformats.org/drawingml/2006/main">
            <a:srgbClr val="FFFFFF">
              <a:alpha val="12000"/>
            </a:srgbClr>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8395321A-B01F-473A-B2CE-8BE7FCE92D9F}"/>
              </a:ext>
            </a:extLst>
          </p:cNvPr>
          <p:cNvSpPr>
            <a:spLocks xmlns:a="http://schemas.openxmlformats.org/drawingml/2006/main" noGrp="1"/>
          </p:cNvSpPr>
          <p:nvPr/>
        </p:nvSpPr>
        <p:spPr>
          <a:xfrm xmlns:a="http://schemas.openxmlformats.org/drawingml/2006/main">
            <a:off x="609600" y="411480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00AFA0"/>
                </a:solidFill>
                <a:latin typeface="Avenir Next"/>
                <a:ea typeface="Avenir Next"/>
                <a:cs typeface="Avenir Next"/>
              </a:defRPr>
            </a:pPr>
            <a:r>
              <a:rPr sz="1200" b="1" i="0">
                <a:solidFill>
                  <a:srgbClr val="00AFA0"/>
                </a:solidFill>
                <a:latin typeface="Avenir Next"/>
                <a:ea typeface="Avenir Next"/>
                <a:cs typeface="Avenir Next"/>
              </a:rPr>
              <a:t>ELIJO</a:t>
            </a:r>
          </a:p>
        </p:txBody>
      </p:sp>
      <p:sp>
        <p:nvSpPr>
          <p:cNvPr id="27" name="">
            <a:extLst xmlns:a="http://schemas.openxmlformats.org/drawingml/2006/main">
              <a:ext uri="{FF2B5EF4-FFF2-40B4-BE49-F238E27FC236}">
                <a16:creationId xmlns:a16="http://schemas.microsoft.com/office/drawing/2014/main" id="{BD33C7A3-909F-4E23-A9B2-0962A6C9CC82}"/>
              </a:ext>
            </a:extLst>
          </p:cNvPr>
          <p:cNvSpPr>
            <a:spLocks xmlns:a="http://schemas.openxmlformats.org/drawingml/2006/main" noGrp="1"/>
          </p:cNvSpPr>
          <p:nvPr/>
        </p:nvSpPr>
        <p:spPr>
          <a:xfrm xmlns:a="http://schemas.openxmlformats.org/drawingml/2006/main">
            <a:off x="2628900" y="41148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75" b="1" i="0">
                <a:solidFill>
                  <a:srgbClr val="FFFFFF"/>
                </a:solidFill>
                <a:latin typeface="Avenir Next"/>
                <a:ea typeface="Avenir Next"/>
                <a:cs typeface="Avenir Next"/>
              </a:defRPr>
            </a:pPr>
            <a:r>
              <a:rPr sz="1275" b="1" i="0">
                <a:solidFill>
                  <a:srgbClr val="FFFFFF"/>
                </a:solidFill>
                <a:latin typeface="Avenir Next"/>
                <a:ea typeface="Avenir Next"/>
                <a:cs typeface="Avenir Next"/>
              </a:rPr>
              <a:t>Claridad</a:t>
            </a:r>
          </a:p>
        </p:txBody>
      </p:sp>
      <p:sp>
        <p:nvSpPr>
          <p:cNvPr id="28" name="">
            <a:extLst xmlns:a="http://schemas.openxmlformats.org/drawingml/2006/main">
              <a:ext uri="{FF2B5EF4-FFF2-40B4-BE49-F238E27FC236}">
                <a16:creationId xmlns:a16="http://schemas.microsoft.com/office/drawing/2014/main" id="{EB6B9714-8152-49F6-BDA5-E675891D25B8}"/>
              </a:ext>
            </a:extLst>
          </p:cNvPr>
          <p:cNvSpPr>
            <a:spLocks xmlns:a="http://schemas.openxmlformats.org/drawingml/2006/main" noGrp="1"/>
          </p:cNvSpPr>
          <p:nvPr/>
        </p:nvSpPr>
        <p:spPr>
          <a:xfrm xmlns:a="http://schemas.openxmlformats.org/drawingml/2006/main">
            <a:off x="4305300" y="4114800"/>
            <a:ext cx="3333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0" i="0">
                <a:solidFill>
                  <a:srgbClr val="FFFFFF">
                    <a:alpha val="78000"/>
                  </a:srgbClr>
                </a:solidFill>
                <a:latin typeface="Avenir Next"/>
                <a:ea typeface="Avenir Next"/>
                <a:cs typeface="Avenir Next"/>
              </a:defRPr>
            </a:pPr>
            <a:r>
              <a:rPr sz="1200" b="0" i="0">
                <a:solidFill>
                  <a:srgbClr val="FFFFFF">
                    <a:alpha val="78000"/>
                  </a:srgbClr>
                </a:solidFill>
                <a:latin typeface="Avenir Next"/>
                <a:ea typeface="Avenir Next"/>
                <a:cs typeface="Avenir Next"/>
              </a:rPr>
              <a:t>Día, precio, inclusión, agenda</a:t>
            </a:r>
          </a:p>
        </p:txBody>
      </p:sp>
      <p:sp>
        <p:nvSpPr>
          <p:cNvPr id="29" name="">
            <a:extLst xmlns:a="http://schemas.openxmlformats.org/drawingml/2006/main">
              <a:ext uri="{FF2B5EF4-FFF2-40B4-BE49-F238E27FC236}">
                <a16:creationId xmlns:a16="http://schemas.microsoft.com/office/drawing/2014/main" id="{C9050D44-A3A4-4980-B975-46D7C0DBC250}"/>
              </a:ext>
            </a:extLst>
          </p:cNvPr>
          <p:cNvSpPr>
            <a:spLocks xmlns:a="http://schemas.openxmlformats.org/drawingml/2006/main" noGrp="1"/>
          </p:cNvSpPr>
          <p:nvPr/>
        </p:nvSpPr>
        <p:spPr>
          <a:xfrm xmlns:a="http://schemas.openxmlformats.org/drawingml/2006/main">
            <a:off x="7905750" y="4114800"/>
            <a:ext cx="3333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FFFFFF"/>
                </a:solidFill>
                <a:latin typeface="Avenir Next"/>
                <a:ea typeface="Avenir Next"/>
                <a:cs typeface="Avenir Next"/>
              </a:defRPr>
            </a:pPr>
            <a:r>
              <a:rPr sz="1200" b="1" i="0">
                <a:solidFill>
                  <a:srgbClr val="FFFFFF"/>
                </a:solidFill>
                <a:latin typeface="Avenir Next"/>
                <a:ea typeface="Avenir Next"/>
                <a:cs typeface="Avenir Next"/>
              </a:rPr>
              <a:t>Puedo decidir sin adivinar</a:t>
            </a:r>
          </a:p>
        </p:txBody>
      </p:sp>
      <p:sp>
        <p:nvSpPr>
          <p:cNvPr id="30" name="">
            <a:extLst xmlns:a="http://schemas.openxmlformats.org/drawingml/2006/main">
              <a:ext uri="{FF2B5EF4-FFF2-40B4-BE49-F238E27FC236}">
                <a16:creationId xmlns:a16="http://schemas.microsoft.com/office/drawing/2014/main" id="{0A32E913-0719-4129-B425-EA9E10402DBD}"/>
              </a:ext>
            </a:extLst>
          </p:cNvPr>
          <p:cNvSpPr>
            <a:spLocks xmlns:a="http://schemas.openxmlformats.org/drawingml/2006/main" noGrp="1"/>
          </p:cNvSpPr>
          <p:nvPr/>
        </p:nvSpPr>
        <p:spPr>
          <a:xfrm xmlns:a="http://schemas.openxmlformats.org/drawingml/2006/main">
            <a:off x="609600" y="4572000"/>
            <a:ext cx="10629900" cy="19050"/>
          </a:xfrm>
          <a:prstGeom xmlns:a="http://schemas.openxmlformats.org/drawingml/2006/main" prst="rect">
            <a:avLst/>
          </a:prstGeom>
          <a:solidFill xmlns:a="http://schemas.openxmlformats.org/drawingml/2006/main">
            <a:srgbClr val="FFFFFF">
              <a:alpha val="12000"/>
            </a:srgbClr>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65BF1F46-39DC-4300-BCA9-15CE238621EB}"/>
              </a:ext>
            </a:extLst>
          </p:cNvPr>
          <p:cNvSpPr>
            <a:spLocks xmlns:a="http://schemas.openxmlformats.org/drawingml/2006/main" noGrp="1"/>
          </p:cNvSpPr>
          <p:nvPr/>
        </p:nvSpPr>
        <p:spPr>
          <a:xfrm xmlns:a="http://schemas.openxmlformats.org/drawingml/2006/main">
            <a:off x="609600" y="478155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315BFF"/>
                </a:solidFill>
                <a:latin typeface="Avenir Next"/>
                <a:ea typeface="Avenir Next"/>
                <a:cs typeface="Avenir Next"/>
              </a:defRPr>
            </a:pPr>
            <a:r>
              <a:rPr sz="1200" b="1" i="0">
                <a:solidFill>
                  <a:srgbClr val="315BFF"/>
                </a:solidFill>
                <a:latin typeface="Avenir Next"/>
                <a:ea typeface="Avenir Next"/>
                <a:cs typeface="Avenir Next"/>
              </a:rPr>
              <a:t>LLEGO</a:t>
            </a:r>
          </a:p>
        </p:txBody>
      </p:sp>
      <p:sp>
        <p:nvSpPr>
          <p:cNvPr id="32" name="">
            <a:extLst xmlns:a="http://schemas.openxmlformats.org/drawingml/2006/main">
              <a:ext uri="{FF2B5EF4-FFF2-40B4-BE49-F238E27FC236}">
                <a16:creationId xmlns:a16="http://schemas.microsoft.com/office/drawing/2014/main" id="{29235464-969B-4455-B122-22C95610A766}"/>
              </a:ext>
            </a:extLst>
          </p:cNvPr>
          <p:cNvSpPr>
            <a:spLocks xmlns:a="http://schemas.openxmlformats.org/drawingml/2006/main" noGrp="1"/>
          </p:cNvSpPr>
          <p:nvPr/>
        </p:nvSpPr>
        <p:spPr>
          <a:xfrm xmlns:a="http://schemas.openxmlformats.org/drawingml/2006/main">
            <a:off x="2628900" y="47815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75" b="1" i="0">
                <a:solidFill>
                  <a:srgbClr val="FFFFFF"/>
                </a:solidFill>
                <a:latin typeface="Avenir Next"/>
                <a:ea typeface="Avenir Next"/>
                <a:cs typeface="Avenir Next"/>
              </a:defRPr>
            </a:pPr>
            <a:r>
              <a:rPr sz="1275" b="1" i="0">
                <a:solidFill>
                  <a:srgbClr val="FFFFFF"/>
                </a:solidFill>
                <a:latin typeface="Avenir Next"/>
                <a:ea typeface="Avenir Next"/>
                <a:cs typeface="Avenir Next"/>
              </a:rPr>
              <a:t>Servicio</a:t>
            </a:r>
          </a:p>
        </p:txBody>
      </p:sp>
      <p:sp>
        <p:nvSpPr>
          <p:cNvPr id="33" name="">
            <a:extLst xmlns:a="http://schemas.openxmlformats.org/drawingml/2006/main">
              <a:ext uri="{FF2B5EF4-FFF2-40B4-BE49-F238E27FC236}">
                <a16:creationId xmlns:a16="http://schemas.microsoft.com/office/drawing/2014/main" id="{A8281D29-6BF6-47DF-BDC1-C2F4CE4E0D7B}"/>
              </a:ext>
            </a:extLst>
          </p:cNvPr>
          <p:cNvSpPr>
            <a:spLocks xmlns:a="http://schemas.openxmlformats.org/drawingml/2006/main" noGrp="1"/>
          </p:cNvSpPr>
          <p:nvPr/>
        </p:nvSpPr>
        <p:spPr>
          <a:xfrm xmlns:a="http://schemas.openxmlformats.org/drawingml/2006/main">
            <a:off x="4305300" y="4781550"/>
            <a:ext cx="3333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0" i="0">
                <a:solidFill>
                  <a:srgbClr val="FFFFFF">
                    <a:alpha val="78000"/>
                  </a:srgbClr>
                </a:solidFill>
                <a:latin typeface="Avenir Next"/>
                <a:ea typeface="Avenir Next"/>
                <a:cs typeface="Avenir Next"/>
              </a:defRPr>
            </a:pPr>
            <a:r>
              <a:rPr sz="1200" b="0" i="0">
                <a:solidFill>
                  <a:srgbClr val="FFFFFF">
                    <a:alpha val="78000"/>
                  </a:srgbClr>
                </a:solidFill>
                <a:latin typeface="Avenir Next"/>
                <a:ea typeface="Avenir Next"/>
                <a:cs typeface="Avenir Next"/>
              </a:rPr>
              <a:t>Mapa, parqueaderos, QR y FAQ</a:t>
            </a:r>
          </a:p>
        </p:txBody>
      </p:sp>
      <p:sp>
        <p:nvSpPr>
          <p:cNvPr id="34" name="">
            <a:extLst xmlns:a="http://schemas.openxmlformats.org/drawingml/2006/main">
              <a:ext uri="{FF2B5EF4-FFF2-40B4-BE49-F238E27FC236}">
                <a16:creationId xmlns:a16="http://schemas.microsoft.com/office/drawing/2014/main" id="{4B773AB6-77FB-417C-A1AC-E2B91F5F03E4}"/>
              </a:ext>
            </a:extLst>
          </p:cNvPr>
          <p:cNvSpPr>
            <a:spLocks xmlns:a="http://schemas.openxmlformats.org/drawingml/2006/main" noGrp="1"/>
          </p:cNvSpPr>
          <p:nvPr/>
        </p:nvSpPr>
        <p:spPr>
          <a:xfrm xmlns:a="http://schemas.openxmlformats.org/drawingml/2006/main">
            <a:off x="7905750" y="4781550"/>
            <a:ext cx="3333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FFFFFF"/>
                </a:solidFill>
                <a:latin typeface="Avenir Next"/>
                <a:ea typeface="Avenir Next"/>
                <a:cs typeface="Avenir Next"/>
              </a:defRPr>
            </a:pPr>
            <a:r>
              <a:rPr sz="1200" b="1" i="0">
                <a:solidFill>
                  <a:srgbClr val="FFFFFF"/>
                </a:solidFill>
                <a:latin typeface="Avenir Next"/>
                <a:ea typeface="Avenir Next"/>
                <a:cs typeface="Avenir Next"/>
              </a:rPr>
              <a:t>Sé cómo entrar y moverme</a:t>
            </a:r>
          </a:p>
        </p:txBody>
      </p:sp>
      <p:sp>
        <p:nvSpPr>
          <p:cNvPr id="35" name="">
            <a:extLst xmlns:a="http://schemas.openxmlformats.org/drawingml/2006/main">
              <a:ext uri="{FF2B5EF4-FFF2-40B4-BE49-F238E27FC236}">
                <a16:creationId xmlns:a16="http://schemas.microsoft.com/office/drawing/2014/main" id="{82C01455-396C-4E5E-AE6E-49A793ACCE71}"/>
              </a:ext>
            </a:extLst>
          </p:cNvPr>
          <p:cNvSpPr>
            <a:spLocks xmlns:a="http://schemas.openxmlformats.org/drawingml/2006/main" noGrp="1"/>
          </p:cNvSpPr>
          <p:nvPr/>
        </p:nvSpPr>
        <p:spPr>
          <a:xfrm xmlns:a="http://schemas.openxmlformats.org/drawingml/2006/main">
            <a:off x="609600" y="5238750"/>
            <a:ext cx="10629900" cy="19050"/>
          </a:xfrm>
          <a:prstGeom xmlns:a="http://schemas.openxmlformats.org/drawingml/2006/main" prst="rect">
            <a:avLst/>
          </a:prstGeom>
          <a:solidFill xmlns:a="http://schemas.openxmlformats.org/drawingml/2006/main">
            <a:srgbClr val="FFFFFF">
              <a:alpha val="12000"/>
            </a:srgbClr>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51E43565-BCDA-41AC-975C-24E81C3D5A3B}"/>
              </a:ext>
            </a:extLst>
          </p:cNvPr>
          <p:cNvSpPr>
            <a:spLocks xmlns:a="http://schemas.openxmlformats.org/drawingml/2006/main" noGrp="1"/>
          </p:cNvSpPr>
          <p:nvPr/>
        </p:nvSpPr>
        <p:spPr>
          <a:xfrm xmlns:a="http://schemas.openxmlformats.org/drawingml/2006/main">
            <a:off x="609600" y="544830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FFC928"/>
                </a:solidFill>
                <a:latin typeface="Avenir Next"/>
                <a:ea typeface="Avenir Next"/>
                <a:cs typeface="Avenir Next"/>
              </a:defRPr>
            </a:pPr>
            <a:r>
              <a:rPr sz="1200" b="1" i="0">
                <a:solidFill>
                  <a:srgbClr val="FFC928"/>
                </a:solidFill>
                <a:latin typeface="Avenir Next"/>
                <a:ea typeface="Avenir Next"/>
                <a:cs typeface="Avenir Next"/>
              </a:rPr>
              <a:t>VIVO Y VUELVO</a:t>
            </a:r>
          </a:p>
        </p:txBody>
      </p:sp>
      <p:sp>
        <p:nvSpPr>
          <p:cNvPr id="37" name="">
            <a:extLst xmlns:a="http://schemas.openxmlformats.org/drawingml/2006/main">
              <a:ext uri="{FF2B5EF4-FFF2-40B4-BE49-F238E27FC236}">
                <a16:creationId xmlns:a16="http://schemas.microsoft.com/office/drawing/2014/main" id="{78E68603-C3A7-4B0C-AF0A-BF7B6B0C90CA}"/>
              </a:ext>
            </a:extLst>
          </p:cNvPr>
          <p:cNvSpPr>
            <a:spLocks xmlns:a="http://schemas.openxmlformats.org/drawingml/2006/main" noGrp="1"/>
          </p:cNvSpPr>
          <p:nvPr/>
        </p:nvSpPr>
        <p:spPr>
          <a:xfrm xmlns:a="http://schemas.openxmlformats.org/drawingml/2006/main">
            <a:off x="2628900" y="54483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75" b="1" i="0">
                <a:solidFill>
                  <a:srgbClr val="FFFFFF"/>
                </a:solidFill>
                <a:latin typeface="Avenir Next"/>
                <a:ea typeface="Avenir Next"/>
                <a:cs typeface="Avenir Next"/>
              </a:defRPr>
            </a:pPr>
            <a:r>
              <a:rPr sz="1275" b="1" i="0">
                <a:solidFill>
                  <a:srgbClr val="FFFFFF"/>
                </a:solidFill>
                <a:latin typeface="Avenir Next"/>
                <a:ea typeface="Avenir Next"/>
                <a:cs typeface="Avenir Next"/>
              </a:rPr>
              <a:t>Experiencia</a:t>
            </a:r>
          </a:p>
        </p:txBody>
      </p:sp>
      <p:sp>
        <p:nvSpPr>
          <p:cNvPr id="38" name="">
            <a:extLst xmlns:a="http://schemas.openxmlformats.org/drawingml/2006/main">
              <a:ext uri="{FF2B5EF4-FFF2-40B4-BE49-F238E27FC236}">
                <a16:creationId xmlns:a16="http://schemas.microsoft.com/office/drawing/2014/main" id="{736B76BC-3F26-4AA9-AAD1-B900D4D38A90}"/>
              </a:ext>
            </a:extLst>
          </p:cNvPr>
          <p:cNvSpPr>
            <a:spLocks xmlns:a="http://schemas.openxmlformats.org/drawingml/2006/main" noGrp="1"/>
          </p:cNvSpPr>
          <p:nvPr/>
        </p:nvSpPr>
        <p:spPr>
          <a:xfrm xmlns:a="http://schemas.openxmlformats.org/drawingml/2006/main">
            <a:off x="4305300" y="5448300"/>
            <a:ext cx="3333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0" i="0">
                <a:solidFill>
                  <a:srgbClr val="FFFFFF">
                    <a:alpha val="78000"/>
                  </a:srgbClr>
                </a:solidFill>
                <a:latin typeface="Avenir Next"/>
                <a:ea typeface="Avenir Next"/>
                <a:cs typeface="Avenir Next"/>
              </a:defRPr>
            </a:pPr>
            <a:r>
              <a:rPr sz="1200" b="0" i="0">
                <a:solidFill>
                  <a:srgbClr val="FFFFFF">
                    <a:alpha val="78000"/>
                  </a:srgbClr>
                </a:solidFill>
                <a:latin typeface="Avenir Next"/>
                <a:ea typeface="Avenir Next"/>
                <a:cs typeface="Avenir Next"/>
              </a:rPr>
              <a:t>Rutas, rituales, retorno y cobertura</a:t>
            </a:r>
          </a:p>
        </p:txBody>
      </p:sp>
      <p:sp>
        <p:nvSpPr>
          <p:cNvPr id="39" name="">
            <a:extLst xmlns:a="http://schemas.openxmlformats.org/drawingml/2006/main">
              <a:ext uri="{FF2B5EF4-FFF2-40B4-BE49-F238E27FC236}">
                <a16:creationId xmlns:a16="http://schemas.microsoft.com/office/drawing/2014/main" id="{BBC4748A-32DA-4800-B454-CCA19C71169E}"/>
              </a:ext>
            </a:extLst>
          </p:cNvPr>
          <p:cNvSpPr>
            <a:spLocks xmlns:a="http://schemas.openxmlformats.org/drawingml/2006/main" noGrp="1"/>
          </p:cNvSpPr>
          <p:nvPr/>
        </p:nvSpPr>
        <p:spPr>
          <a:xfrm xmlns:a="http://schemas.openxmlformats.org/drawingml/2006/main">
            <a:off x="7905750" y="5448300"/>
            <a:ext cx="3333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FFFFFF"/>
                </a:solidFill>
                <a:latin typeface="Avenir Next"/>
                <a:ea typeface="Avenir Next"/>
                <a:cs typeface="Avenir Next"/>
              </a:defRPr>
            </a:pPr>
            <a:r>
              <a:rPr sz="1200" b="1" i="0">
                <a:solidFill>
                  <a:srgbClr val="FFFFFF"/>
                </a:solidFill>
                <a:latin typeface="Avenir Next"/>
                <a:ea typeface="Avenir Next"/>
                <a:cs typeface="Avenir Next"/>
              </a:rPr>
              <a:t>Quiero regresar y compartir</a:t>
            </a:r>
          </a:p>
        </p:txBody>
      </p:sp>
      <p:sp>
        <p:nvSpPr>
          <p:cNvPr id="40" name="">
            <a:extLst xmlns:a="http://schemas.openxmlformats.org/drawingml/2006/main">
              <a:ext uri="{FF2B5EF4-FFF2-40B4-BE49-F238E27FC236}">
                <a16:creationId xmlns:a16="http://schemas.microsoft.com/office/drawing/2014/main" id="{989F6387-B455-49E5-A4A8-DF04DEDB1C35}"/>
              </a:ext>
            </a:extLst>
          </p:cNvPr>
          <p:cNvSpPr>
            <a:spLocks xmlns:a="http://schemas.openxmlformats.org/drawingml/2006/main" noGrp="1"/>
          </p:cNvSpPr>
          <p:nvPr/>
        </p:nvSpPr>
        <p:spPr>
          <a:xfrm xmlns:a="http://schemas.openxmlformats.org/drawingml/2006/main">
            <a:off x="609600" y="5905500"/>
            <a:ext cx="10629900" cy="19050"/>
          </a:xfrm>
          <a:prstGeom xmlns:a="http://schemas.openxmlformats.org/drawingml/2006/main" prst="rect">
            <a:avLst/>
          </a:prstGeom>
          <a:solidFill xmlns:a="http://schemas.openxmlformats.org/drawingml/2006/main">
            <a:srgbClr val="FFFFFF">
              <a:alpha val="12000"/>
            </a:srgbClr>
          </a:solidFill>
          <a:ln xmlns:a="http://schemas.openxmlformats.org/drawingml/2006/main" w="0">
            <a:noFill/>
            <a:prstDash val="solid"/>
          </a:ln>
        </p:spPr>
      </p:sp>
    </p:spTree>
    <p:extLst>
      <p:ext uri="{BB962C8B-B14F-4D97-AF65-F5344CB8AC3E}">
        <p14:creationId xmlns:p14="http://schemas.microsoft.com/office/powerpoint/2010/main" val="1401532388"/>
      </p:ext>
    </p:extLst>
  </p:cSld>
</p:sld>
</file>

<file path=ppt/slides/slide11.xml><?xml version="1.0" encoding="utf-8"?>
<p:sld xmlns:p="http://schemas.openxmlformats.org/presentationml/2006/main">
  <p:cSld>
    <p:bg>
      <p:bgPr>
        <a:solidFill xmlns:a="http://schemas.openxmlformats.org/drawingml/2006/main">
          <a:srgbClr val="FFF7EA"/>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A28B12FF-06E4-4CAC-91EA-F107BB9F1295}"/>
              </a:ext>
            </a:extLst>
          </p:cNvPr>
          <p:cNvSpPr>
            <a:spLocks xmlns:a="http://schemas.openxmlformats.org/drawingml/2006/main" noGrp="1"/>
          </p:cNvSpPr>
          <p:nvPr/>
        </p:nvSpPr>
        <p:spPr>
          <a:xfrm xmlns:a="http://schemas.openxmlformats.org/drawingml/2006/main">
            <a:off x="0" y="0"/>
            <a:ext cx="2438400" cy="66675"/>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96FE815-BFA5-407C-81C6-52994490E892}"/>
              </a:ext>
            </a:extLst>
          </p:cNvPr>
          <p:cNvSpPr>
            <a:spLocks xmlns:a="http://schemas.openxmlformats.org/drawingml/2006/main" noGrp="1"/>
          </p:cNvSpPr>
          <p:nvPr/>
        </p:nvSpPr>
        <p:spPr>
          <a:xfrm xmlns:a="http://schemas.openxmlformats.org/drawingml/2006/main">
            <a:off x="2438400" y="0"/>
            <a:ext cx="2438400" cy="66675"/>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A088F68-FE4B-489B-BFBF-54BE22F0814E}"/>
              </a:ext>
            </a:extLst>
          </p:cNvPr>
          <p:cNvSpPr>
            <a:spLocks xmlns:a="http://schemas.openxmlformats.org/drawingml/2006/main" noGrp="1"/>
          </p:cNvSpPr>
          <p:nvPr/>
        </p:nvSpPr>
        <p:spPr>
          <a:xfrm xmlns:a="http://schemas.openxmlformats.org/drawingml/2006/main">
            <a:off x="4876800" y="0"/>
            <a:ext cx="2438400" cy="66675"/>
          </a:xfrm>
          <a:prstGeom xmlns:a="http://schemas.openxmlformats.org/drawingml/2006/main" prst="rect">
            <a:avLst/>
          </a:prstGeom>
          <a:solidFill xmlns:a="http://schemas.openxmlformats.org/drawingml/2006/main">
            <a:srgbClr val="FFC92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C70282F-A7B6-493B-91A6-0E50F2DB5AB5}"/>
              </a:ext>
            </a:extLst>
          </p:cNvPr>
          <p:cNvSpPr>
            <a:spLocks xmlns:a="http://schemas.openxmlformats.org/drawingml/2006/main" noGrp="1"/>
          </p:cNvSpPr>
          <p:nvPr/>
        </p:nvSpPr>
        <p:spPr>
          <a:xfrm xmlns:a="http://schemas.openxmlformats.org/drawingml/2006/main">
            <a:off x="7315200" y="0"/>
            <a:ext cx="2438400" cy="66675"/>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F1CDEA2A-BA7E-42B1-A525-DC271F0FF4D4}"/>
              </a:ext>
            </a:extLst>
          </p:cNvPr>
          <p:cNvSpPr>
            <a:spLocks xmlns:a="http://schemas.openxmlformats.org/drawingml/2006/main" noGrp="1"/>
          </p:cNvSpPr>
          <p:nvPr/>
        </p:nvSpPr>
        <p:spPr>
          <a:xfrm xmlns:a="http://schemas.openxmlformats.org/drawingml/2006/main">
            <a:off x="9753600" y="0"/>
            <a:ext cx="2438400" cy="66675"/>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E5365347-F9F9-45E4-AF85-EACAAD9A03B3}"/>
              </a:ext>
            </a:extLst>
          </p:cNvPr>
          <p:cNvSpPr>
            <a:spLocks xmlns:a="http://schemas.openxmlformats.org/drawingml/2006/main" noGrp="1"/>
          </p:cNvSpPr>
          <p:nvPr/>
        </p:nvSpPr>
        <p:spPr>
          <a:xfrm xmlns:a="http://schemas.openxmlformats.org/drawingml/2006/main">
            <a:off x="609600" y="26670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E72D78"/>
                </a:solidFill>
                <a:latin typeface="Avenir Next"/>
                <a:ea typeface="Avenir Next"/>
                <a:cs typeface="Avenir Next"/>
              </a:defRPr>
            </a:pPr>
            <a:r>
              <a:rPr sz="825" b="1" i="0">
                <a:solidFill>
                  <a:srgbClr val="E72D78"/>
                </a:solidFill>
                <a:latin typeface="Avenir Next"/>
                <a:ea typeface="Avenir Next"/>
                <a:cs typeface="Avenir Next"/>
              </a:rPr>
              <a:t>PRODUCTO DE EXPERIENCIA</a:t>
            </a:r>
          </a:p>
        </p:txBody>
      </p:sp>
      <p:sp>
        <p:nvSpPr>
          <p:cNvPr id="7" name="">
            <a:extLst xmlns:a="http://schemas.openxmlformats.org/drawingml/2006/main">
              <a:ext uri="{FF2B5EF4-FFF2-40B4-BE49-F238E27FC236}">
                <a16:creationId xmlns:a16="http://schemas.microsoft.com/office/drawing/2014/main" id="{252F2FE0-8894-408A-8D36-4EAE77111A50}"/>
              </a:ext>
            </a:extLst>
          </p:cNvPr>
          <p:cNvSpPr>
            <a:spLocks xmlns:a="http://schemas.openxmlformats.org/drawingml/2006/main" noGrp="1"/>
          </p:cNvSpPr>
          <p:nvPr/>
        </p:nvSpPr>
        <p:spPr>
          <a:xfrm xmlns:a="http://schemas.openxmlformats.org/drawingml/2006/main">
            <a:off x="609600" y="6534150"/>
            <a:ext cx="4762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675" b="1" i="0">
                <a:solidFill>
                  <a:srgbClr val="25112C">
                    <a:alpha val="55000"/>
                  </a:srgbClr>
                </a:solidFill>
                <a:latin typeface="Avenir Next"/>
                <a:ea typeface="Avenir Next"/>
                <a:cs typeface="Avenir Next"/>
              </a:defRPr>
            </a:pPr>
            <a:r>
              <a:rPr sz="675" b="1" i="0">
                <a:solidFill>
                  <a:srgbClr val="25112C">
                    <a:alpha val="55000"/>
                  </a:srgbClr>
                </a:solidFill>
                <a:latin typeface="Avenir Next"/>
                <a:ea typeface="Avenir Next"/>
                <a:cs typeface="Avenir Next"/>
              </a:rPr>
              <a:t>DOCUMENTO INTERNO · PROPUESTA EN REVISIÓN</a:t>
            </a:r>
          </a:p>
        </p:txBody>
      </p:sp>
      <p:sp>
        <p:nvSpPr>
          <p:cNvPr id="8" name="">
            <a:extLst xmlns:a="http://schemas.openxmlformats.org/drawingml/2006/main">
              <a:ext uri="{FF2B5EF4-FFF2-40B4-BE49-F238E27FC236}">
                <a16:creationId xmlns:a16="http://schemas.microsoft.com/office/drawing/2014/main" id="{79D2932A-766E-4425-9232-DBFF54D71B3E}"/>
              </a:ext>
            </a:extLst>
          </p:cNvPr>
          <p:cNvSpPr>
            <a:spLocks xmlns:a="http://schemas.openxmlformats.org/drawingml/2006/main" noGrp="1"/>
          </p:cNvSpPr>
          <p:nvPr/>
        </p:nvSpPr>
        <p:spPr>
          <a:xfrm xmlns:a="http://schemas.openxmlformats.org/drawingml/2006/main">
            <a:off x="11239500" y="6505575"/>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750" b="1" i="0">
                <a:solidFill>
                  <a:srgbClr val="25112C">
                    <a:alpha val="55000"/>
                  </a:srgbClr>
                </a:solidFill>
                <a:latin typeface="Avenir Next"/>
                <a:ea typeface="Avenir Next"/>
                <a:cs typeface="Avenir Next"/>
              </a:defRPr>
            </a:pPr>
            <a:r>
              <a:rPr sz="750" b="1" i="0">
                <a:solidFill>
                  <a:srgbClr val="25112C">
                    <a:alpha val="55000"/>
                  </a:srgbClr>
                </a:solidFill>
                <a:latin typeface="Avenir Next"/>
                <a:ea typeface="Avenir Next"/>
                <a:cs typeface="Avenir Next"/>
              </a:rPr>
              <a:t>11</a:t>
            </a:r>
          </a:p>
        </p:txBody>
      </p:sp>
      <p:sp>
        <p:nvSpPr>
          <p:cNvPr id="9" name="">
            <a:extLst xmlns:a="http://schemas.openxmlformats.org/drawingml/2006/main">
              <a:ext uri="{FF2B5EF4-FFF2-40B4-BE49-F238E27FC236}">
                <a16:creationId xmlns:a16="http://schemas.microsoft.com/office/drawing/2014/main" id="{E08B45D1-6159-4081-A532-7B197F6F20DA}"/>
              </a:ext>
            </a:extLst>
          </p:cNvPr>
          <p:cNvSpPr>
            <a:spLocks xmlns:a="http://schemas.openxmlformats.org/drawingml/2006/main" noGrp="1"/>
          </p:cNvSpPr>
          <p:nvPr/>
        </p:nvSpPr>
        <p:spPr>
          <a:xfrm xmlns:a="http://schemas.openxmlformats.org/drawingml/2006/main">
            <a:off x="609600" y="666750"/>
            <a:ext cx="1066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E72D78"/>
                </a:solidFill>
                <a:latin typeface="Avenir Next"/>
                <a:ea typeface="Avenir Next"/>
                <a:cs typeface="Avenir Next"/>
              </a:defRPr>
            </a:pPr>
            <a:r>
              <a:rPr sz="900" b="1" i="0">
                <a:solidFill>
                  <a:srgbClr val="E72D78"/>
                </a:solidFill>
                <a:latin typeface="Avenir Next"/>
                <a:ea typeface="Avenir Next"/>
                <a:cs typeface="Avenir Next"/>
              </a:rPr>
              <a:t>CINCO CAPÍTULOS</a:t>
            </a:r>
          </a:p>
        </p:txBody>
      </p:sp>
      <p:sp>
        <p:nvSpPr>
          <p:cNvPr id="10" name="">
            <a:extLst xmlns:a="http://schemas.openxmlformats.org/drawingml/2006/main">
              <a:ext uri="{FF2B5EF4-FFF2-40B4-BE49-F238E27FC236}">
                <a16:creationId xmlns:a16="http://schemas.microsoft.com/office/drawing/2014/main" id="{2575DCD6-3F22-4C95-B60E-7C4A3E60FEC8}"/>
              </a:ext>
            </a:extLst>
          </p:cNvPr>
          <p:cNvSpPr>
            <a:spLocks xmlns:a="http://schemas.openxmlformats.org/drawingml/2006/main" noGrp="1"/>
          </p:cNvSpPr>
          <p:nvPr/>
        </p:nvSpPr>
        <p:spPr>
          <a:xfrm xmlns:a="http://schemas.openxmlformats.org/drawingml/2006/main">
            <a:off x="609600" y="990600"/>
            <a:ext cx="1066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3900" b="1" i="0">
                <a:solidFill>
                  <a:srgbClr val="25112C"/>
                </a:solidFill>
                <a:latin typeface="DIN Condensed"/>
                <a:ea typeface="DIN Condensed"/>
                <a:cs typeface="DIN Condensed"/>
              </a:defRPr>
            </a:pPr>
            <a:r>
              <a:rPr sz="3900" b="1" i="0">
                <a:solidFill>
                  <a:srgbClr val="25112C"/>
                </a:solidFill>
                <a:latin typeface="DIN Condensed"/>
                <a:ea typeface="DIN Condensed"/>
                <a:cs typeface="DIN Condensed"/>
              </a:rPr>
              <a:t>Cada día necesita una razón propia para asistir y volver.</a:t>
            </a:r>
          </a:p>
        </p:txBody>
      </p:sp>
      <p:sp>
        <p:nvSpPr>
          <p:cNvPr id="11" name="">
            <a:extLst xmlns:a="http://schemas.openxmlformats.org/drawingml/2006/main">
              <a:ext uri="{FF2B5EF4-FFF2-40B4-BE49-F238E27FC236}">
                <a16:creationId xmlns:a16="http://schemas.microsoft.com/office/drawing/2014/main" id="{78E91329-8646-4118-B07B-6D48A0959D36}"/>
              </a:ext>
            </a:extLst>
          </p:cNvPr>
          <p:cNvSpPr>
            <a:spLocks xmlns:a="http://schemas.openxmlformats.org/drawingml/2006/main" noGrp="1"/>
          </p:cNvSpPr>
          <p:nvPr/>
        </p:nvSpPr>
        <p:spPr>
          <a:xfrm xmlns:a="http://schemas.openxmlformats.org/drawingml/2006/main">
            <a:off x="609600" y="182880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0" i="0">
                <a:solidFill>
                  <a:srgbClr val="6D6470"/>
                </a:solidFill>
                <a:latin typeface="Avenir Next"/>
                <a:ea typeface="Avenir Next"/>
                <a:cs typeface="Avenir Next"/>
              </a:defRPr>
            </a:pPr>
            <a:r>
              <a:rPr sz="1500" b="0" i="0">
                <a:solidFill>
                  <a:srgbClr val="6D6470"/>
                </a:solidFill>
                <a:latin typeface="Avenir Next"/>
                <a:ea typeface="Avenir Next"/>
                <a:cs typeface="Avenir Next"/>
              </a:rPr>
              <a:t>El primer día requiere un beneficio de retorno real; los demás deben combinar feria, familia, música y tradición en proporciones distintas.</a:t>
            </a:r>
          </a:p>
        </p:txBody>
      </p:sp>
      <p:sp>
        <p:nvSpPr>
          <p:cNvPr id="12" name="">
            <a:extLst xmlns:a="http://schemas.openxmlformats.org/drawingml/2006/main">
              <a:ext uri="{FF2B5EF4-FFF2-40B4-BE49-F238E27FC236}">
                <a16:creationId xmlns:a16="http://schemas.microsoft.com/office/drawing/2014/main" id="{BD0FB2FD-0EF9-47CE-9DED-AD7F496466BB}"/>
              </a:ext>
            </a:extLst>
          </p:cNvPr>
          <p:cNvSpPr>
            <a:spLocks xmlns:a="http://schemas.openxmlformats.org/drawingml/2006/main" noGrp="1"/>
          </p:cNvSpPr>
          <p:nvPr/>
        </p:nvSpPr>
        <p:spPr>
          <a:xfrm xmlns:a="http://schemas.openxmlformats.org/drawingml/2006/main">
            <a:off x="609600" y="2724150"/>
            <a:ext cx="1962150" cy="3105150"/>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57A4ED06-A90A-48CC-9D59-1BB4EBB3BCCF}"/>
              </a:ext>
            </a:extLst>
          </p:cNvPr>
          <p:cNvSpPr>
            <a:spLocks xmlns:a="http://schemas.openxmlformats.org/drawingml/2006/main" noGrp="1"/>
          </p:cNvSpPr>
          <p:nvPr/>
        </p:nvSpPr>
        <p:spPr>
          <a:xfrm xmlns:a="http://schemas.openxmlformats.org/drawingml/2006/main">
            <a:off x="781050" y="2952750"/>
            <a:ext cx="857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0703"/>
          </a:bodyPr>
          <a:lstStyle xmlns:a="http://schemas.openxmlformats.org/drawingml/2006/main"/>
          <a:p xmlns:a="http://schemas.openxmlformats.org/drawingml/2006/main">
            <a:pPr algn="l">
              <a:lnSpc>
                <a:spcPct val="105000"/>
              </a:lnSpc>
              <a:buNone/>
              <a:defRPr sz="5250" b="1" i="0">
                <a:solidFill>
                  <a:srgbClr val="FFFFFF">
                    <a:alpha val="85000"/>
                  </a:srgbClr>
                </a:solidFill>
                <a:latin typeface="DIN Condensed"/>
                <a:ea typeface="DIN Condensed"/>
                <a:cs typeface="DIN Condensed"/>
              </a:defRPr>
            </a:pPr>
            <a:r>
              <a:rPr sz="5250" b="1" i="0">
                <a:solidFill>
                  <a:srgbClr val="FFFFFF">
                    <a:alpha val="85000"/>
                  </a:srgbClr>
                </a:solidFill>
                <a:latin typeface="DIN Condensed"/>
                <a:ea typeface="DIN Condensed"/>
                <a:cs typeface="DIN Condensed"/>
              </a:rPr>
              <a:t>1</a:t>
            </a:r>
          </a:p>
        </p:txBody>
      </p:sp>
      <p:sp>
        <p:nvSpPr>
          <p:cNvPr id="14" name="">
            <a:extLst xmlns:a="http://schemas.openxmlformats.org/drawingml/2006/main">
              <a:ext uri="{FF2B5EF4-FFF2-40B4-BE49-F238E27FC236}">
                <a16:creationId xmlns:a16="http://schemas.microsoft.com/office/drawing/2014/main" id="{6A43A9FF-BF6E-4040-ACBD-A28155615478}"/>
              </a:ext>
            </a:extLst>
          </p:cNvPr>
          <p:cNvSpPr>
            <a:spLocks xmlns:a="http://schemas.openxmlformats.org/drawingml/2006/main" noGrp="1"/>
          </p:cNvSpPr>
          <p:nvPr/>
        </p:nvSpPr>
        <p:spPr>
          <a:xfrm xmlns:a="http://schemas.openxmlformats.org/drawingml/2006/main">
            <a:off x="781050" y="4000500"/>
            <a:ext cx="1619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100" b="1" i="0">
                <a:solidFill>
                  <a:srgbClr val="FFFFFF"/>
                </a:solidFill>
                <a:latin typeface="DIN Condensed"/>
                <a:ea typeface="DIN Condensed"/>
                <a:cs typeface="DIN Condensed"/>
              </a:defRPr>
            </a:pPr>
            <a:r>
              <a:rPr sz="2100" b="1" i="0">
                <a:solidFill>
                  <a:srgbClr val="FFFFFF"/>
                </a:solidFill>
                <a:latin typeface="DIN Condensed"/>
                <a:ea typeface="DIN Condensed"/>
                <a:cs typeface="DIN Condensed"/>
              </a:rPr>
              <a:t>VOLVER</a:t>
            </a:r>
          </a:p>
        </p:txBody>
      </p:sp>
      <p:sp>
        <p:nvSpPr>
          <p:cNvPr id="15" name="">
            <a:extLst xmlns:a="http://schemas.openxmlformats.org/drawingml/2006/main">
              <a:ext uri="{FF2B5EF4-FFF2-40B4-BE49-F238E27FC236}">
                <a16:creationId xmlns:a16="http://schemas.microsoft.com/office/drawing/2014/main" id="{4DBCD51A-8A1A-4650-B6FC-93A98F5CEECB}"/>
              </a:ext>
            </a:extLst>
          </p:cNvPr>
          <p:cNvSpPr>
            <a:spLocks xmlns:a="http://schemas.openxmlformats.org/drawingml/2006/main" noGrp="1"/>
          </p:cNvSpPr>
          <p:nvPr/>
        </p:nvSpPr>
        <p:spPr>
          <a:xfrm xmlns:a="http://schemas.openxmlformats.org/drawingml/2006/main">
            <a:off x="781050" y="4572000"/>
            <a:ext cx="1619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125" b="1" i="0">
                <a:solidFill>
                  <a:srgbClr val="FFFFFF"/>
                </a:solidFill>
                <a:latin typeface="Avenir Next"/>
                <a:ea typeface="Avenir Next"/>
                <a:cs typeface="Avenir Next"/>
              </a:defRPr>
            </a:pPr>
            <a:r>
              <a:rPr sz="1125" b="1" i="0">
                <a:solidFill>
                  <a:srgbClr val="FFFFFF"/>
                </a:solidFill>
                <a:latin typeface="Avenir Next"/>
                <a:ea typeface="Avenir Next"/>
                <a:cs typeface="Avenir Next"/>
              </a:rPr>
              <a:t>apertura · comunidad · beneficio de retorno*</a:t>
            </a:r>
          </a:p>
        </p:txBody>
      </p:sp>
      <p:sp>
        <p:nvSpPr>
          <p:cNvPr id="16" name="">
            <a:extLst xmlns:a="http://schemas.openxmlformats.org/drawingml/2006/main">
              <a:ext uri="{FF2B5EF4-FFF2-40B4-BE49-F238E27FC236}">
                <a16:creationId xmlns:a16="http://schemas.microsoft.com/office/drawing/2014/main" id="{B15DB901-5AC3-4177-849C-6EFE9AC84AC0}"/>
              </a:ext>
            </a:extLst>
          </p:cNvPr>
          <p:cNvSpPr>
            <a:spLocks xmlns:a="http://schemas.openxmlformats.org/drawingml/2006/main" noGrp="1"/>
          </p:cNvSpPr>
          <p:nvPr/>
        </p:nvSpPr>
        <p:spPr>
          <a:xfrm xmlns:a="http://schemas.openxmlformats.org/drawingml/2006/main">
            <a:off x="2800350" y="2724150"/>
            <a:ext cx="1962150" cy="3105150"/>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576DB48D-B81D-4A69-9F97-E0F845B8CD42}"/>
              </a:ext>
            </a:extLst>
          </p:cNvPr>
          <p:cNvSpPr>
            <a:spLocks xmlns:a="http://schemas.openxmlformats.org/drawingml/2006/main" noGrp="1"/>
          </p:cNvSpPr>
          <p:nvPr/>
        </p:nvSpPr>
        <p:spPr>
          <a:xfrm xmlns:a="http://schemas.openxmlformats.org/drawingml/2006/main">
            <a:off x="2971800" y="2952750"/>
            <a:ext cx="857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0703"/>
          </a:bodyPr>
          <a:lstStyle xmlns:a="http://schemas.openxmlformats.org/drawingml/2006/main"/>
          <a:p xmlns:a="http://schemas.openxmlformats.org/drawingml/2006/main">
            <a:pPr algn="l">
              <a:lnSpc>
                <a:spcPct val="105000"/>
              </a:lnSpc>
              <a:buNone/>
              <a:defRPr sz="5250" b="1" i="0">
                <a:solidFill>
                  <a:srgbClr val="FFFFFF">
                    <a:alpha val="85000"/>
                  </a:srgbClr>
                </a:solidFill>
                <a:latin typeface="DIN Condensed"/>
                <a:ea typeface="DIN Condensed"/>
                <a:cs typeface="DIN Condensed"/>
              </a:defRPr>
            </a:pPr>
            <a:r>
              <a:rPr sz="5250" b="1" i="0">
                <a:solidFill>
                  <a:srgbClr val="FFFFFF">
                    <a:alpha val="85000"/>
                  </a:srgbClr>
                </a:solidFill>
                <a:latin typeface="DIN Condensed"/>
                <a:ea typeface="DIN Condensed"/>
                <a:cs typeface="DIN Condensed"/>
              </a:rPr>
              <a:t>2</a:t>
            </a:r>
          </a:p>
        </p:txBody>
      </p:sp>
      <p:sp>
        <p:nvSpPr>
          <p:cNvPr id="18" name="">
            <a:extLst xmlns:a="http://schemas.openxmlformats.org/drawingml/2006/main">
              <a:ext uri="{FF2B5EF4-FFF2-40B4-BE49-F238E27FC236}">
                <a16:creationId xmlns:a16="http://schemas.microsoft.com/office/drawing/2014/main" id="{6A08E980-3301-48B1-B688-B825D94D39A1}"/>
              </a:ext>
            </a:extLst>
          </p:cNvPr>
          <p:cNvSpPr>
            <a:spLocks xmlns:a="http://schemas.openxmlformats.org/drawingml/2006/main" noGrp="1"/>
          </p:cNvSpPr>
          <p:nvPr/>
        </p:nvSpPr>
        <p:spPr>
          <a:xfrm xmlns:a="http://schemas.openxmlformats.org/drawingml/2006/main">
            <a:off x="2971800" y="4000500"/>
            <a:ext cx="1619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100" b="1" i="0">
                <a:solidFill>
                  <a:srgbClr val="FFFFFF"/>
                </a:solidFill>
                <a:latin typeface="DIN Condensed"/>
                <a:ea typeface="DIN Condensed"/>
                <a:cs typeface="DIN Condensed"/>
              </a:defRPr>
            </a:pPr>
            <a:r>
              <a:rPr sz="2100" b="1" i="0">
                <a:solidFill>
                  <a:srgbClr val="FFFFFF"/>
                </a:solidFill>
                <a:latin typeface="DIN Condensed"/>
                <a:ea typeface="DIN Condensed"/>
                <a:cs typeface="DIN Condensed"/>
              </a:rPr>
              <a:t>DESCUBRIR</a:t>
            </a:r>
          </a:p>
        </p:txBody>
      </p:sp>
      <p:sp>
        <p:nvSpPr>
          <p:cNvPr id="19" name="">
            <a:extLst xmlns:a="http://schemas.openxmlformats.org/drawingml/2006/main">
              <a:ext uri="{FF2B5EF4-FFF2-40B4-BE49-F238E27FC236}">
                <a16:creationId xmlns:a16="http://schemas.microsoft.com/office/drawing/2014/main" id="{36FCCB80-7ECD-468A-A718-A324E942532A}"/>
              </a:ext>
            </a:extLst>
          </p:cNvPr>
          <p:cNvSpPr>
            <a:spLocks xmlns:a="http://schemas.openxmlformats.org/drawingml/2006/main" noGrp="1"/>
          </p:cNvSpPr>
          <p:nvPr/>
        </p:nvSpPr>
        <p:spPr>
          <a:xfrm xmlns:a="http://schemas.openxmlformats.org/drawingml/2006/main">
            <a:off x="2971800" y="4572000"/>
            <a:ext cx="1619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125" b="1" i="0">
                <a:solidFill>
                  <a:srgbClr val="FFFFFF"/>
                </a:solidFill>
                <a:latin typeface="Avenir Next"/>
                <a:ea typeface="Avenir Next"/>
                <a:cs typeface="Avenir Next"/>
              </a:defRPr>
            </a:pPr>
            <a:r>
              <a:rPr sz="1125" b="1" i="0">
                <a:solidFill>
                  <a:srgbClr val="FFFFFF"/>
                </a:solidFill>
                <a:latin typeface="Avenir Next"/>
                <a:ea typeface="Avenir Next"/>
                <a:cs typeface="Avenir Next"/>
              </a:rPr>
              <a:t>feria · comercio · sabores</a:t>
            </a:r>
          </a:p>
        </p:txBody>
      </p:sp>
      <p:sp>
        <p:nvSpPr>
          <p:cNvPr id="20" name="">
            <a:extLst xmlns:a="http://schemas.openxmlformats.org/drawingml/2006/main">
              <a:ext uri="{FF2B5EF4-FFF2-40B4-BE49-F238E27FC236}">
                <a16:creationId xmlns:a16="http://schemas.microsoft.com/office/drawing/2014/main" id="{919525CA-6443-41C1-8F4C-68DF3DF6BE67}"/>
              </a:ext>
            </a:extLst>
          </p:cNvPr>
          <p:cNvSpPr>
            <a:spLocks xmlns:a="http://schemas.openxmlformats.org/drawingml/2006/main" noGrp="1"/>
          </p:cNvSpPr>
          <p:nvPr/>
        </p:nvSpPr>
        <p:spPr>
          <a:xfrm xmlns:a="http://schemas.openxmlformats.org/drawingml/2006/main">
            <a:off x="4991100" y="2724150"/>
            <a:ext cx="1962150" cy="3105150"/>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2ACFA472-05AD-4B99-A71A-834459331806}"/>
              </a:ext>
            </a:extLst>
          </p:cNvPr>
          <p:cNvSpPr>
            <a:spLocks xmlns:a="http://schemas.openxmlformats.org/drawingml/2006/main" noGrp="1"/>
          </p:cNvSpPr>
          <p:nvPr/>
        </p:nvSpPr>
        <p:spPr>
          <a:xfrm xmlns:a="http://schemas.openxmlformats.org/drawingml/2006/main">
            <a:off x="5162550" y="2952750"/>
            <a:ext cx="857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0703"/>
          </a:bodyPr>
          <a:lstStyle xmlns:a="http://schemas.openxmlformats.org/drawingml/2006/main"/>
          <a:p xmlns:a="http://schemas.openxmlformats.org/drawingml/2006/main">
            <a:pPr algn="l">
              <a:lnSpc>
                <a:spcPct val="105000"/>
              </a:lnSpc>
              <a:buNone/>
              <a:defRPr sz="5250" b="1" i="0">
                <a:solidFill>
                  <a:srgbClr val="FFFFFF">
                    <a:alpha val="85000"/>
                  </a:srgbClr>
                </a:solidFill>
                <a:latin typeface="DIN Condensed"/>
                <a:ea typeface="DIN Condensed"/>
                <a:cs typeface="DIN Condensed"/>
              </a:defRPr>
            </a:pPr>
            <a:r>
              <a:rPr sz="5250" b="1" i="0">
                <a:solidFill>
                  <a:srgbClr val="FFFFFF">
                    <a:alpha val="85000"/>
                  </a:srgbClr>
                </a:solidFill>
                <a:latin typeface="DIN Condensed"/>
                <a:ea typeface="DIN Condensed"/>
                <a:cs typeface="DIN Condensed"/>
              </a:rPr>
              <a:t>3</a:t>
            </a:r>
          </a:p>
        </p:txBody>
      </p:sp>
      <p:sp>
        <p:nvSpPr>
          <p:cNvPr id="22" name="">
            <a:extLst xmlns:a="http://schemas.openxmlformats.org/drawingml/2006/main">
              <a:ext uri="{FF2B5EF4-FFF2-40B4-BE49-F238E27FC236}">
                <a16:creationId xmlns:a16="http://schemas.microsoft.com/office/drawing/2014/main" id="{1829DB29-B208-4641-A0B3-9F7F151AEDC4}"/>
              </a:ext>
            </a:extLst>
          </p:cNvPr>
          <p:cNvSpPr>
            <a:spLocks xmlns:a="http://schemas.openxmlformats.org/drawingml/2006/main" noGrp="1"/>
          </p:cNvSpPr>
          <p:nvPr/>
        </p:nvSpPr>
        <p:spPr>
          <a:xfrm xmlns:a="http://schemas.openxmlformats.org/drawingml/2006/main">
            <a:off x="5162550" y="4000500"/>
            <a:ext cx="1619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100" b="1" i="0">
                <a:solidFill>
                  <a:srgbClr val="FFFFFF"/>
                </a:solidFill>
                <a:latin typeface="DIN Condensed"/>
                <a:ea typeface="DIN Condensed"/>
                <a:cs typeface="DIN Condensed"/>
              </a:defRPr>
            </a:pPr>
            <a:r>
              <a:rPr sz="2100" b="1" i="0">
                <a:solidFill>
                  <a:srgbClr val="FFFFFF"/>
                </a:solidFill>
                <a:latin typeface="DIN Condensed"/>
                <a:ea typeface="DIN Condensed"/>
                <a:cs typeface="DIN Condensed"/>
              </a:rPr>
              <a:t>CANTAR</a:t>
            </a:r>
          </a:p>
        </p:txBody>
      </p:sp>
      <p:sp>
        <p:nvSpPr>
          <p:cNvPr id="23" name="">
            <a:extLst xmlns:a="http://schemas.openxmlformats.org/drawingml/2006/main">
              <a:ext uri="{FF2B5EF4-FFF2-40B4-BE49-F238E27FC236}">
                <a16:creationId xmlns:a16="http://schemas.microsoft.com/office/drawing/2014/main" id="{5D8CC09B-041C-4D77-BABD-A8C24C977FDE}"/>
              </a:ext>
            </a:extLst>
          </p:cNvPr>
          <p:cNvSpPr>
            <a:spLocks xmlns:a="http://schemas.openxmlformats.org/drawingml/2006/main" noGrp="1"/>
          </p:cNvSpPr>
          <p:nvPr/>
        </p:nvSpPr>
        <p:spPr>
          <a:xfrm xmlns:a="http://schemas.openxmlformats.org/drawingml/2006/main">
            <a:off x="5162550" y="4572000"/>
            <a:ext cx="1619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125" b="1" i="0">
                <a:solidFill>
                  <a:srgbClr val="FFFFFF"/>
                </a:solidFill>
                <a:latin typeface="Avenir Next"/>
                <a:ea typeface="Avenir Next"/>
                <a:cs typeface="Avenir Next"/>
              </a:defRPr>
            </a:pPr>
            <a:r>
              <a:rPr sz="1125" b="1" i="0">
                <a:solidFill>
                  <a:srgbClr val="FFFFFF"/>
                </a:solidFill>
                <a:latin typeface="Avenir Next"/>
                <a:ea typeface="Avenir Next"/>
                <a:cs typeface="Avenir Next"/>
              </a:rPr>
              <a:t>feria + gran momento musical</a:t>
            </a:r>
          </a:p>
        </p:txBody>
      </p:sp>
      <p:sp>
        <p:nvSpPr>
          <p:cNvPr id="24" name="">
            <a:extLst xmlns:a="http://schemas.openxmlformats.org/drawingml/2006/main">
              <a:ext uri="{FF2B5EF4-FFF2-40B4-BE49-F238E27FC236}">
                <a16:creationId xmlns:a16="http://schemas.microsoft.com/office/drawing/2014/main" id="{1B6AEE1B-09C8-457F-BDFF-530049CC7C86}"/>
              </a:ext>
            </a:extLst>
          </p:cNvPr>
          <p:cNvSpPr>
            <a:spLocks xmlns:a="http://schemas.openxmlformats.org/drawingml/2006/main" noGrp="1"/>
          </p:cNvSpPr>
          <p:nvPr/>
        </p:nvSpPr>
        <p:spPr>
          <a:xfrm xmlns:a="http://schemas.openxmlformats.org/drawingml/2006/main">
            <a:off x="7181850" y="2724150"/>
            <a:ext cx="1962150" cy="3105150"/>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592C1902-E6C5-4C07-B4EE-3DEE78D9F496}"/>
              </a:ext>
            </a:extLst>
          </p:cNvPr>
          <p:cNvSpPr>
            <a:spLocks xmlns:a="http://schemas.openxmlformats.org/drawingml/2006/main" noGrp="1"/>
          </p:cNvSpPr>
          <p:nvPr/>
        </p:nvSpPr>
        <p:spPr>
          <a:xfrm xmlns:a="http://schemas.openxmlformats.org/drawingml/2006/main">
            <a:off x="7353300" y="2952750"/>
            <a:ext cx="857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0703"/>
          </a:bodyPr>
          <a:lstStyle xmlns:a="http://schemas.openxmlformats.org/drawingml/2006/main"/>
          <a:p xmlns:a="http://schemas.openxmlformats.org/drawingml/2006/main">
            <a:pPr algn="l">
              <a:lnSpc>
                <a:spcPct val="105000"/>
              </a:lnSpc>
              <a:buNone/>
              <a:defRPr sz="5250" b="1" i="0">
                <a:solidFill>
                  <a:srgbClr val="FFFFFF">
                    <a:alpha val="85000"/>
                  </a:srgbClr>
                </a:solidFill>
                <a:latin typeface="DIN Condensed"/>
                <a:ea typeface="DIN Condensed"/>
                <a:cs typeface="DIN Condensed"/>
              </a:defRPr>
            </a:pPr>
            <a:r>
              <a:rPr sz="5250" b="1" i="0">
                <a:solidFill>
                  <a:srgbClr val="FFFFFF">
                    <a:alpha val="85000"/>
                  </a:srgbClr>
                </a:solidFill>
                <a:latin typeface="DIN Condensed"/>
                <a:ea typeface="DIN Condensed"/>
                <a:cs typeface="DIN Condensed"/>
              </a:rPr>
              <a:t>4</a:t>
            </a:r>
          </a:p>
        </p:txBody>
      </p:sp>
      <p:sp>
        <p:nvSpPr>
          <p:cNvPr id="26" name="">
            <a:extLst xmlns:a="http://schemas.openxmlformats.org/drawingml/2006/main">
              <a:ext uri="{FF2B5EF4-FFF2-40B4-BE49-F238E27FC236}">
                <a16:creationId xmlns:a16="http://schemas.microsoft.com/office/drawing/2014/main" id="{A408BDDC-B9F2-41C8-828B-4321F65F7C67}"/>
              </a:ext>
            </a:extLst>
          </p:cNvPr>
          <p:cNvSpPr>
            <a:spLocks xmlns:a="http://schemas.openxmlformats.org/drawingml/2006/main" noGrp="1"/>
          </p:cNvSpPr>
          <p:nvPr/>
        </p:nvSpPr>
        <p:spPr>
          <a:xfrm xmlns:a="http://schemas.openxmlformats.org/drawingml/2006/main">
            <a:off x="7353300" y="4000500"/>
            <a:ext cx="1619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100" b="1" i="0">
                <a:solidFill>
                  <a:srgbClr val="FFFFFF"/>
                </a:solidFill>
                <a:latin typeface="DIN Condensed"/>
                <a:ea typeface="DIN Condensed"/>
                <a:cs typeface="DIN Condensed"/>
              </a:defRPr>
            </a:pPr>
            <a:r>
              <a:rPr sz="2100" b="1" i="0">
                <a:solidFill>
                  <a:srgbClr val="FFFFFF"/>
                </a:solidFill>
                <a:latin typeface="DIN Condensed"/>
                <a:ea typeface="DIN Condensed"/>
                <a:cs typeface="DIN Condensed"/>
              </a:rPr>
              <a:t>COMPARTIR</a:t>
            </a:r>
          </a:p>
        </p:txBody>
      </p:sp>
      <p:sp>
        <p:nvSpPr>
          <p:cNvPr id="27" name="">
            <a:extLst xmlns:a="http://schemas.openxmlformats.org/drawingml/2006/main">
              <a:ext uri="{FF2B5EF4-FFF2-40B4-BE49-F238E27FC236}">
                <a16:creationId xmlns:a16="http://schemas.microsoft.com/office/drawing/2014/main" id="{98BF48E8-948C-4E46-ABB4-6614DAE2926F}"/>
              </a:ext>
            </a:extLst>
          </p:cNvPr>
          <p:cNvSpPr>
            <a:spLocks xmlns:a="http://schemas.openxmlformats.org/drawingml/2006/main" noGrp="1"/>
          </p:cNvSpPr>
          <p:nvPr/>
        </p:nvSpPr>
        <p:spPr>
          <a:xfrm xmlns:a="http://schemas.openxmlformats.org/drawingml/2006/main">
            <a:off x="7353300" y="4572000"/>
            <a:ext cx="1619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125" b="1" i="0">
                <a:solidFill>
                  <a:srgbClr val="FFFFFF"/>
                </a:solidFill>
                <a:latin typeface="Avenir Next"/>
                <a:ea typeface="Avenir Next"/>
                <a:cs typeface="Avenir Next"/>
              </a:defRPr>
            </a:pPr>
            <a:r>
              <a:rPr sz="1125" b="1" i="0">
                <a:solidFill>
                  <a:srgbClr val="FFFFFF"/>
                </a:solidFill>
                <a:latin typeface="Avenir Next"/>
                <a:ea typeface="Avenir Next"/>
                <a:cs typeface="Avenir Next"/>
              </a:rPr>
              <a:t>familia · cultura · concursos</a:t>
            </a:r>
          </a:p>
        </p:txBody>
      </p:sp>
      <p:sp>
        <p:nvSpPr>
          <p:cNvPr id="28" name="">
            <a:extLst xmlns:a="http://schemas.openxmlformats.org/drawingml/2006/main">
              <a:ext uri="{FF2B5EF4-FFF2-40B4-BE49-F238E27FC236}">
                <a16:creationId xmlns:a16="http://schemas.microsoft.com/office/drawing/2014/main" id="{9684355B-5CAB-4578-B5B6-5D112039CB37}"/>
              </a:ext>
            </a:extLst>
          </p:cNvPr>
          <p:cNvSpPr>
            <a:spLocks xmlns:a="http://schemas.openxmlformats.org/drawingml/2006/main" noGrp="1"/>
          </p:cNvSpPr>
          <p:nvPr/>
        </p:nvSpPr>
        <p:spPr>
          <a:xfrm xmlns:a="http://schemas.openxmlformats.org/drawingml/2006/main">
            <a:off x="9372600" y="2724150"/>
            <a:ext cx="1962150" cy="3105150"/>
          </a:xfrm>
          <a:prstGeom xmlns:a="http://schemas.openxmlformats.org/drawingml/2006/main" prst="rect">
            <a:avLst/>
          </a:prstGeom>
          <a:solidFill xmlns:a="http://schemas.openxmlformats.org/drawingml/2006/main">
            <a:srgbClr val="2B0D3B"/>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F32F8425-BBB2-480E-B7F6-E39839CEF13C}"/>
              </a:ext>
            </a:extLst>
          </p:cNvPr>
          <p:cNvSpPr>
            <a:spLocks xmlns:a="http://schemas.openxmlformats.org/drawingml/2006/main" noGrp="1"/>
          </p:cNvSpPr>
          <p:nvPr/>
        </p:nvSpPr>
        <p:spPr>
          <a:xfrm xmlns:a="http://schemas.openxmlformats.org/drawingml/2006/main">
            <a:off x="9544050" y="2952750"/>
            <a:ext cx="857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0703"/>
          </a:bodyPr>
          <a:lstStyle xmlns:a="http://schemas.openxmlformats.org/drawingml/2006/main"/>
          <a:p xmlns:a="http://schemas.openxmlformats.org/drawingml/2006/main">
            <a:pPr algn="l">
              <a:lnSpc>
                <a:spcPct val="105000"/>
              </a:lnSpc>
              <a:buNone/>
              <a:defRPr sz="5250" b="1" i="0">
                <a:solidFill>
                  <a:srgbClr val="FFFFFF">
                    <a:alpha val="85000"/>
                  </a:srgbClr>
                </a:solidFill>
                <a:latin typeface="DIN Condensed"/>
                <a:ea typeface="DIN Condensed"/>
                <a:cs typeface="DIN Condensed"/>
              </a:defRPr>
            </a:pPr>
            <a:r>
              <a:rPr sz="5250" b="1" i="0">
                <a:solidFill>
                  <a:srgbClr val="FFFFFF">
                    <a:alpha val="85000"/>
                  </a:srgbClr>
                </a:solidFill>
                <a:latin typeface="DIN Condensed"/>
                <a:ea typeface="DIN Condensed"/>
                <a:cs typeface="DIN Condensed"/>
              </a:rPr>
              <a:t>5</a:t>
            </a:r>
          </a:p>
        </p:txBody>
      </p:sp>
      <p:sp>
        <p:nvSpPr>
          <p:cNvPr id="30" name="">
            <a:extLst xmlns:a="http://schemas.openxmlformats.org/drawingml/2006/main">
              <a:ext uri="{FF2B5EF4-FFF2-40B4-BE49-F238E27FC236}">
                <a16:creationId xmlns:a16="http://schemas.microsoft.com/office/drawing/2014/main" id="{1645BB41-CD01-4534-9CF5-0D3305D762A8}"/>
              </a:ext>
            </a:extLst>
          </p:cNvPr>
          <p:cNvSpPr>
            <a:spLocks xmlns:a="http://schemas.openxmlformats.org/drawingml/2006/main" noGrp="1"/>
          </p:cNvSpPr>
          <p:nvPr/>
        </p:nvSpPr>
        <p:spPr>
          <a:xfrm xmlns:a="http://schemas.openxmlformats.org/drawingml/2006/main">
            <a:off x="9544050" y="4000500"/>
            <a:ext cx="1619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100" b="1" i="0">
                <a:solidFill>
                  <a:srgbClr val="FFFFFF"/>
                </a:solidFill>
                <a:latin typeface="DIN Condensed"/>
                <a:ea typeface="DIN Condensed"/>
                <a:cs typeface="DIN Condensed"/>
              </a:defRPr>
            </a:pPr>
            <a:r>
              <a:rPr sz="2100" b="1" i="0">
                <a:solidFill>
                  <a:srgbClr val="FFFFFF"/>
                </a:solidFill>
                <a:latin typeface="DIN Condensed"/>
                <a:ea typeface="DIN Condensed"/>
                <a:cs typeface="DIN Condensed"/>
              </a:rPr>
              <a:t>RECORDAR</a:t>
            </a:r>
          </a:p>
        </p:txBody>
      </p:sp>
      <p:sp>
        <p:nvSpPr>
          <p:cNvPr id="31" name="">
            <a:extLst xmlns:a="http://schemas.openxmlformats.org/drawingml/2006/main">
              <a:ext uri="{FF2B5EF4-FFF2-40B4-BE49-F238E27FC236}">
                <a16:creationId xmlns:a16="http://schemas.microsoft.com/office/drawing/2014/main" id="{75D7A7C6-EE9F-4667-A97D-C76BBF542F7A}"/>
              </a:ext>
            </a:extLst>
          </p:cNvPr>
          <p:cNvSpPr>
            <a:spLocks xmlns:a="http://schemas.openxmlformats.org/drawingml/2006/main" noGrp="1"/>
          </p:cNvSpPr>
          <p:nvPr/>
        </p:nvSpPr>
        <p:spPr>
          <a:xfrm xmlns:a="http://schemas.openxmlformats.org/drawingml/2006/main">
            <a:off x="9544050" y="4572000"/>
            <a:ext cx="1619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125" b="1" i="0">
                <a:solidFill>
                  <a:srgbClr val="FFFFFF"/>
                </a:solidFill>
                <a:latin typeface="Avenir Next"/>
                <a:ea typeface="Avenir Next"/>
                <a:cs typeface="Avenir Next"/>
              </a:defRPr>
            </a:pPr>
            <a:r>
              <a:rPr sz="1125" b="1" i="0">
                <a:solidFill>
                  <a:srgbClr val="FFFFFF"/>
                </a:solidFill>
                <a:latin typeface="Avenir Next"/>
                <a:ea typeface="Avenir Next"/>
                <a:cs typeface="Avenir Next"/>
              </a:rPr>
              <a:t>colada · memoria · cierre</a:t>
            </a:r>
          </a:p>
        </p:txBody>
      </p:sp>
      <p:sp>
        <p:nvSpPr>
          <p:cNvPr id="32" name="">
            <a:extLst xmlns:a="http://schemas.openxmlformats.org/drawingml/2006/main">
              <a:ext uri="{FF2B5EF4-FFF2-40B4-BE49-F238E27FC236}">
                <a16:creationId xmlns:a16="http://schemas.microsoft.com/office/drawing/2014/main" id="{4335149B-D7C5-4348-AAA1-9BD61FF32B36}"/>
              </a:ext>
            </a:extLst>
          </p:cNvPr>
          <p:cNvSpPr>
            <a:spLocks xmlns:a="http://schemas.openxmlformats.org/drawingml/2006/main" noGrp="1"/>
          </p:cNvSpPr>
          <p:nvPr/>
        </p:nvSpPr>
        <p:spPr>
          <a:xfrm xmlns:a="http://schemas.openxmlformats.org/drawingml/2006/main">
            <a:off x="609600" y="5962650"/>
            <a:ext cx="10744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975" b="0" i="0">
                <a:solidFill>
                  <a:srgbClr val="6D6470"/>
                </a:solidFill>
                <a:latin typeface="Avenir Next"/>
                <a:ea typeface="Avenir Next"/>
                <a:cs typeface="Avenir Next"/>
              </a:defRPr>
            </a:pPr>
            <a:r>
              <a:rPr sz="975" b="0" i="0">
                <a:solidFill>
                  <a:srgbClr val="6D6470"/>
                </a:solidFill>
                <a:latin typeface="Avenir Next"/>
                <a:ea typeface="Avenir Next"/>
                <a:cs typeface="Avenir Next"/>
              </a:rPr>
              <a:t>* Beneficio, cupo y mecánica sujetos a aprobación comercial y conciliación de entradas.</a:t>
            </a:r>
          </a:p>
        </p:txBody>
      </p:sp>
    </p:spTree>
    <p:extLst>
      <p:ext uri="{BB962C8B-B14F-4D97-AF65-F5344CB8AC3E}">
        <p14:creationId xmlns:p14="http://schemas.microsoft.com/office/powerpoint/2010/main" val="1859990791"/>
      </p:ext>
    </p:extLst>
  </p:cSld>
</p:sld>
</file>

<file path=ppt/slides/slide12.xml><?xml version="1.0" encoding="utf-8"?>
<p:sld xmlns:p="http://schemas.openxmlformats.org/presentationml/2006/main">
  <p:cSld>
    <p:bg>
      <p:bgPr>
        <a:solidFill xmlns:a="http://schemas.openxmlformats.org/drawingml/2006/main">
          <a:srgbClr val="00AFA0"/>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8523E3B9-2F6E-4045-ADE3-2F0B4A4C71A6}"/>
              </a:ext>
            </a:extLst>
          </p:cNvPr>
          <p:cNvSpPr>
            <a:spLocks xmlns:a="http://schemas.openxmlformats.org/drawingml/2006/main" noGrp="1"/>
          </p:cNvSpPr>
          <p:nvPr/>
        </p:nvSpPr>
        <p:spPr>
          <a:xfrm xmlns:a="http://schemas.openxmlformats.org/drawingml/2006/main">
            <a:off x="0" y="0"/>
            <a:ext cx="2438400" cy="66675"/>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FBCB097-3A44-4498-9768-F2EBC0C3F836}"/>
              </a:ext>
            </a:extLst>
          </p:cNvPr>
          <p:cNvSpPr>
            <a:spLocks xmlns:a="http://schemas.openxmlformats.org/drawingml/2006/main" noGrp="1"/>
          </p:cNvSpPr>
          <p:nvPr/>
        </p:nvSpPr>
        <p:spPr>
          <a:xfrm xmlns:a="http://schemas.openxmlformats.org/drawingml/2006/main">
            <a:off x="2438400" y="0"/>
            <a:ext cx="2438400" cy="66675"/>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76B117F-52DC-4BB8-86F4-BFF448CE836B}"/>
              </a:ext>
            </a:extLst>
          </p:cNvPr>
          <p:cNvSpPr>
            <a:spLocks xmlns:a="http://schemas.openxmlformats.org/drawingml/2006/main" noGrp="1"/>
          </p:cNvSpPr>
          <p:nvPr/>
        </p:nvSpPr>
        <p:spPr>
          <a:xfrm xmlns:a="http://schemas.openxmlformats.org/drawingml/2006/main">
            <a:off x="4876800" y="0"/>
            <a:ext cx="2438400" cy="66675"/>
          </a:xfrm>
          <a:prstGeom xmlns:a="http://schemas.openxmlformats.org/drawingml/2006/main" prst="rect">
            <a:avLst/>
          </a:prstGeom>
          <a:solidFill xmlns:a="http://schemas.openxmlformats.org/drawingml/2006/main">
            <a:srgbClr val="FFC92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5F3F2E5-E449-40B9-B18A-0EABA91EA180}"/>
              </a:ext>
            </a:extLst>
          </p:cNvPr>
          <p:cNvSpPr>
            <a:spLocks xmlns:a="http://schemas.openxmlformats.org/drawingml/2006/main" noGrp="1"/>
          </p:cNvSpPr>
          <p:nvPr/>
        </p:nvSpPr>
        <p:spPr>
          <a:xfrm xmlns:a="http://schemas.openxmlformats.org/drawingml/2006/main">
            <a:off x="7315200" y="0"/>
            <a:ext cx="2438400" cy="66675"/>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3C01261D-F243-4902-A694-A781E7DDA40C}"/>
              </a:ext>
            </a:extLst>
          </p:cNvPr>
          <p:cNvSpPr>
            <a:spLocks xmlns:a="http://schemas.openxmlformats.org/drawingml/2006/main" noGrp="1"/>
          </p:cNvSpPr>
          <p:nvPr/>
        </p:nvSpPr>
        <p:spPr>
          <a:xfrm xmlns:a="http://schemas.openxmlformats.org/drawingml/2006/main">
            <a:off x="9753600" y="0"/>
            <a:ext cx="2438400" cy="66675"/>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972B6E0A-2AE5-4D7C-B167-E037E19D0959}"/>
              </a:ext>
            </a:extLst>
          </p:cNvPr>
          <p:cNvSpPr>
            <a:spLocks xmlns:a="http://schemas.openxmlformats.org/drawingml/2006/main" noGrp="1"/>
          </p:cNvSpPr>
          <p:nvPr/>
        </p:nvSpPr>
        <p:spPr>
          <a:xfrm xmlns:a="http://schemas.openxmlformats.org/drawingml/2006/main">
            <a:off x="609600" y="26670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FFC928"/>
                </a:solidFill>
                <a:latin typeface="Avenir Next"/>
                <a:ea typeface="Avenir Next"/>
                <a:cs typeface="Avenir Next"/>
              </a:defRPr>
            </a:pPr>
            <a:r>
              <a:rPr sz="825" b="1" i="0">
                <a:solidFill>
                  <a:srgbClr val="FFC928"/>
                </a:solidFill>
                <a:latin typeface="Avenir Next"/>
                <a:ea typeface="Avenir Next"/>
                <a:cs typeface="Avenir Next"/>
              </a:rPr>
              <a:t>TERRITORIO DE EXPERIENCIA</a:t>
            </a:r>
          </a:p>
        </p:txBody>
      </p:sp>
      <p:sp>
        <p:nvSpPr>
          <p:cNvPr id="7" name="">
            <a:extLst xmlns:a="http://schemas.openxmlformats.org/drawingml/2006/main">
              <a:ext uri="{FF2B5EF4-FFF2-40B4-BE49-F238E27FC236}">
                <a16:creationId xmlns:a16="http://schemas.microsoft.com/office/drawing/2014/main" id="{D7D5376A-7150-4C0E-BEED-9CE0DA38CDF9}"/>
              </a:ext>
            </a:extLst>
          </p:cNvPr>
          <p:cNvSpPr>
            <a:spLocks xmlns:a="http://schemas.openxmlformats.org/drawingml/2006/main" noGrp="1"/>
          </p:cNvSpPr>
          <p:nvPr/>
        </p:nvSpPr>
        <p:spPr>
          <a:xfrm xmlns:a="http://schemas.openxmlformats.org/drawingml/2006/main">
            <a:off x="609600" y="6534150"/>
            <a:ext cx="4762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675" b="1" i="0">
                <a:solidFill>
                  <a:srgbClr val="FFFFFF">
                    <a:alpha val="52000"/>
                  </a:srgbClr>
                </a:solidFill>
                <a:latin typeface="Avenir Next"/>
                <a:ea typeface="Avenir Next"/>
                <a:cs typeface="Avenir Next"/>
              </a:defRPr>
            </a:pPr>
            <a:r>
              <a:rPr sz="675" b="1" i="0">
                <a:solidFill>
                  <a:srgbClr val="FFFFFF">
                    <a:alpha val="52000"/>
                  </a:srgbClr>
                </a:solidFill>
                <a:latin typeface="Avenir Next"/>
                <a:ea typeface="Avenir Next"/>
                <a:cs typeface="Avenir Next"/>
              </a:rPr>
              <a:t>DOCUMENTO INTERNO · PROPUESTA EN REVISIÓN</a:t>
            </a:r>
          </a:p>
        </p:txBody>
      </p:sp>
      <p:sp>
        <p:nvSpPr>
          <p:cNvPr id="8" name="">
            <a:extLst xmlns:a="http://schemas.openxmlformats.org/drawingml/2006/main">
              <a:ext uri="{FF2B5EF4-FFF2-40B4-BE49-F238E27FC236}">
                <a16:creationId xmlns:a16="http://schemas.microsoft.com/office/drawing/2014/main" id="{99F68F23-88E9-4267-A1F3-5E871208FA51}"/>
              </a:ext>
            </a:extLst>
          </p:cNvPr>
          <p:cNvSpPr>
            <a:spLocks xmlns:a="http://schemas.openxmlformats.org/drawingml/2006/main" noGrp="1"/>
          </p:cNvSpPr>
          <p:nvPr/>
        </p:nvSpPr>
        <p:spPr>
          <a:xfrm xmlns:a="http://schemas.openxmlformats.org/drawingml/2006/main">
            <a:off x="11239500" y="6505575"/>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750" b="1" i="0">
                <a:solidFill>
                  <a:srgbClr val="FFFFFF">
                    <a:alpha val="52000"/>
                  </a:srgbClr>
                </a:solidFill>
                <a:latin typeface="Avenir Next"/>
                <a:ea typeface="Avenir Next"/>
                <a:cs typeface="Avenir Next"/>
              </a:defRPr>
            </a:pPr>
            <a:r>
              <a:rPr sz="750" b="1" i="0">
                <a:solidFill>
                  <a:srgbClr val="FFFFFF">
                    <a:alpha val="52000"/>
                  </a:srgbClr>
                </a:solidFill>
                <a:latin typeface="Avenir Next"/>
                <a:ea typeface="Avenir Next"/>
                <a:cs typeface="Avenir Next"/>
              </a:rPr>
              <a:t>12</a:t>
            </a:r>
          </a:p>
        </p:txBody>
      </p:sp>
      <p:sp>
        <p:nvSpPr>
          <p:cNvPr id="9" name="">
            <a:extLst xmlns:a="http://schemas.openxmlformats.org/drawingml/2006/main">
              <a:ext uri="{FF2B5EF4-FFF2-40B4-BE49-F238E27FC236}">
                <a16:creationId xmlns:a16="http://schemas.microsoft.com/office/drawing/2014/main" id="{D6D378A0-DFD5-441C-8D17-53D457305239}"/>
              </a:ext>
            </a:extLst>
          </p:cNvPr>
          <p:cNvSpPr>
            <a:spLocks xmlns:a="http://schemas.openxmlformats.org/drawingml/2006/main" noGrp="1"/>
          </p:cNvSpPr>
          <p:nvPr/>
        </p:nvSpPr>
        <p:spPr>
          <a:xfrm xmlns:a="http://schemas.openxmlformats.org/drawingml/2006/main">
            <a:off x="609600" y="666750"/>
            <a:ext cx="1066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FFC928"/>
                </a:solidFill>
                <a:latin typeface="Avenir Next"/>
                <a:ea typeface="Avenir Next"/>
                <a:cs typeface="Avenir Next"/>
              </a:defRPr>
            </a:pPr>
            <a:r>
              <a:rPr sz="900" b="1" i="0">
                <a:solidFill>
                  <a:srgbClr val="FFC928"/>
                </a:solidFill>
                <a:latin typeface="Avenir Next"/>
                <a:ea typeface="Avenir Next"/>
                <a:cs typeface="Avenir Next"/>
              </a:rPr>
              <a:t>LA FERIA COMPLETA</a:t>
            </a:r>
          </a:p>
        </p:txBody>
      </p:sp>
      <p:sp>
        <p:nvSpPr>
          <p:cNvPr id="10" name="">
            <a:extLst xmlns:a="http://schemas.openxmlformats.org/drawingml/2006/main">
              <a:ext uri="{FF2B5EF4-FFF2-40B4-BE49-F238E27FC236}">
                <a16:creationId xmlns:a16="http://schemas.microsoft.com/office/drawing/2014/main" id="{EDA7134E-86B3-45A0-8465-BD77223B0BA3}"/>
              </a:ext>
            </a:extLst>
          </p:cNvPr>
          <p:cNvSpPr>
            <a:spLocks xmlns:a="http://schemas.openxmlformats.org/drawingml/2006/main" noGrp="1"/>
          </p:cNvSpPr>
          <p:nvPr/>
        </p:nvSpPr>
        <p:spPr>
          <a:xfrm xmlns:a="http://schemas.openxmlformats.org/drawingml/2006/main">
            <a:off x="609600" y="990600"/>
            <a:ext cx="1066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4050" b="1" i="0">
                <a:solidFill>
                  <a:srgbClr val="FFFFFF"/>
                </a:solidFill>
                <a:latin typeface="DIN Condensed"/>
                <a:ea typeface="DIN Condensed"/>
                <a:cs typeface="DIN Condensed"/>
              </a:defRPr>
            </a:pPr>
            <a:r>
              <a:rPr sz="4050" b="1" i="0">
                <a:solidFill>
                  <a:srgbClr val="FFFFFF"/>
                </a:solidFill>
                <a:latin typeface="DIN Condensed"/>
                <a:ea typeface="DIN Condensed"/>
                <a:cs typeface="DIN Condensed"/>
              </a:rPr>
              <a:t>Un territorio. Muchos mundos simultáneos.</a:t>
            </a:r>
          </a:p>
        </p:txBody>
      </p:sp>
      <p:sp>
        <p:nvSpPr>
          <p:cNvPr id="11" name="">
            <a:extLst xmlns:a="http://schemas.openxmlformats.org/drawingml/2006/main">
              <a:ext uri="{FF2B5EF4-FFF2-40B4-BE49-F238E27FC236}">
                <a16:creationId xmlns:a16="http://schemas.microsoft.com/office/drawing/2014/main" id="{6C8EB671-6E20-4094-BF8E-537539C7E009}"/>
              </a:ext>
            </a:extLst>
          </p:cNvPr>
          <p:cNvSpPr>
            <a:spLocks xmlns:a="http://schemas.openxmlformats.org/drawingml/2006/main" noGrp="1"/>
          </p:cNvSpPr>
          <p:nvPr/>
        </p:nvSpPr>
        <p:spPr>
          <a:xfrm xmlns:a="http://schemas.openxmlformats.org/drawingml/2006/main">
            <a:off x="609600" y="182880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0" i="0">
                <a:solidFill>
                  <a:srgbClr val="FFFFFF">
                    <a:alpha val="78000"/>
                  </a:srgbClr>
                </a:solidFill>
                <a:latin typeface="Avenir Next"/>
                <a:ea typeface="Avenir Next"/>
                <a:cs typeface="Avenir Next"/>
              </a:defRPr>
            </a:pPr>
            <a:r>
              <a:rPr sz="1500" b="0" i="0">
                <a:solidFill>
                  <a:srgbClr val="FFFFFF">
                    <a:alpha val="78000"/>
                  </a:srgbClr>
                </a:solidFill>
                <a:latin typeface="Avenir Next"/>
                <a:ea typeface="Avenir Next"/>
                <a:cs typeface="Avenir Next"/>
              </a:rPr>
              <a:t>La comunicación debe enseñar a elegir y conectar zonas; no publicar horarios aislados como si fueran eventos distintos.</a:t>
            </a:r>
          </a:p>
        </p:txBody>
      </p:sp>
      <p:sp>
        <p:nvSpPr>
          <p:cNvPr id="12" name="">
            <a:extLst xmlns:a="http://schemas.openxmlformats.org/drawingml/2006/main">
              <a:ext uri="{FF2B5EF4-FFF2-40B4-BE49-F238E27FC236}">
                <a16:creationId xmlns:a16="http://schemas.microsoft.com/office/drawing/2014/main" id="{27EE92AF-3D21-4F94-91D2-8DBFDCBCB8F3}"/>
              </a:ext>
            </a:extLst>
          </p:cNvPr>
          <p:cNvSpPr>
            <a:spLocks xmlns:a="http://schemas.openxmlformats.org/drawingml/2006/main" noGrp="1"/>
          </p:cNvSpPr>
          <p:nvPr/>
        </p:nvSpPr>
        <p:spPr>
          <a:xfrm xmlns:a="http://schemas.openxmlformats.org/drawingml/2006/main">
            <a:off x="609600" y="2419350"/>
            <a:ext cx="4095750" cy="285750"/>
          </a:xfrm>
          <a:prstGeom xmlns:a="http://schemas.openxmlformats.org/drawingml/2006/main" prst="roundRect">
            <a:avLst>
              <a:gd name="adj" fmla="val 50000"/>
            </a:avLst>
          </a:prstGeom>
          <a:solidFill xmlns:a="http://schemas.openxmlformats.org/drawingml/2006/main">
            <a:srgbClr val="2B0D3B"/>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FA626510-AF71-4696-85D4-E270C5EB6B9C}"/>
              </a:ext>
            </a:extLst>
          </p:cNvPr>
          <p:cNvSpPr>
            <a:spLocks xmlns:a="http://schemas.openxmlformats.org/drawingml/2006/main" noGrp="1"/>
          </p:cNvSpPr>
          <p:nvPr/>
        </p:nvSpPr>
        <p:spPr>
          <a:xfrm xmlns:a="http://schemas.openxmlformats.org/drawingml/2006/main">
            <a:off x="704850" y="2466975"/>
            <a:ext cx="3905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825" b="1" i="0">
                <a:solidFill>
                  <a:srgbClr val="FFFFFF"/>
                </a:solidFill>
                <a:latin typeface="Avenir Next"/>
                <a:ea typeface="Avenir Next"/>
                <a:cs typeface="Avenir Next"/>
              </a:defRPr>
            </a:pPr>
            <a:r>
              <a:rPr sz="825" b="1" i="0">
                <a:solidFill>
                  <a:srgbClr val="FFFFFF"/>
                </a:solidFill>
                <a:latin typeface="Avenir Next"/>
                <a:ea typeface="Avenir Next"/>
                <a:cs typeface="Avenir Next"/>
              </a:rPr>
              <a:t>ANCLAS HISTÓRICAS · PROGRAMACIÓN 2026 POR RATIFICAR</a:t>
            </a:r>
          </a:p>
        </p:txBody>
      </p:sp>
      <p:sp>
        <p:nvSpPr>
          <p:cNvPr id="14" name="">
            <a:extLst xmlns:a="http://schemas.openxmlformats.org/drawingml/2006/main">
              <a:ext uri="{FF2B5EF4-FFF2-40B4-BE49-F238E27FC236}">
                <a16:creationId xmlns:a16="http://schemas.microsoft.com/office/drawing/2014/main" id="{B0419769-3082-468E-B286-17C0F7CDFDB4}"/>
              </a:ext>
            </a:extLst>
          </p:cNvPr>
          <p:cNvSpPr>
            <a:spLocks xmlns:a="http://schemas.openxmlformats.org/drawingml/2006/main" noGrp="1"/>
          </p:cNvSpPr>
          <p:nvPr/>
        </p:nvSpPr>
        <p:spPr>
          <a:xfrm xmlns:a="http://schemas.openxmlformats.org/drawingml/2006/main">
            <a:off x="609600" y="2857500"/>
            <a:ext cx="3333750" cy="1181100"/>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3870FA47-A1D5-4D56-930C-6DEFB9A6D5AD}"/>
              </a:ext>
            </a:extLst>
          </p:cNvPr>
          <p:cNvSpPr>
            <a:spLocks xmlns:a="http://schemas.openxmlformats.org/drawingml/2006/main" noGrp="1"/>
          </p:cNvSpPr>
          <p:nvPr/>
        </p:nvSpPr>
        <p:spPr>
          <a:xfrm xmlns:a="http://schemas.openxmlformats.org/drawingml/2006/main">
            <a:off x="800100" y="30670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725" b="1" i="0">
                <a:solidFill>
                  <a:srgbClr val="FFFFFF"/>
                </a:solidFill>
                <a:latin typeface="DIN Condensed"/>
                <a:ea typeface="DIN Condensed"/>
                <a:cs typeface="DIN Condensed"/>
              </a:defRPr>
            </a:pPr>
            <a:r>
              <a:rPr sz="1725" b="1" i="0">
                <a:solidFill>
                  <a:srgbClr val="FFFFFF"/>
                </a:solidFill>
                <a:latin typeface="DIN Condensed"/>
                <a:ea typeface="DIN Condensed"/>
                <a:cs typeface="DIN Condensed"/>
              </a:rPr>
              <a:t>PLAZA DE LA LUNA</a:t>
            </a:r>
          </a:p>
        </p:txBody>
      </p:sp>
      <p:sp>
        <p:nvSpPr>
          <p:cNvPr id="16" name="">
            <a:extLst xmlns:a="http://schemas.openxmlformats.org/drawingml/2006/main">
              <a:ext uri="{FF2B5EF4-FFF2-40B4-BE49-F238E27FC236}">
                <a16:creationId xmlns:a16="http://schemas.microsoft.com/office/drawing/2014/main" id="{373FD2F6-450F-4A76-A73E-79BE4834B262}"/>
              </a:ext>
            </a:extLst>
          </p:cNvPr>
          <p:cNvSpPr>
            <a:spLocks xmlns:a="http://schemas.openxmlformats.org/drawingml/2006/main" noGrp="1"/>
          </p:cNvSpPr>
          <p:nvPr/>
        </p:nvSpPr>
        <p:spPr>
          <a:xfrm xmlns:a="http://schemas.openxmlformats.org/drawingml/2006/main">
            <a:off x="800100" y="354330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familia · cultura · shows</a:t>
            </a:r>
          </a:p>
        </p:txBody>
      </p:sp>
      <p:sp>
        <p:nvSpPr>
          <p:cNvPr id="17" name="">
            <a:extLst xmlns:a="http://schemas.openxmlformats.org/drawingml/2006/main">
              <a:ext uri="{FF2B5EF4-FFF2-40B4-BE49-F238E27FC236}">
                <a16:creationId xmlns:a16="http://schemas.microsoft.com/office/drawing/2014/main" id="{FBE41BD8-2B4F-4470-9D47-817F33C9A7A3}"/>
              </a:ext>
            </a:extLst>
          </p:cNvPr>
          <p:cNvSpPr>
            <a:spLocks xmlns:a="http://schemas.openxmlformats.org/drawingml/2006/main" noGrp="1"/>
          </p:cNvSpPr>
          <p:nvPr/>
        </p:nvSpPr>
        <p:spPr>
          <a:xfrm xmlns:a="http://schemas.openxmlformats.org/drawingml/2006/main">
            <a:off x="4267200" y="2857500"/>
            <a:ext cx="3333750" cy="1181100"/>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BCFB9751-E991-4133-A20B-2656EC63B7A7}"/>
              </a:ext>
            </a:extLst>
          </p:cNvPr>
          <p:cNvSpPr>
            <a:spLocks xmlns:a="http://schemas.openxmlformats.org/drawingml/2006/main" noGrp="1"/>
          </p:cNvSpPr>
          <p:nvPr/>
        </p:nvSpPr>
        <p:spPr>
          <a:xfrm xmlns:a="http://schemas.openxmlformats.org/drawingml/2006/main">
            <a:off x="4457700" y="30670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725" b="1" i="0">
                <a:solidFill>
                  <a:srgbClr val="FFFFFF"/>
                </a:solidFill>
                <a:latin typeface="DIN Condensed"/>
                <a:ea typeface="DIN Condensed"/>
                <a:cs typeface="DIN Condensed"/>
              </a:defRPr>
            </a:pPr>
            <a:r>
              <a:rPr sz="1725" b="1" i="0">
                <a:solidFill>
                  <a:srgbClr val="FFFFFF"/>
                </a:solidFill>
                <a:latin typeface="DIN Condensed"/>
                <a:ea typeface="DIN Condensed"/>
                <a:cs typeface="DIN Condensed"/>
              </a:rPr>
              <a:t>PLAZA DEL SOL</a:t>
            </a:r>
          </a:p>
        </p:txBody>
      </p:sp>
      <p:sp>
        <p:nvSpPr>
          <p:cNvPr id="19" name="">
            <a:extLst xmlns:a="http://schemas.openxmlformats.org/drawingml/2006/main">
              <a:ext uri="{FF2B5EF4-FFF2-40B4-BE49-F238E27FC236}">
                <a16:creationId xmlns:a16="http://schemas.microsoft.com/office/drawing/2014/main" id="{0D4378E7-F625-4741-870C-58F61546D542}"/>
              </a:ext>
            </a:extLst>
          </p:cNvPr>
          <p:cNvSpPr>
            <a:spLocks xmlns:a="http://schemas.openxmlformats.org/drawingml/2006/main" noGrp="1"/>
          </p:cNvSpPr>
          <p:nvPr/>
        </p:nvSpPr>
        <p:spPr>
          <a:xfrm xmlns:a="http://schemas.openxmlformats.org/drawingml/2006/main">
            <a:off x="4457700" y="354330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demostraciones · tradición · día</a:t>
            </a:r>
          </a:p>
        </p:txBody>
      </p:sp>
      <p:sp>
        <p:nvSpPr>
          <p:cNvPr id="20" name="">
            <a:extLst xmlns:a="http://schemas.openxmlformats.org/drawingml/2006/main">
              <a:ext uri="{FF2B5EF4-FFF2-40B4-BE49-F238E27FC236}">
                <a16:creationId xmlns:a16="http://schemas.microsoft.com/office/drawing/2014/main" id="{80CAD9DC-F4AA-4228-9F1D-073F63872699}"/>
              </a:ext>
            </a:extLst>
          </p:cNvPr>
          <p:cNvSpPr>
            <a:spLocks xmlns:a="http://schemas.openxmlformats.org/drawingml/2006/main" noGrp="1"/>
          </p:cNvSpPr>
          <p:nvPr/>
        </p:nvSpPr>
        <p:spPr>
          <a:xfrm xmlns:a="http://schemas.openxmlformats.org/drawingml/2006/main">
            <a:off x="7924800" y="2857500"/>
            <a:ext cx="3333750" cy="1181100"/>
          </a:xfrm>
          <a:prstGeom xmlns:a="http://schemas.openxmlformats.org/drawingml/2006/main" prst="rect">
            <a:avLst/>
          </a:prstGeom>
          <a:solidFill xmlns:a="http://schemas.openxmlformats.org/drawingml/2006/main">
            <a:srgbClr val="FFC92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2678E5EE-F155-40AD-907C-AFAF5F6E5FE3}"/>
              </a:ext>
            </a:extLst>
          </p:cNvPr>
          <p:cNvSpPr>
            <a:spLocks xmlns:a="http://schemas.openxmlformats.org/drawingml/2006/main" noGrp="1"/>
          </p:cNvSpPr>
          <p:nvPr/>
        </p:nvSpPr>
        <p:spPr>
          <a:xfrm xmlns:a="http://schemas.openxmlformats.org/drawingml/2006/main">
            <a:off x="8115300" y="30670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725" b="1" i="0">
                <a:solidFill>
                  <a:srgbClr val="FFFFFF"/>
                </a:solidFill>
                <a:latin typeface="DIN Condensed"/>
                <a:ea typeface="DIN Condensed"/>
                <a:cs typeface="DIN Condensed"/>
              </a:defRPr>
            </a:pPr>
            <a:r>
              <a:rPr sz="1725" b="1" i="0">
                <a:solidFill>
                  <a:srgbClr val="FFFFFF"/>
                </a:solidFill>
                <a:latin typeface="DIN Condensed"/>
                <a:ea typeface="DIN Condensed"/>
                <a:cs typeface="DIN Condensed"/>
              </a:rPr>
              <a:t>GRANJA</a:t>
            </a:r>
          </a:p>
        </p:txBody>
      </p:sp>
      <p:sp>
        <p:nvSpPr>
          <p:cNvPr id="22" name="">
            <a:extLst xmlns:a="http://schemas.openxmlformats.org/drawingml/2006/main">
              <a:ext uri="{FF2B5EF4-FFF2-40B4-BE49-F238E27FC236}">
                <a16:creationId xmlns:a16="http://schemas.microsoft.com/office/drawing/2014/main" id="{8B3AADA0-CF37-404B-811C-98482606A6D8}"/>
              </a:ext>
            </a:extLst>
          </p:cNvPr>
          <p:cNvSpPr>
            <a:spLocks xmlns:a="http://schemas.openxmlformats.org/drawingml/2006/main" noGrp="1"/>
          </p:cNvSpPr>
          <p:nvPr/>
        </p:nvSpPr>
        <p:spPr>
          <a:xfrm xmlns:a="http://schemas.openxmlformats.org/drawingml/2006/main">
            <a:off x="8115300" y="354330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naturaleza · animales · aprendizaje</a:t>
            </a:r>
          </a:p>
        </p:txBody>
      </p:sp>
      <p:sp>
        <p:nvSpPr>
          <p:cNvPr id="23" name="">
            <a:extLst xmlns:a="http://schemas.openxmlformats.org/drawingml/2006/main">
              <a:ext uri="{FF2B5EF4-FFF2-40B4-BE49-F238E27FC236}">
                <a16:creationId xmlns:a16="http://schemas.microsoft.com/office/drawing/2014/main" id="{A7F24C05-9F07-4BCF-87E7-B782969620A8}"/>
              </a:ext>
            </a:extLst>
          </p:cNvPr>
          <p:cNvSpPr>
            <a:spLocks xmlns:a="http://schemas.openxmlformats.org/drawingml/2006/main" noGrp="1"/>
          </p:cNvSpPr>
          <p:nvPr/>
        </p:nvSpPr>
        <p:spPr>
          <a:xfrm xmlns:a="http://schemas.openxmlformats.org/drawingml/2006/main">
            <a:off x="609600" y="4286250"/>
            <a:ext cx="3333750" cy="1181100"/>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1070B6DF-00C6-45EC-AB32-6715CAE0E91C}"/>
              </a:ext>
            </a:extLst>
          </p:cNvPr>
          <p:cNvSpPr>
            <a:spLocks xmlns:a="http://schemas.openxmlformats.org/drawingml/2006/main" noGrp="1"/>
          </p:cNvSpPr>
          <p:nvPr/>
        </p:nvSpPr>
        <p:spPr>
          <a:xfrm xmlns:a="http://schemas.openxmlformats.org/drawingml/2006/main">
            <a:off x="800100" y="449580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725" b="1" i="0">
                <a:solidFill>
                  <a:srgbClr val="FFFFFF"/>
                </a:solidFill>
                <a:latin typeface="DIN Condensed"/>
                <a:ea typeface="DIN Condensed"/>
                <a:cs typeface="DIN Condensed"/>
              </a:defRPr>
            </a:pPr>
            <a:r>
              <a:rPr sz="1725" b="1" i="0">
                <a:solidFill>
                  <a:srgbClr val="FFFFFF"/>
                </a:solidFill>
                <a:latin typeface="DIN Condensed"/>
                <a:ea typeface="DIN Condensed"/>
                <a:cs typeface="DIN Condensed"/>
              </a:rPr>
              <a:t>MEGAESCENARIO</a:t>
            </a:r>
          </a:p>
        </p:txBody>
      </p:sp>
      <p:sp>
        <p:nvSpPr>
          <p:cNvPr id="25" name="">
            <a:extLst xmlns:a="http://schemas.openxmlformats.org/drawingml/2006/main">
              <a:ext uri="{FF2B5EF4-FFF2-40B4-BE49-F238E27FC236}">
                <a16:creationId xmlns:a16="http://schemas.microsoft.com/office/drawing/2014/main" id="{9323D58A-5D8C-4890-AC6B-29CCCE36E056}"/>
              </a:ext>
            </a:extLst>
          </p:cNvPr>
          <p:cNvSpPr>
            <a:spLocks xmlns:a="http://schemas.openxmlformats.org/drawingml/2006/main" noGrp="1"/>
          </p:cNvSpPr>
          <p:nvPr/>
        </p:nvSpPr>
        <p:spPr>
          <a:xfrm xmlns:a="http://schemas.openxmlformats.org/drawingml/2006/main">
            <a:off x="800100" y="497205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música · memoria · noche</a:t>
            </a:r>
          </a:p>
        </p:txBody>
      </p:sp>
      <p:sp>
        <p:nvSpPr>
          <p:cNvPr id="26" name="">
            <a:extLst xmlns:a="http://schemas.openxmlformats.org/drawingml/2006/main">
              <a:ext uri="{FF2B5EF4-FFF2-40B4-BE49-F238E27FC236}">
                <a16:creationId xmlns:a16="http://schemas.microsoft.com/office/drawing/2014/main" id="{6D1DABCF-9109-4C72-AB8C-AAA1F282BA5F}"/>
              </a:ext>
            </a:extLst>
          </p:cNvPr>
          <p:cNvSpPr>
            <a:spLocks xmlns:a="http://schemas.openxmlformats.org/drawingml/2006/main" noGrp="1"/>
          </p:cNvSpPr>
          <p:nvPr/>
        </p:nvSpPr>
        <p:spPr>
          <a:xfrm xmlns:a="http://schemas.openxmlformats.org/drawingml/2006/main">
            <a:off x="4267200" y="4286250"/>
            <a:ext cx="3333750" cy="1181100"/>
          </a:xfrm>
          <a:prstGeom xmlns:a="http://schemas.openxmlformats.org/drawingml/2006/main" prst="rect">
            <a:avLst/>
          </a:prstGeom>
          <a:solidFill xmlns:a="http://schemas.openxmlformats.org/drawingml/2006/main">
            <a:srgbClr val="2B0D3B"/>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DEA2529A-607C-4258-B10A-A21D0036AFB4}"/>
              </a:ext>
            </a:extLst>
          </p:cNvPr>
          <p:cNvSpPr>
            <a:spLocks xmlns:a="http://schemas.openxmlformats.org/drawingml/2006/main" noGrp="1"/>
          </p:cNvSpPr>
          <p:nvPr/>
        </p:nvSpPr>
        <p:spPr>
          <a:xfrm xmlns:a="http://schemas.openxmlformats.org/drawingml/2006/main">
            <a:off x="4457700" y="449580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725" b="1" i="0">
                <a:solidFill>
                  <a:srgbClr val="FFFFFF"/>
                </a:solidFill>
                <a:latin typeface="DIN Condensed"/>
                <a:ea typeface="DIN Condensed"/>
                <a:cs typeface="DIN Condensed"/>
              </a:defRPr>
            </a:pPr>
            <a:r>
              <a:rPr sz="1725" b="1" i="0">
                <a:solidFill>
                  <a:srgbClr val="FFFFFF"/>
                </a:solidFill>
                <a:latin typeface="DIN Condensed"/>
                <a:ea typeface="DIN Condensed"/>
                <a:cs typeface="DIN Condensed"/>
              </a:rPr>
              <a:t>FERIA COMERCIAL</a:t>
            </a:r>
          </a:p>
        </p:txBody>
      </p:sp>
      <p:sp>
        <p:nvSpPr>
          <p:cNvPr id="28" name="">
            <a:extLst xmlns:a="http://schemas.openxmlformats.org/drawingml/2006/main">
              <a:ext uri="{FF2B5EF4-FFF2-40B4-BE49-F238E27FC236}">
                <a16:creationId xmlns:a16="http://schemas.microsoft.com/office/drawing/2014/main" id="{6FAECF9C-D13E-44BD-B256-701741C81F3E}"/>
              </a:ext>
            </a:extLst>
          </p:cNvPr>
          <p:cNvSpPr>
            <a:spLocks xmlns:a="http://schemas.openxmlformats.org/drawingml/2006/main" noGrp="1"/>
          </p:cNvSpPr>
          <p:nvPr/>
        </p:nvSpPr>
        <p:spPr>
          <a:xfrm xmlns:a="http://schemas.openxmlformats.org/drawingml/2006/main">
            <a:off x="4457700" y="497205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emprendedores · sabores · hallazgos</a:t>
            </a:r>
          </a:p>
        </p:txBody>
      </p:sp>
      <p:sp>
        <p:nvSpPr>
          <p:cNvPr id="29" name="">
            <a:extLst xmlns:a="http://schemas.openxmlformats.org/drawingml/2006/main">
              <a:ext uri="{FF2B5EF4-FFF2-40B4-BE49-F238E27FC236}">
                <a16:creationId xmlns:a16="http://schemas.microsoft.com/office/drawing/2014/main" id="{5FFA1DE8-2B29-4123-A417-E477E4DAB2C4}"/>
              </a:ext>
            </a:extLst>
          </p:cNvPr>
          <p:cNvSpPr>
            <a:spLocks xmlns:a="http://schemas.openxmlformats.org/drawingml/2006/main" noGrp="1"/>
          </p:cNvSpPr>
          <p:nvPr/>
        </p:nvSpPr>
        <p:spPr>
          <a:xfrm xmlns:a="http://schemas.openxmlformats.org/drawingml/2006/main">
            <a:off x="7924800" y="4286250"/>
            <a:ext cx="3333750" cy="1181100"/>
          </a:xfrm>
          <a:prstGeom xmlns:a="http://schemas.openxmlformats.org/drawingml/2006/main" prst="rect">
            <a:avLst/>
          </a:prstGeom>
          <a:solidFill xmlns:a="http://schemas.openxmlformats.org/drawingml/2006/main">
            <a:srgbClr val="197A63"/>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B1B88E09-D45B-4134-8D0F-89F4FBEAC28A}"/>
              </a:ext>
            </a:extLst>
          </p:cNvPr>
          <p:cNvSpPr>
            <a:spLocks xmlns:a="http://schemas.openxmlformats.org/drawingml/2006/main" noGrp="1"/>
          </p:cNvSpPr>
          <p:nvPr/>
        </p:nvSpPr>
        <p:spPr>
          <a:xfrm xmlns:a="http://schemas.openxmlformats.org/drawingml/2006/main">
            <a:off x="8115300" y="449580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725" b="1" i="0">
                <a:solidFill>
                  <a:srgbClr val="FFFFFF"/>
                </a:solidFill>
                <a:latin typeface="DIN Condensed"/>
                <a:ea typeface="DIN Condensed"/>
                <a:cs typeface="DIN Condensed"/>
              </a:defRPr>
            </a:pPr>
            <a:r>
              <a:rPr sz="1725" b="1" i="0">
                <a:solidFill>
                  <a:srgbClr val="FFFFFF"/>
                </a:solidFill>
                <a:latin typeface="DIN Condensed"/>
                <a:ea typeface="DIN Condensed"/>
                <a:cs typeface="DIN Condensed"/>
              </a:rPr>
              <a:t>SERVICIOS</a:t>
            </a:r>
          </a:p>
        </p:txBody>
      </p:sp>
      <p:sp>
        <p:nvSpPr>
          <p:cNvPr id="31" name="">
            <a:extLst xmlns:a="http://schemas.openxmlformats.org/drawingml/2006/main">
              <a:ext uri="{FF2B5EF4-FFF2-40B4-BE49-F238E27FC236}">
                <a16:creationId xmlns:a16="http://schemas.microsoft.com/office/drawing/2014/main" id="{9BC4CCA8-25DD-443E-B3D0-297F86D9F880}"/>
              </a:ext>
            </a:extLst>
          </p:cNvPr>
          <p:cNvSpPr>
            <a:spLocks xmlns:a="http://schemas.openxmlformats.org/drawingml/2006/main" noGrp="1"/>
          </p:cNvSpPr>
          <p:nvPr/>
        </p:nvSpPr>
        <p:spPr>
          <a:xfrm xmlns:a="http://schemas.openxmlformats.org/drawingml/2006/main">
            <a:off x="8115300" y="497205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mapa · baños · comida · ayuda</a:t>
            </a:r>
          </a:p>
        </p:txBody>
      </p:sp>
    </p:spTree>
    <p:extLst>
      <p:ext uri="{BB962C8B-B14F-4D97-AF65-F5344CB8AC3E}">
        <p14:creationId xmlns:p14="http://schemas.microsoft.com/office/powerpoint/2010/main" val="1509225928"/>
      </p:ext>
    </p:extLst>
  </p:cSld>
</p:sld>
</file>

<file path=ppt/slides/slide13.xml><?xml version="1.0" encoding="utf-8"?>
<p:sld xmlns:p="http://schemas.openxmlformats.org/presentationml/2006/main">
  <p:cSld>
    <p:bg>
      <p:bgPr>
        <a:solidFill xmlns:a="http://schemas.openxmlformats.org/drawingml/2006/main">
          <a:srgbClr val="FFF7EA"/>
        </a:solidFill>
      </p:bgPr>
    </p:bg>
    <p:spTree>
      <p:nvGrpSpPr>
        <p:cNvPr id="1" name=""/>
        <p:cNvGrpSpPr/>
        <p:nvPr/>
      </p:nvGrpSpPr>
      <p:grpSpPr>
        <a:xfrm xmlns:a="http://schemas.openxmlformats.org/drawingml/2006/main"/>
      </p:grpSpPr>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b5c6bb34bb864116"/>
          <a:srcRect xmlns:a="http://schemas.openxmlformats.org/drawingml/2006/main" l="33594" t="0" r="33594" b="0"/>
          <a:stretch xmlns:a="http://schemas.openxmlformats.org/drawingml/2006/main">
            <a:fillRect l="0" t="0" r="0" b="0"/>
          </a:stretch>
        </p:blipFill>
        <p:spPr>
          <a:xfrm xmlns:a="http://schemas.openxmlformats.org/drawingml/2006/main">
            <a:off x="8191500" y="0"/>
            <a:ext cx="40005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0300359-FA4F-4AB3-A70F-4816A61BA00F}"/>
              </a:ext>
            </a:extLst>
          </p:cNvPr>
          <p:cNvSpPr>
            <a:spLocks xmlns:a="http://schemas.openxmlformats.org/drawingml/2006/main" noGrp="1"/>
          </p:cNvSpPr>
          <p:nvPr/>
        </p:nvSpPr>
        <p:spPr>
          <a:xfrm xmlns:a="http://schemas.openxmlformats.org/drawingml/2006/main">
            <a:off x="0" y="0"/>
            <a:ext cx="2438400" cy="66675"/>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306D079-587E-4713-B74D-D21B18A0F2A0}"/>
              </a:ext>
            </a:extLst>
          </p:cNvPr>
          <p:cNvSpPr>
            <a:spLocks xmlns:a="http://schemas.openxmlformats.org/drawingml/2006/main" noGrp="1"/>
          </p:cNvSpPr>
          <p:nvPr/>
        </p:nvSpPr>
        <p:spPr>
          <a:xfrm xmlns:a="http://schemas.openxmlformats.org/drawingml/2006/main">
            <a:off x="2438400" y="0"/>
            <a:ext cx="2438400" cy="66675"/>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0D4BB89-DA95-476A-A8EE-6E4A0986F51A}"/>
              </a:ext>
            </a:extLst>
          </p:cNvPr>
          <p:cNvSpPr>
            <a:spLocks xmlns:a="http://schemas.openxmlformats.org/drawingml/2006/main" noGrp="1"/>
          </p:cNvSpPr>
          <p:nvPr/>
        </p:nvSpPr>
        <p:spPr>
          <a:xfrm xmlns:a="http://schemas.openxmlformats.org/drawingml/2006/main">
            <a:off x="4876800" y="0"/>
            <a:ext cx="2438400" cy="66675"/>
          </a:xfrm>
          <a:prstGeom xmlns:a="http://schemas.openxmlformats.org/drawingml/2006/main" prst="rect">
            <a:avLst/>
          </a:prstGeom>
          <a:solidFill xmlns:a="http://schemas.openxmlformats.org/drawingml/2006/main">
            <a:srgbClr val="FFC92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E3DC61B-648C-4D4D-9738-D0824C21BB35}"/>
              </a:ext>
            </a:extLst>
          </p:cNvPr>
          <p:cNvSpPr>
            <a:spLocks xmlns:a="http://schemas.openxmlformats.org/drawingml/2006/main" noGrp="1"/>
          </p:cNvSpPr>
          <p:nvPr/>
        </p:nvSpPr>
        <p:spPr>
          <a:xfrm xmlns:a="http://schemas.openxmlformats.org/drawingml/2006/main">
            <a:off x="7315200" y="0"/>
            <a:ext cx="2438400" cy="66675"/>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19CB8F85-C4F0-4B12-AC88-662B60BA4822}"/>
              </a:ext>
            </a:extLst>
          </p:cNvPr>
          <p:cNvSpPr>
            <a:spLocks xmlns:a="http://schemas.openxmlformats.org/drawingml/2006/main" noGrp="1"/>
          </p:cNvSpPr>
          <p:nvPr/>
        </p:nvSpPr>
        <p:spPr>
          <a:xfrm xmlns:a="http://schemas.openxmlformats.org/drawingml/2006/main">
            <a:off x="9753600" y="0"/>
            <a:ext cx="2438400" cy="66675"/>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A022D522-4EE4-44EE-A726-3B4284CF4D24}"/>
              </a:ext>
            </a:extLst>
          </p:cNvPr>
          <p:cNvSpPr>
            <a:spLocks xmlns:a="http://schemas.openxmlformats.org/drawingml/2006/main" noGrp="1"/>
          </p:cNvSpPr>
          <p:nvPr/>
        </p:nvSpPr>
        <p:spPr>
          <a:xfrm xmlns:a="http://schemas.openxmlformats.org/drawingml/2006/main">
            <a:off x="609600" y="26670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E72D78"/>
                </a:solidFill>
                <a:latin typeface="Avenir Next"/>
                <a:ea typeface="Avenir Next"/>
                <a:cs typeface="Avenir Next"/>
              </a:defRPr>
            </a:pPr>
            <a:r>
              <a:rPr sz="825" b="1" i="0">
                <a:solidFill>
                  <a:srgbClr val="E72D78"/>
                </a:solidFill>
                <a:latin typeface="Avenir Next"/>
                <a:ea typeface="Avenir Next"/>
                <a:cs typeface="Avenir Next"/>
              </a:rPr>
              <a:t>EXPERIENCIA FAMILIAR</a:t>
            </a:r>
          </a:p>
        </p:txBody>
      </p:sp>
      <p:sp>
        <p:nvSpPr>
          <p:cNvPr id="8" name="">
            <a:extLst xmlns:a="http://schemas.openxmlformats.org/drawingml/2006/main">
              <a:ext uri="{FF2B5EF4-FFF2-40B4-BE49-F238E27FC236}">
                <a16:creationId xmlns:a16="http://schemas.microsoft.com/office/drawing/2014/main" id="{A8736C92-0A7B-4754-8722-65433589D37D}"/>
              </a:ext>
            </a:extLst>
          </p:cNvPr>
          <p:cNvSpPr>
            <a:spLocks xmlns:a="http://schemas.openxmlformats.org/drawingml/2006/main" noGrp="1"/>
          </p:cNvSpPr>
          <p:nvPr/>
        </p:nvSpPr>
        <p:spPr>
          <a:xfrm xmlns:a="http://schemas.openxmlformats.org/drawingml/2006/main">
            <a:off x="609600" y="6534150"/>
            <a:ext cx="4762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675" b="1" i="0">
                <a:solidFill>
                  <a:srgbClr val="25112C">
                    <a:alpha val="55000"/>
                  </a:srgbClr>
                </a:solidFill>
                <a:latin typeface="Avenir Next"/>
                <a:ea typeface="Avenir Next"/>
                <a:cs typeface="Avenir Next"/>
              </a:defRPr>
            </a:pPr>
            <a:r>
              <a:rPr sz="675" b="1" i="0">
                <a:solidFill>
                  <a:srgbClr val="25112C">
                    <a:alpha val="55000"/>
                  </a:srgbClr>
                </a:solidFill>
                <a:latin typeface="Avenir Next"/>
                <a:ea typeface="Avenir Next"/>
                <a:cs typeface="Avenir Next"/>
              </a:rPr>
              <a:t>DOCUMENTO INTERNO · PROPUESTA EN REVISIÓN</a:t>
            </a:r>
          </a:p>
        </p:txBody>
      </p:sp>
      <p:sp>
        <p:nvSpPr>
          <p:cNvPr id="9" name="">
            <a:extLst xmlns:a="http://schemas.openxmlformats.org/drawingml/2006/main">
              <a:ext uri="{FF2B5EF4-FFF2-40B4-BE49-F238E27FC236}">
                <a16:creationId xmlns:a16="http://schemas.microsoft.com/office/drawing/2014/main" id="{C8E09970-1F53-421F-8D29-FEAB1D11D2C9}"/>
              </a:ext>
            </a:extLst>
          </p:cNvPr>
          <p:cNvSpPr>
            <a:spLocks xmlns:a="http://schemas.openxmlformats.org/drawingml/2006/main" noGrp="1"/>
          </p:cNvSpPr>
          <p:nvPr/>
        </p:nvSpPr>
        <p:spPr>
          <a:xfrm xmlns:a="http://schemas.openxmlformats.org/drawingml/2006/main">
            <a:off x="11239500" y="6505575"/>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750" b="1" i="0">
                <a:solidFill>
                  <a:srgbClr val="25112C">
                    <a:alpha val="55000"/>
                  </a:srgbClr>
                </a:solidFill>
                <a:latin typeface="Avenir Next"/>
                <a:ea typeface="Avenir Next"/>
                <a:cs typeface="Avenir Next"/>
              </a:defRPr>
            </a:pPr>
            <a:r>
              <a:rPr sz="750" b="1" i="0">
                <a:solidFill>
                  <a:srgbClr val="25112C">
                    <a:alpha val="55000"/>
                  </a:srgbClr>
                </a:solidFill>
                <a:latin typeface="Avenir Next"/>
                <a:ea typeface="Avenir Next"/>
                <a:cs typeface="Avenir Next"/>
              </a:rPr>
              <a:t>13</a:t>
            </a:r>
          </a:p>
        </p:txBody>
      </p:sp>
      <p:sp>
        <p:nvSpPr>
          <p:cNvPr id="10" name="">
            <a:extLst xmlns:a="http://schemas.openxmlformats.org/drawingml/2006/main">
              <a:ext uri="{FF2B5EF4-FFF2-40B4-BE49-F238E27FC236}">
                <a16:creationId xmlns:a16="http://schemas.microsoft.com/office/drawing/2014/main" id="{1A58E47A-F413-4458-A896-53152E76473B}"/>
              </a:ext>
            </a:extLst>
          </p:cNvPr>
          <p:cNvSpPr>
            <a:spLocks xmlns:a="http://schemas.openxmlformats.org/drawingml/2006/main" noGrp="1"/>
          </p:cNvSpPr>
          <p:nvPr/>
        </p:nvSpPr>
        <p:spPr>
          <a:xfrm xmlns:a="http://schemas.openxmlformats.org/drawingml/2006/main">
            <a:off x="609600" y="666750"/>
            <a:ext cx="6381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E72D78"/>
                </a:solidFill>
                <a:latin typeface="Avenir Next"/>
                <a:ea typeface="Avenir Next"/>
                <a:cs typeface="Avenir Next"/>
              </a:defRPr>
            </a:pPr>
            <a:r>
              <a:rPr sz="900" b="1" i="0">
                <a:solidFill>
                  <a:srgbClr val="E72D78"/>
                </a:solidFill>
                <a:latin typeface="Avenir Next"/>
                <a:ea typeface="Avenir Next"/>
                <a:cs typeface="Avenir Next"/>
              </a:rPr>
              <a:t>EL GRAN IMÁN</a:t>
            </a:r>
          </a:p>
        </p:txBody>
      </p:sp>
      <p:sp>
        <p:nvSpPr>
          <p:cNvPr id="11" name="">
            <a:extLst xmlns:a="http://schemas.openxmlformats.org/drawingml/2006/main">
              <a:ext uri="{FF2B5EF4-FFF2-40B4-BE49-F238E27FC236}">
                <a16:creationId xmlns:a16="http://schemas.microsoft.com/office/drawing/2014/main" id="{5E9B7EDA-80DD-4B19-BBE5-4CEE6D954016}"/>
              </a:ext>
            </a:extLst>
          </p:cNvPr>
          <p:cNvSpPr>
            <a:spLocks xmlns:a="http://schemas.openxmlformats.org/drawingml/2006/main" noGrp="1"/>
          </p:cNvSpPr>
          <p:nvPr/>
        </p:nvSpPr>
        <p:spPr>
          <a:xfrm xmlns:a="http://schemas.openxmlformats.org/drawingml/2006/main">
            <a:off x="609600" y="990600"/>
            <a:ext cx="63817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3750" b="1" i="0">
                <a:solidFill>
                  <a:srgbClr val="25112C"/>
                </a:solidFill>
                <a:latin typeface="DIN Condensed"/>
                <a:ea typeface="DIN Condensed"/>
                <a:cs typeface="DIN Condensed"/>
              </a:defRPr>
            </a:pPr>
            <a:r>
              <a:rPr sz="3750" b="1" i="0">
                <a:solidFill>
                  <a:srgbClr val="25112C"/>
                </a:solidFill>
                <a:latin typeface="DIN Condensed"/>
                <a:ea typeface="DIN Condensed"/>
                <a:cs typeface="DIN Condensed"/>
              </a:rPr>
              <a:t>Una feria donde cada generación encuentra algo que vivir.</a:t>
            </a:r>
          </a:p>
        </p:txBody>
      </p:sp>
      <p:sp>
        <p:nvSpPr>
          <p:cNvPr id="12" name="">
            <a:extLst xmlns:a="http://schemas.openxmlformats.org/drawingml/2006/main">
              <a:ext uri="{FF2B5EF4-FFF2-40B4-BE49-F238E27FC236}">
                <a16:creationId xmlns:a16="http://schemas.microsoft.com/office/drawing/2014/main" id="{A4B3F5A6-0FDD-41A0-A11B-51FF67EC00A6}"/>
              </a:ext>
            </a:extLst>
          </p:cNvPr>
          <p:cNvSpPr>
            <a:spLocks xmlns:a="http://schemas.openxmlformats.org/drawingml/2006/main" noGrp="1"/>
          </p:cNvSpPr>
          <p:nvPr/>
        </p:nvSpPr>
        <p:spPr>
          <a:xfrm xmlns:a="http://schemas.openxmlformats.org/drawingml/2006/main">
            <a:off x="609600" y="2228850"/>
            <a:ext cx="63817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0" i="0">
                <a:solidFill>
                  <a:srgbClr val="6D6470"/>
                </a:solidFill>
                <a:latin typeface="Avenir Next"/>
                <a:ea typeface="Avenir Next"/>
                <a:cs typeface="Avenir Next"/>
              </a:defRPr>
            </a:pPr>
            <a:r>
              <a:rPr sz="1500" b="0" i="0">
                <a:solidFill>
                  <a:srgbClr val="6D6470"/>
                </a:solidFill>
                <a:latin typeface="Avenir Next"/>
                <a:ea typeface="Avenir Next"/>
                <a:cs typeface="Avenir Next"/>
              </a:rPr>
              <a:t>La familia no debe esperar al concierto: necesita rutas, pausas, descubrimientos y razones para permanecer durante el día.</a:t>
            </a:r>
          </a:p>
        </p:txBody>
      </p:sp>
      <p:sp>
        <p:nvSpPr>
          <p:cNvPr id="13" name="">
            <a:extLst xmlns:a="http://schemas.openxmlformats.org/drawingml/2006/main">
              <a:ext uri="{FF2B5EF4-FFF2-40B4-BE49-F238E27FC236}">
                <a16:creationId xmlns:a16="http://schemas.microsoft.com/office/drawing/2014/main" id="{FDAFDC8E-1B9D-45ED-A1BA-32E556C594DA}"/>
              </a:ext>
            </a:extLst>
          </p:cNvPr>
          <p:cNvSpPr>
            <a:spLocks xmlns:a="http://schemas.openxmlformats.org/drawingml/2006/main" noGrp="1"/>
          </p:cNvSpPr>
          <p:nvPr/>
        </p:nvSpPr>
        <p:spPr>
          <a:xfrm xmlns:a="http://schemas.openxmlformats.org/drawingml/2006/main">
            <a:off x="609600" y="3524250"/>
            <a:ext cx="209550" cy="209550"/>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C00E1444-A289-4B61-B424-D4E3D7641A89}"/>
              </a:ext>
            </a:extLst>
          </p:cNvPr>
          <p:cNvSpPr>
            <a:spLocks xmlns:a="http://schemas.openxmlformats.org/drawingml/2006/main" noGrp="1"/>
          </p:cNvSpPr>
          <p:nvPr/>
        </p:nvSpPr>
        <p:spPr>
          <a:xfrm xmlns:a="http://schemas.openxmlformats.org/drawingml/2006/main">
            <a:off x="952500" y="3448050"/>
            <a:ext cx="1447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75" b="1" i="0">
                <a:solidFill>
                  <a:srgbClr val="25112C"/>
                </a:solidFill>
                <a:latin typeface="DIN Condensed"/>
                <a:ea typeface="DIN Condensed"/>
                <a:cs typeface="DIN Condensed"/>
              </a:defRPr>
            </a:pPr>
            <a:r>
              <a:rPr sz="1275" b="1" i="0">
                <a:solidFill>
                  <a:srgbClr val="25112C"/>
                </a:solidFill>
                <a:latin typeface="DIN Condensed"/>
                <a:ea typeface="DIN Condensed"/>
                <a:cs typeface="DIN Condensed"/>
              </a:rPr>
              <a:t>NATURALEZA</a:t>
            </a:r>
          </a:p>
        </p:txBody>
      </p:sp>
      <p:sp>
        <p:nvSpPr>
          <p:cNvPr id="15" name="">
            <a:extLst xmlns:a="http://schemas.openxmlformats.org/drawingml/2006/main">
              <a:ext uri="{FF2B5EF4-FFF2-40B4-BE49-F238E27FC236}">
                <a16:creationId xmlns:a16="http://schemas.microsoft.com/office/drawing/2014/main" id="{99CA8A2F-48B1-4F95-91F6-0D60D0B9D44A}"/>
              </a:ext>
            </a:extLst>
          </p:cNvPr>
          <p:cNvSpPr>
            <a:spLocks xmlns:a="http://schemas.openxmlformats.org/drawingml/2006/main" noGrp="1"/>
          </p:cNvSpPr>
          <p:nvPr/>
        </p:nvSpPr>
        <p:spPr>
          <a:xfrm xmlns:a="http://schemas.openxmlformats.org/drawingml/2006/main">
            <a:off x="2419350" y="34671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i="0">
                <a:solidFill>
                  <a:srgbClr val="6D6470"/>
                </a:solidFill>
                <a:latin typeface="Avenir Next"/>
                <a:ea typeface="Avenir Next"/>
                <a:cs typeface="Avenir Next"/>
              </a:defRPr>
            </a:pPr>
            <a:r>
              <a:rPr sz="1050" b="0" i="0">
                <a:solidFill>
                  <a:srgbClr val="6D6470"/>
                </a:solidFill>
                <a:latin typeface="Avenir Next"/>
                <a:ea typeface="Avenir Next"/>
                <a:cs typeface="Avenir Next"/>
              </a:rPr>
              <a:t>paisaje · recorridos · fotografía</a:t>
            </a:r>
          </a:p>
        </p:txBody>
      </p:sp>
      <p:sp>
        <p:nvSpPr>
          <p:cNvPr id="16" name="">
            <a:extLst xmlns:a="http://schemas.openxmlformats.org/drawingml/2006/main">
              <a:ext uri="{FF2B5EF4-FFF2-40B4-BE49-F238E27FC236}">
                <a16:creationId xmlns:a16="http://schemas.microsoft.com/office/drawing/2014/main" id="{6B671D7C-F32A-4F4A-A255-46908FC4FA85}"/>
              </a:ext>
            </a:extLst>
          </p:cNvPr>
          <p:cNvSpPr>
            <a:spLocks xmlns:a="http://schemas.openxmlformats.org/drawingml/2006/main" noGrp="1"/>
          </p:cNvSpPr>
          <p:nvPr/>
        </p:nvSpPr>
        <p:spPr>
          <a:xfrm xmlns:a="http://schemas.openxmlformats.org/drawingml/2006/main">
            <a:off x="609600" y="4038600"/>
            <a:ext cx="209550" cy="209550"/>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92530758-D0F5-4EA6-BCB9-FF5ADD5F7821}"/>
              </a:ext>
            </a:extLst>
          </p:cNvPr>
          <p:cNvSpPr>
            <a:spLocks xmlns:a="http://schemas.openxmlformats.org/drawingml/2006/main" noGrp="1"/>
          </p:cNvSpPr>
          <p:nvPr/>
        </p:nvSpPr>
        <p:spPr>
          <a:xfrm xmlns:a="http://schemas.openxmlformats.org/drawingml/2006/main">
            <a:off x="952500" y="3962400"/>
            <a:ext cx="1447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75" b="1" i="0">
                <a:solidFill>
                  <a:srgbClr val="25112C"/>
                </a:solidFill>
                <a:latin typeface="DIN Condensed"/>
                <a:ea typeface="DIN Condensed"/>
                <a:cs typeface="DIN Condensed"/>
              </a:defRPr>
            </a:pPr>
            <a:r>
              <a:rPr sz="1275" b="1" i="0">
                <a:solidFill>
                  <a:srgbClr val="25112C"/>
                </a:solidFill>
                <a:latin typeface="DIN Condensed"/>
                <a:ea typeface="DIN Condensed"/>
                <a:cs typeface="DIN Condensed"/>
              </a:rPr>
              <a:t>GRANJA</a:t>
            </a:r>
          </a:p>
        </p:txBody>
      </p:sp>
      <p:sp>
        <p:nvSpPr>
          <p:cNvPr id="18" name="">
            <a:extLst xmlns:a="http://schemas.openxmlformats.org/drawingml/2006/main">
              <a:ext uri="{FF2B5EF4-FFF2-40B4-BE49-F238E27FC236}">
                <a16:creationId xmlns:a16="http://schemas.microsoft.com/office/drawing/2014/main" id="{4FFED1ED-1F31-47BA-8F96-BB31E6B0B5CD}"/>
              </a:ext>
            </a:extLst>
          </p:cNvPr>
          <p:cNvSpPr>
            <a:spLocks xmlns:a="http://schemas.openxmlformats.org/drawingml/2006/main" noGrp="1"/>
          </p:cNvSpPr>
          <p:nvPr/>
        </p:nvSpPr>
        <p:spPr>
          <a:xfrm xmlns:a="http://schemas.openxmlformats.org/drawingml/2006/main">
            <a:off x="2419350" y="398145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i="0">
                <a:solidFill>
                  <a:srgbClr val="6D6470"/>
                </a:solidFill>
                <a:latin typeface="Avenir Next"/>
                <a:ea typeface="Avenir Next"/>
                <a:cs typeface="Avenir Next"/>
              </a:defRPr>
            </a:pPr>
            <a:r>
              <a:rPr sz="1050" b="0" i="0">
                <a:solidFill>
                  <a:srgbClr val="6D6470"/>
                </a:solidFill>
                <a:latin typeface="Avenir Next"/>
                <a:ea typeface="Avenir Next"/>
                <a:cs typeface="Avenir Next"/>
              </a:rPr>
              <a:t>animales · guías · aprendizaje</a:t>
            </a:r>
          </a:p>
        </p:txBody>
      </p:sp>
      <p:sp>
        <p:nvSpPr>
          <p:cNvPr id="19" name="">
            <a:extLst xmlns:a="http://schemas.openxmlformats.org/drawingml/2006/main">
              <a:ext uri="{FF2B5EF4-FFF2-40B4-BE49-F238E27FC236}">
                <a16:creationId xmlns:a16="http://schemas.microsoft.com/office/drawing/2014/main" id="{44693F52-F124-4A08-BDAB-CBF5ED1194E7}"/>
              </a:ext>
            </a:extLst>
          </p:cNvPr>
          <p:cNvSpPr>
            <a:spLocks xmlns:a="http://schemas.openxmlformats.org/drawingml/2006/main" noGrp="1"/>
          </p:cNvSpPr>
          <p:nvPr/>
        </p:nvSpPr>
        <p:spPr>
          <a:xfrm xmlns:a="http://schemas.openxmlformats.org/drawingml/2006/main">
            <a:off x="609600" y="4552950"/>
            <a:ext cx="209550" cy="209550"/>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E1912A78-450A-4711-A842-3C7956621082}"/>
              </a:ext>
            </a:extLst>
          </p:cNvPr>
          <p:cNvSpPr>
            <a:spLocks xmlns:a="http://schemas.openxmlformats.org/drawingml/2006/main" noGrp="1"/>
          </p:cNvSpPr>
          <p:nvPr/>
        </p:nvSpPr>
        <p:spPr>
          <a:xfrm xmlns:a="http://schemas.openxmlformats.org/drawingml/2006/main">
            <a:off x="952500" y="4476750"/>
            <a:ext cx="1447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75" b="1" i="0">
                <a:solidFill>
                  <a:srgbClr val="25112C"/>
                </a:solidFill>
                <a:latin typeface="DIN Condensed"/>
                <a:ea typeface="DIN Condensed"/>
                <a:cs typeface="DIN Condensed"/>
              </a:defRPr>
            </a:pPr>
            <a:r>
              <a:rPr sz="1275" b="1" i="0">
                <a:solidFill>
                  <a:srgbClr val="25112C"/>
                </a:solidFill>
                <a:latin typeface="DIN Condensed"/>
                <a:ea typeface="DIN Condensed"/>
                <a:cs typeface="DIN Condensed"/>
              </a:rPr>
              <a:t>AVENTURA*</a:t>
            </a:r>
          </a:p>
        </p:txBody>
      </p:sp>
      <p:sp>
        <p:nvSpPr>
          <p:cNvPr id="21" name="">
            <a:extLst xmlns:a="http://schemas.openxmlformats.org/drawingml/2006/main">
              <a:ext uri="{FF2B5EF4-FFF2-40B4-BE49-F238E27FC236}">
                <a16:creationId xmlns:a16="http://schemas.microsoft.com/office/drawing/2014/main" id="{15A53609-992B-45BB-9421-057CF4A19C10}"/>
              </a:ext>
            </a:extLst>
          </p:cNvPr>
          <p:cNvSpPr>
            <a:spLocks xmlns:a="http://schemas.openxmlformats.org/drawingml/2006/main" noGrp="1"/>
          </p:cNvSpPr>
          <p:nvPr/>
        </p:nvSpPr>
        <p:spPr>
          <a:xfrm xmlns:a="http://schemas.openxmlformats.org/drawingml/2006/main">
            <a:off x="2419350" y="44958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i="0">
                <a:solidFill>
                  <a:srgbClr val="6D6470"/>
                </a:solidFill>
                <a:latin typeface="Avenir Next"/>
                <a:ea typeface="Avenir Next"/>
                <a:cs typeface="Avenir Next"/>
              </a:defRPr>
            </a:pPr>
            <a:r>
              <a:rPr sz="1050" b="0" i="0">
                <a:solidFill>
                  <a:srgbClr val="6D6470"/>
                </a:solidFill>
                <a:latin typeface="Avenir Next"/>
                <a:ea typeface="Avenir Next"/>
                <a:cs typeface="Avenir Next"/>
              </a:rPr>
              <a:t>juegos · dinosaurios · resbaladera</a:t>
            </a:r>
          </a:p>
        </p:txBody>
      </p:sp>
      <p:sp>
        <p:nvSpPr>
          <p:cNvPr id="22" name="">
            <a:extLst xmlns:a="http://schemas.openxmlformats.org/drawingml/2006/main">
              <a:ext uri="{FF2B5EF4-FFF2-40B4-BE49-F238E27FC236}">
                <a16:creationId xmlns:a16="http://schemas.microsoft.com/office/drawing/2014/main" id="{FE819D31-B6A4-4660-8F51-1FA9A6F8AF5F}"/>
              </a:ext>
            </a:extLst>
          </p:cNvPr>
          <p:cNvSpPr>
            <a:spLocks xmlns:a="http://schemas.openxmlformats.org/drawingml/2006/main" noGrp="1"/>
          </p:cNvSpPr>
          <p:nvPr/>
        </p:nvSpPr>
        <p:spPr>
          <a:xfrm xmlns:a="http://schemas.openxmlformats.org/drawingml/2006/main">
            <a:off x="609600" y="5067300"/>
            <a:ext cx="209550" cy="209550"/>
          </a:xfrm>
          <a:prstGeom xmlns:a="http://schemas.openxmlformats.org/drawingml/2006/main" prst="rect">
            <a:avLst/>
          </a:prstGeom>
          <a:solidFill xmlns:a="http://schemas.openxmlformats.org/drawingml/2006/main">
            <a:srgbClr val="FFC92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63CBD17F-96CE-4A12-BCF9-557DF5B0E226}"/>
              </a:ext>
            </a:extLst>
          </p:cNvPr>
          <p:cNvSpPr>
            <a:spLocks xmlns:a="http://schemas.openxmlformats.org/drawingml/2006/main" noGrp="1"/>
          </p:cNvSpPr>
          <p:nvPr/>
        </p:nvSpPr>
        <p:spPr>
          <a:xfrm xmlns:a="http://schemas.openxmlformats.org/drawingml/2006/main">
            <a:off x="952500" y="4991100"/>
            <a:ext cx="1447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75" b="1" i="0">
                <a:solidFill>
                  <a:srgbClr val="25112C"/>
                </a:solidFill>
                <a:latin typeface="DIN Condensed"/>
                <a:ea typeface="DIN Condensed"/>
                <a:cs typeface="DIN Condensed"/>
              </a:defRPr>
            </a:pPr>
            <a:r>
              <a:rPr sz="1275" b="1" i="0">
                <a:solidFill>
                  <a:srgbClr val="25112C"/>
                </a:solidFill>
                <a:latin typeface="DIN Condensed"/>
                <a:ea typeface="DIN Condensed"/>
                <a:cs typeface="DIN Condensed"/>
              </a:rPr>
              <a:t>SABORES</a:t>
            </a:r>
          </a:p>
        </p:txBody>
      </p:sp>
      <p:sp>
        <p:nvSpPr>
          <p:cNvPr id="24" name="">
            <a:extLst xmlns:a="http://schemas.openxmlformats.org/drawingml/2006/main">
              <a:ext uri="{FF2B5EF4-FFF2-40B4-BE49-F238E27FC236}">
                <a16:creationId xmlns:a16="http://schemas.microsoft.com/office/drawing/2014/main" id="{DAF1419C-FD7D-4197-9CCD-F2858D2805CD}"/>
              </a:ext>
            </a:extLst>
          </p:cNvPr>
          <p:cNvSpPr>
            <a:spLocks xmlns:a="http://schemas.openxmlformats.org/drawingml/2006/main" noGrp="1"/>
          </p:cNvSpPr>
          <p:nvPr/>
        </p:nvSpPr>
        <p:spPr>
          <a:xfrm xmlns:a="http://schemas.openxmlformats.org/drawingml/2006/main">
            <a:off x="2419350" y="501015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i="0">
                <a:solidFill>
                  <a:srgbClr val="6D6470"/>
                </a:solidFill>
                <a:latin typeface="Avenir Next"/>
                <a:ea typeface="Avenir Next"/>
                <a:cs typeface="Avenir Next"/>
              </a:defRPr>
            </a:pPr>
            <a:r>
              <a:rPr sz="1050" b="0" i="0">
                <a:solidFill>
                  <a:srgbClr val="6D6470"/>
                </a:solidFill>
                <a:latin typeface="Avenir Next"/>
                <a:ea typeface="Avenir Next"/>
                <a:cs typeface="Avenir Next"/>
              </a:rPr>
              <a:t>gastronomía · colada · productos</a:t>
            </a:r>
          </a:p>
        </p:txBody>
      </p:sp>
      <p:sp>
        <p:nvSpPr>
          <p:cNvPr id="25" name="">
            <a:extLst xmlns:a="http://schemas.openxmlformats.org/drawingml/2006/main">
              <a:ext uri="{FF2B5EF4-FFF2-40B4-BE49-F238E27FC236}">
                <a16:creationId xmlns:a16="http://schemas.microsoft.com/office/drawing/2014/main" id="{F689B021-FF73-4347-99F4-D944A680EB7C}"/>
              </a:ext>
            </a:extLst>
          </p:cNvPr>
          <p:cNvSpPr>
            <a:spLocks xmlns:a="http://schemas.openxmlformats.org/drawingml/2006/main" noGrp="1"/>
          </p:cNvSpPr>
          <p:nvPr/>
        </p:nvSpPr>
        <p:spPr>
          <a:xfrm xmlns:a="http://schemas.openxmlformats.org/drawingml/2006/main">
            <a:off x="609600" y="5581650"/>
            <a:ext cx="209550" cy="209550"/>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C0221593-E1B4-4284-8F6E-79BBC36836AE}"/>
              </a:ext>
            </a:extLst>
          </p:cNvPr>
          <p:cNvSpPr>
            <a:spLocks xmlns:a="http://schemas.openxmlformats.org/drawingml/2006/main" noGrp="1"/>
          </p:cNvSpPr>
          <p:nvPr/>
        </p:nvSpPr>
        <p:spPr>
          <a:xfrm xmlns:a="http://schemas.openxmlformats.org/drawingml/2006/main">
            <a:off x="952500" y="5505450"/>
            <a:ext cx="1447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75" b="1" i="0">
                <a:solidFill>
                  <a:srgbClr val="25112C"/>
                </a:solidFill>
                <a:latin typeface="DIN Condensed"/>
                <a:ea typeface="DIN Condensed"/>
                <a:cs typeface="DIN Condensed"/>
              </a:defRPr>
            </a:pPr>
            <a:r>
              <a:rPr sz="1275" b="1" i="0">
                <a:solidFill>
                  <a:srgbClr val="25112C"/>
                </a:solidFill>
                <a:latin typeface="DIN Condensed"/>
                <a:ea typeface="DIN Condensed"/>
                <a:cs typeface="DIN Condensed"/>
              </a:rPr>
              <a:t>SHOWS</a:t>
            </a:r>
          </a:p>
        </p:txBody>
      </p:sp>
      <p:sp>
        <p:nvSpPr>
          <p:cNvPr id="27" name="">
            <a:extLst xmlns:a="http://schemas.openxmlformats.org/drawingml/2006/main">
              <a:ext uri="{FF2B5EF4-FFF2-40B4-BE49-F238E27FC236}">
                <a16:creationId xmlns:a16="http://schemas.microsoft.com/office/drawing/2014/main" id="{362A4B8E-68B5-45DE-AA98-FE5A63D3A3BC}"/>
              </a:ext>
            </a:extLst>
          </p:cNvPr>
          <p:cNvSpPr>
            <a:spLocks xmlns:a="http://schemas.openxmlformats.org/drawingml/2006/main" noGrp="1"/>
          </p:cNvSpPr>
          <p:nvPr/>
        </p:nvSpPr>
        <p:spPr>
          <a:xfrm xmlns:a="http://schemas.openxmlformats.org/drawingml/2006/main">
            <a:off x="2419350" y="55245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i="0">
                <a:solidFill>
                  <a:srgbClr val="6D6470"/>
                </a:solidFill>
                <a:latin typeface="Avenir Next"/>
                <a:ea typeface="Avenir Next"/>
                <a:cs typeface="Avenir Next"/>
              </a:defRPr>
            </a:pPr>
            <a:r>
              <a:rPr sz="1050" b="0" i="0">
                <a:solidFill>
                  <a:srgbClr val="6D6470"/>
                </a:solidFill>
                <a:latin typeface="Avenir Next"/>
                <a:ea typeface="Avenir Next"/>
                <a:cs typeface="Avenir Next"/>
              </a:rPr>
              <a:t>cultura · humor · música · formatos familiares</a:t>
            </a:r>
          </a:p>
        </p:txBody>
      </p:sp>
      <p:sp>
        <p:nvSpPr>
          <p:cNvPr id="28" name="">
            <a:extLst xmlns:a="http://schemas.openxmlformats.org/drawingml/2006/main">
              <a:ext uri="{FF2B5EF4-FFF2-40B4-BE49-F238E27FC236}">
                <a16:creationId xmlns:a16="http://schemas.microsoft.com/office/drawing/2014/main" id="{89010B4C-F9BA-4C4E-B1D4-0142D010EF9A}"/>
              </a:ext>
            </a:extLst>
          </p:cNvPr>
          <p:cNvSpPr>
            <a:spLocks xmlns:a="http://schemas.openxmlformats.org/drawingml/2006/main" noGrp="1"/>
          </p:cNvSpPr>
          <p:nvPr/>
        </p:nvSpPr>
        <p:spPr>
          <a:xfrm xmlns:a="http://schemas.openxmlformats.org/drawingml/2006/main">
            <a:off x="609600" y="6115050"/>
            <a:ext cx="666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0" i="0">
                <a:solidFill>
                  <a:srgbClr val="6D6470"/>
                </a:solidFill>
                <a:latin typeface="Avenir Next"/>
                <a:ea typeface="Avenir Next"/>
                <a:cs typeface="Avenir Next"/>
              </a:defRPr>
            </a:pPr>
            <a:r>
              <a:rPr sz="900" b="0" i="0">
                <a:solidFill>
                  <a:srgbClr val="6D6470"/>
                </a:solidFill>
                <a:latin typeface="Avenir Next"/>
                <a:ea typeface="Avenir Next"/>
                <a:cs typeface="Avenir Next"/>
              </a:rPr>
              <a:t>* Atractivos históricos: comunicar 2026 solo tras contrato, montaje, inspección y apertura.</a:t>
            </a:r>
          </a:p>
        </p:txBody>
      </p:sp>
    </p:spTree>
    <p:extLst>
      <p:ext uri="{BB962C8B-B14F-4D97-AF65-F5344CB8AC3E}">
        <p14:creationId xmlns:p14="http://schemas.microsoft.com/office/powerpoint/2010/main" val="1509225928"/>
      </p:ext>
    </p:extLst>
  </p:cSld>
</p:sld>
</file>

<file path=ppt/slides/slide14.xml><?xml version="1.0" encoding="utf-8"?>
<p:sld xmlns:p="http://schemas.openxmlformats.org/presentationml/2006/main">
  <p:cSld>
    <p:bg>
      <p:bgPr>
        <a:solidFill xmlns:a="http://schemas.openxmlformats.org/drawingml/2006/main">
          <a:srgbClr val="FFF7EA"/>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CA0081C3-096C-4991-B746-6959F4E4D411}"/>
              </a:ext>
            </a:extLst>
          </p:cNvPr>
          <p:cNvSpPr>
            <a:spLocks xmlns:a="http://schemas.openxmlformats.org/drawingml/2006/main" noGrp="1"/>
          </p:cNvSpPr>
          <p:nvPr/>
        </p:nvSpPr>
        <p:spPr>
          <a:xfrm xmlns:a="http://schemas.openxmlformats.org/drawingml/2006/main">
            <a:off x="0" y="0"/>
            <a:ext cx="2438400" cy="66675"/>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012DADD-DA26-471C-BE7C-4FE907462C4B}"/>
              </a:ext>
            </a:extLst>
          </p:cNvPr>
          <p:cNvSpPr>
            <a:spLocks xmlns:a="http://schemas.openxmlformats.org/drawingml/2006/main" noGrp="1"/>
          </p:cNvSpPr>
          <p:nvPr/>
        </p:nvSpPr>
        <p:spPr>
          <a:xfrm xmlns:a="http://schemas.openxmlformats.org/drawingml/2006/main">
            <a:off x="2438400" y="0"/>
            <a:ext cx="2438400" cy="66675"/>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B208BE2A-774F-4796-B1BD-544379E11FCF}"/>
              </a:ext>
            </a:extLst>
          </p:cNvPr>
          <p:cNvSpPr>
            <a:spLocks xmlns:a="http://schemas.openxmlformats.org/drawingml/2006/main" noGrp="1"/>
          </p:cNvSpPr>
          <p:nvPr/>
        </p:nvSpPr>
        <p:spPr>
          <a:xfrm xmlns:a="http://schemas.openxmlformats.org/drawingml/2006/main">
            <a:off x="4876800" y="0"/>
            <a:ext cx="2438400" cy="66675"/>
          </a:xfrm>
          <a:prstGeom xmlns:a="http://schemas.openxmlformats.org/drawingml/2006/main" prst="rect">
            <a:avLst/>
          </a:prstGeom>
          <a:solidFill xmlns:a="http://schemas.openxmlformats.org/drawingml/2006/main">
            <a:srgbClr val="FFC92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B10BD24-9FBF-42E9-B41F-FCC712489A17}"/>
              </a:ext>
            </a:extLst>
          </p:cNvPr>
          <p:cNvSpPr>
            <a:spLocks xmlns:a="http://schemas.openxmlformats.org/drawingml/2006/main" noGrp="1"/>
          </p:cNvSpPr>
          <p:nvPr/>
        </p:nvSpPr>
        <p:spPr>
          <a:xfrm xmlns:a="http://schemas.openxmlformats.org/drawingml/2006/main">
            <a:off x="7315200" y="0"/>
            <a:ext cx="2438400" cy="66675"/>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7FB97E60-945D-4793-BA35-99741D4096B3}"/>
              </a:ext>
            </a:extLst>
          </p:cNvPr>
          <p:cNvSpPr>
            <a:spLocks xmlns:a="http://schemas.openxmlformats.org/drawingml/2006/main" noGrp="1"/>
          </p:cNvSpPr>
          <p:nvPr/>
        </p:nvSpPr>
        <p:spPr>
          <a:xfrm xmlns:a="http://schemas.openxmlformats.org/drawingml/2006/main">
            <a:off x="9753600" y="0"/>
            <a:ext cx="2438400" cy="66675"/>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33A5B53D-1A6F-4F47-BB43-5B4EC72B25C0}"/>
              </a:ext>
            </a:extLst>
          </p:cNvPr>
          <p:cNvSpPr>
            <a:spLocks xmlns:a="http://schemas.openxmlformats.org/drawingml/2006/main" noGrp="1"/>
          </p:cNvSpPr>
          <p:nvPr/>
        </p:nvSpPr>
        <p:spPr>
          <a:xfrm xmlns:a="http://schemas.openxmlformats.org/drawingml/2006/main">
            <a:off x="609600" y="26670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E72D78"/>
                </a:solidFill>
                <a:latin typeface="Avenir Next"/>
                <a:ea typeface="Avenir Next"/>
                <a:cs typeface="Avenir Next"/>
              </a:defRPr>
            </a:pPr>
            <a:r>
              <a:rPr sz="825" b="1" i="0">
                <a:solidFill>
                  <a:srgbClr val="E72D78"/>
                </a:solidFill>
                <a:latin typeface="Avenir Next"/>
                <a:ea typeface="Avenir Next"/>
                <a:cs typeface="Avenir Next"/>
              </a:rPr>
              <a:t>ESCALA Y ORIENTACIÓN</a:t>
            </a:r>
          </a:p>
        </p:txBody>
      </p:sp>
      <p:sp>
        <p:nvSpPr>
          <p:cNvPr id="7" name="">
            <a:extLst xmlns:a="http://schemas.openxmlformats.org/drawingml/2006/main">
              <a:ext uri="{FF2B5EF4-FFF2-40B4-BE49-F238E27FC236}">
                <a16:creationId xmlns:a16="http://schemas.microsoft.com/office/drawing/2014/main" id="{773C8DCC-E54B-49BA-B776-C4A1E3DFF751}"/>
              </a:ext>
            </a:extLst>
          </p:cNvPr>
          <p:cNvSpPr>
            <a:spLocks xmlns:a="http://schemas.openxmlformats.org/drawingml/2006/main" noGrp="1"/>
          </p:cNvSpPr>
          <p:nvPr/>
        </p:nvSpPr>
        <p:spPr>
          <a:xfrm xmlns:a="http://schemas.openxmlformats.org/drawingml/2006/main">
            <a:off x="609600" y="6534150"/>
            <a:ext cx="4762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675" b="1" i="0">
                <a:solidFill>
                  <a:srgbClr val="25112C">
                    <a:alpha val="55000"/>
                  </a:srgbClr>
                </a:solidFill>
                <a:latin typeface="Avenir Next"/>
                <a:ea typeface="Avenir Next"/>
                <a:cs typeface="Avenir Next"/>
              </a:defRPr>
            </a:pPr>
            <a:r>
              <a:rPr sz="675" b="1" i="0">
                <a:solidFill>
                  <a:srgbClr val="25112C">
                    <a:alpha val="55000"/>
                  </a:srgbClr>
                </a:solidFill>
                <a:latin typeface="Avenir Next"/>
                <a:ea typeface="Avenir Next"/>
                <a:cs typeface="Avenir Next"/>
              </a:rPr>
              <a:t>DOCUMENTO INTERNO · PROPUESTA EN REVISIÓN</a:t>
            </a:r>
          </a:p>
        </p:txBody>
      </p:sp>
      <p:sp>
        <p:nvSpPr>
          <p:cNvPr id="8" name="">
            <a:extLst xmlns:a="http://schemas.openxmlformats.org/drawingml/2006/main">
              <a:ext uri="{FF2B5EF4-FFF2-40B4-BE49-F238E27FC236}">
                <a16:creationId xmlns:a16="http://schemas.microsoft.com/office/drawing/2014/main" id="{17FB9AA5-3A84-41B6-B1FF-AF82011F1AD7}"/>
              </a:ext>
            </a:extLst>
          </p:cNvPr>
          <p:cNvSpPr>
            <a:spLocks xmlns:a="http://schemas.openxmlformats.org/drawingml/2006/main" noGrp="1"/>
          </p:cNvSpPr>
          <p:nvPr/>
        </p:nvSpPr>
        <p:spPr>
          <a:xfrm xmlns:a="http://schemas.openxmlformats.org/drawingml/2006/main">
            <a:off x="11239500" y="6505575"/>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750" b="1" i="0">
                <a:solidFill>
                  <a:srgbClr val="25112C">
                    <a:alpha val="55000"/>
                  </a:srgbClr>
                </a:solidFill>
                <a:latin typeface="Avenir Next"/>
                <a:ea typeface="Avenir Next"/>
                <a:cs typeface="Avenir Next"/>
              </a:defRPr>
            </a:pPr>
            <a:r>
              <a:rPr sz="750" b="1" i="0">
                <a:solidFill>
                  <a:srgbClr val="25112C">
                    <a:alpha val="55000"/>
                  </a:srgbClr>
                </a:solidFill>
                <a:latin typeface="Avenir Next"/>
                <a:ea typeface="Avenir Next"/>
                <a:cs typeface="Avenir Next"/>
              </a:rPr>
              <a:t>14</a:t>
            </a:r>
          </a:p>
        </p:txBody>
      </p:sp>
      <p:sp>
        <p:nvSpPr>
          <p:cNvPr id="9" name="">
            <a:extLst xmlns:a="http://schemas.openxmlformats.org/drawingml/2006/main">
              <a:ext uri="{FF2B5EF4-FFF2-40B4-BE49-F238E27FC236}">
                <a16:creationId xmlns:a16="http://schemas.microsoft.com/office/drawing/2014/main" id="{1843ED04-8D1C-4762-906B-D865C3141F70}"/>
              </a:ext>
            </a:extLst>
          </p:cNvPr>
          <p:cNvSpPr>
            <a:spLocks xmlns:a="http://schemas.openxmlformats.org/drawingml/2006/main" noGrp="1"/>
          </p:cNvSpPr>
          <p:nvPr/>
        </p:nvSpPr>
        <p:spPr>
          <a:xfrm xmlns:a="http://schemas.openxmlformats.org/drawingml/2006/main">
            <a:off x="609600" y="666750"/>
            <a:ext cx="1066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E72D78"/>
                </a:solidFill>
                <a:latin typeface="Avenir Next"/>
                <a:ea typeface="Avenir Next"/>
                <a:cs typeface="Avenir Next"/>
              </a:defRPr>
            </a:pPr>
            <a:r>
              <a:rPr sz="900" b="1" i="0">
                <a:solidFill>
                  <a:srgbClr val="E72D78"/>
                </a:solidFill>
                <a:latin typeface="Avenir Next"/>
                <a:ea typeface="Avenir Next"/>
                <a:cs typeface="Avenir Next"/>
              </a:rPr>
              <a:t>FACILITACIÓN</a:t>
            </a:r>
          </a:p>
        </p:txBody>
      </p:sp>
      <p:sp>
        <p:nvSpPr>
          <p:cNvPr id="10" name="">
            <a:extLst xmlns:a="http://schemas.openxmlformats.org/drawingml/2006/main">
              <a:ext uri="{FF2B5EF4-FFF2-40B4-BE49-F238E27FC236}">
                <a16:creationId xmlns:a16="http://schemas.microsoft.com/office/drawing/2014/main" id="{0C4A54A1-1ACB-4D43-9C79-33145454F22C}"/>
              </a:ext>
            </a:extLst>
          </p:cNvPr>
          <p:cNvSpPr>
            <a:spLocks xmlns:a="http://schemas.openxmlformats.org/drawingml/2006/main" noGrp="1"/>
          </p:cNvSpPr>
          <p:nvPr/>
        </p:nvSpPr>
        <p:spPr>
          <a:xfrm xmlns:a="http://schemas.openxmlformats.org/drawingml/2006/main">
            <a:off x="609600" y="990600"/>
            <a:ext cx="1066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4350" b="1" i="0">
                <a:solidFill>
                  <a:srgbClr val="25112C"/>
                </a:solidFill>
                <a:latin typeface="DIN Condensed"/>
                <a:ea typeface="DIN Condensed"/>
                <a:cs typeface="DIN Condensed"/>
              </a:defRPr>
            </a:pPr>
            <a:r>
              <a:rPr sz="4350" b="1" i="0">
                <a:solidFill>
                  <a:srgbClr val="25112C"/>
                </a:solidFill>
                <a:latin typeface="DIN Condensed"/>
                <a:ea typeface="DIN Condensed"/>
                <a:cs typeface="DIN Condensed"/>
              </a:rPr>
              <a:t>La escala debe asombrar, no confundir.</a:t>
            </a:r>
          </a:p>
        </p:txBody>
      </p:sp>
      <p:sp>
        <p:nvSpPr>
          <p:cNvPr id="11" name="">
            <a:extLst xmlns:a="http://schemas.openxmlformats.org/drawingml/2006/main">
              <a:ext uri="{FF2B5EF4-FFF2-40B4-BE49-F238E27FC236}">
                <a16:creationId xmlns:a16="http://schemas.microsoft.com/office/drawing/2014/main" id="{71CF66BA-CE5C-4E51-948F-79320A6E4BD0}"/>
              </a:ext>
            </a:extLst>
          </p:cNvPr>
          <p:cNvSpPr>
            <a:spLocks xmlns:a="http://schemas.openxmlformats.org/drawingml/2006/main" noGrp="1"/>
          </p:cNvSpPr>
          <p:nvPr/>
        </p:nvSpPr>
        <p:spPr>
          <a:xfrm xmlns:a="http://schemas.openxmlformats.org/drawingml/2006/main">
            <a:off x="609600" y="182880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0" i="0">
                <a:solidFill>
                  <a:srgbClr val="6D6470"/>
                </a:solidFill>
                <a:latin typeface="Avenir Next"/>
                <a:ea typeface="Avenir Next"/>
                <a:cs typeface="Avenir Next"/>
              </a:defRPr>
            </a:pPr>
            <a:r>
              <a:rPr sz="1500" b="0" i="0">
                <a:solidFill>
                  <a:srgbClr val="6D6470"/>
                </a:solidFill>
                <a:latin typeface="Avenir Next"/>
                <a:ea typeface="Avenir Next"/>
                <a:cs typeface="Avenir Next"/>
              </a:rPr>
              <a:t>La promesa de amplitud se convierte en confianza cuando llegar, caminar, descansar y salir resulta sencillo.</a:t>
            </a:r>
          </a:p>
        </p:txBody>
      </p:sp>
      <p:sp>
        <p:nvSpPr>
          <p:cNvPr id="12" name="">
            <a:extLst xmlns:a="http://schemas.openxmlformats.org/drawingml/2006/main">
              <a:ext uri="{FF2B5EF4-FFF2-40B4-BE49-F238E27FC236}">
                <a16:creationId xmlns:a16="http://schemas.microsoft.com/office/drawing/2014/main" id="{3A2BEEB0-46B0-4412-8577-04EC3C4EB4C2}"/>
              </a:ext>
            </a:extLst>
          </p:cNvPr>
          <p:cNvSpPr>
            <a:spLocks xmlns:a="http://schemas.openxmlformats.org/drawingml/2006/main" noGrp="1"/>
          </p:cNvSpPr>
          <p:nvPr/>
        </p:nvSpPr>
        <p:spPr>
          <a:xfrm xmlns:a="http://schemas.openxmlformats.org/drawingml/2006/main">
            <a:off x="609600" y="2800350"/>
            <a:ext cx="2438400" cy="2571750"/>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6B4F4337-8BB5-4215-8359-813DD9D33C66}"/>
              </a:ext>
            </a:extLst>
          </p:cNvPr>
          <p:cNvSpPr>
            <a:spLocks xmlns:a="http://schemas.openxmlformats.org/drawingml/2006/main" noGrp="1"/>
          </p:cNvSpPr>
          <p:nvPr/>
        </p:nvSpPr>
        <p:spPr>
          <a:xfrm xmlns:a="http://schemas.openxmlformats.org/drawingml/2006/main">
            <a:off x="781050" y="3067050"/>
            <a:ext cx="2095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3750" b="1" i="0">
                <a:solidFill>
                  <a:srgbClr val="FFFFFF"/>
                </a:solidFill>
                <a:latin typeface="DIN Condensed"/>
                <a:ea typeface="DIN Condensed"/>
                <a:cs typeface="DIN Condensed"/>
              </a:defRPr>
            </a:pPr>
            <a:r>
              <a:rPr sz="3750" b="1" i="0">
                <a:solidFill>
                  <a:srgbClr val="FFFFFF"/>
                </a:solidFill>
                <a:latin typeface="DIN Condensed"/>
                <a:ea typeface="DIN Condensed"/>
                <a:cs typeface="DIN Condensed"/>
              </a:rPr>
              <a:t>&gt;10 MIL</a:t>
            </a:r>
          </a:p>
        </p:txBody>
      </p:sp>
      <p:sp>
        <p:nvSpPr>
          <p:cNvPr id="14" name="">
            <a:extLst xmlns:a="http://schemas.openxmlformats.org/drawingml/2006/main">
              <a:ext uri="{FF2B5EF4-FFF2-40B4-BE49-F238E27FC236}">
                <a16:creationId xmlns:a16="http://schemas.microsoft.com/office/drawing/2014/main" id="{64B492A3-A886-4F11-B41D-BF7CA6E5D670}"/>
              </a:ext>
            </a:extLst>
          </p:cNvPr>
          <p:cNvSpPr>
            <a:spLocks xmlns:a="http://schemas.openxmlformats.org/drawingml/2006/main" noGrp="1"/>
          </p:cNvSpPr>
          <p:nvPr/>
        </p:nvSpPr>
        <p:spPr>
          <a:xfrm xmlns:a="http://schemas.openxmlformats.org/drawingml/2006/main">
            <a:off x="781050" y="3943350"/>
            <a:ext cx="2095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161"/>
          </a:bodyPr>
          <a:lstStyle xmlns:a="http://schemas.openxmlformats.org/drawingml/2006/main"/>
          <a:p xmlns:a="http://schemas.openxmlformats.org/drawingml/2006/main">
            <a:pPr algn="l">
              <a:lnSpc>
                <a:spcPct val="105000"/>
              </a:lnSpc>
              <a:buNone/>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ESPACIOS DE ESTACIONAMIENTO COMUNICADOS EN 2025</a:t>
            </a:r>
          </a:p>
        </p:txBody>
      </p:sp>
      <p:sp>
        <p:nvSpPr>
          <p:cNvPr id="15" name="">
            <a:extLst xmlns:a="http://schemas.openxmlformats.org/drawingml/2006/main">
              <a:ext uri="{FF2B5EF4-FFF2-40B4-BE49-F238E27FC236}">
                <a16:creationId xmlns:a16="http://schemas.microsoft.com/office/drawing/2014/main" id="{19626D54-85A4-418D-BF15-D37FA8CBB81F}"/>
              </a:ext>
            </a:extLst>
          </p:cNvPr>
          <p:cNvSpPr>
            <a:spLocks xmlns:a="http://schemas.openxmlformats.org/drawingml/2006/main" noGrp="1"/>
          </p:cNvSpPr>
          <p:nvPr/>
        </p:nvSpPr>
        <p:spPr>
          <a:xfrm xmlns:a="http://schemas.openxmlformats.org/drawingml/2006/main">
            <a:off x="781050" y="4667250"/>
            <a:ext cx="209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FFFFFF">
                    <a:alpha val="82000"/>
                  </a:srgbClr>
                </a:solidFill>
                <a:latin typeface="Avenir Next"/>
                <a:ea typeface="Avenir Next"/>
                <a:cs typeface="Avenir Next"/>
              </a:defRPr>
            </a:pPr>
            <a:r>
              <a:rPr sz="900" b="1" i="0">
                <a:solidFill>
                  <a:srgbClr val="FFFFFF">
                    <a:alpha val="82000"/>
                  </a:srgbClr>
                </a:solidFill>
                <a:latin typeface="Avenir Next"/>
                <a:ea typeface="Avenir Next"/>
                <a:cs typeface="Avenir Next"/>
              </a:rPr>
              <a:t>GATE 2026: plano + conteo + accesos</a:t>
            </a:r>
          </a:p>
        </p:txBody>
      </p:sp>
      <p:sp>
        <p:nvSpPr>
          <p:cNvPr id="16" name="">
            <a:extLst xmlns:a="http://schemas.openxmlformats.org/drawingml/2006/main">
              <a:ext uri="{FF2B5EF4-FFF2-40B4-BE49-F238E27FC236}">
                <a16:creationId xmlns:a16="http://schemas.microsoft.com/office/drawing/2014/main" id="{4FF28ED0-33F9-4B86-871E-D1EDE40A3C06}"/>
              </a:ext>
            </a:extLst>
          </p:cNvPr>
          <p:cNvSpPr>
            <a:spLocks xmlns:a="http://schemas.openxmlformats.org/drawingml/2006/main" noGrp="1"/>
          </p:cNvSpPr>
          <p:nvPr/>
        </p:nvSpPr>
        <p:spPr>
          <a:xfrm xmlns:a="http://schemas.openxmlformats.org/drawingml/2006/main">
            <a:off x="3390900" y="2800350"/>
            <a:ext cx="2438400" cy="2571750"/>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AB8797AA-0382-44E8-93D7-C2B1F3491331}"/>
              </a:ext>
            </a:extLst>
          </p:cNvPr>
          <p:cNvSpPr>
            <a:spLocks xmlns:a="http://schemas.openxmlformats.org/drawingml/2006/main" noGrp="1"/>
          </p:cNvSpPr>
          <p:nvPr/>
        </p:nvSpPr>
        <p:spPr>
          <a:xfrm xmlns:a="http://schemas.openxmlformats.org/drawingml/2006/main">
            <a:off x="3562350" y="3067050"/>
            <a:ext cx="2095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3750" b="1" i="0">
                <a:solidFill>
                  <a:srgbClr val="FFFFFF"/>
                </a:solidFill>
                <a:latin typeface="DIN Condensed"/>
                <a:ea typeface="DIN Condensed"/>
                <a:cs typeface="DIN Condensed"/>
              </a:defRPr>
            </a:pPr>
            <a:r>
              <a:rPr sz="3750" b="1" i="0">
                <a:solidFill>
                  <a:srgbClr val="FFFFFF"/>
                </a:solidFill>
                <a:latin typeface="DIN Condensed"/>
                <a:ea typeface="DIN Condensed"/>
                <a:cs typeface="DIN Condensed"/>
              </a:rPr>
              <a:t>4 ZONAS</a:t>
            </a:r>
          </a:p>
        </p:txBody>
      </p:sp>
      <p:sp>
        <p:nvSpPr>
          <p:cNvPr id="18" name="">
            <a:extLst xmlns:a="http://schemas.openxmlformats.org/drawingml/2006/main">
              <a:ext uri="{FF2B5EF4-FFF2-40B4-BE49-F238E27FC236}">
                <a16:creationId xmlns:a16="http://schemas.microsoft.com/office/drawing/2014/main" id="{25F45D11-6F08-4C2C-86D1-F96EAE8B4201}"/>
              </a:ext>
            </a:extLst>
          </p:cNvPr>
          <p:cNvSpPr>
            <a:spLocks xmlns:a="http://schemas.openxmlformats.org/drawingml/2006/main" noGrp="1"/>
          </p:cNvSpPr>
          <p:nvPr/>
        </p:nvSpPr>
        <p:spPr>
          <a:xfrm xmlns:a="http://schemas.openxmlformats.org/drawingml/2006/main">
            <a:off x="3562350" y="3943350"/>
            <a:ext cx="2095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ANCLAS HISTÓRICAS DE EXPERIENCIA</a:t>
            </a:r>
          </a:p>
        </p:txBody>
      </p:sp>
      <p:sp>
        <p:nvSpPr>
          <p:cNvPr id="19" name="">
            <a:extLst xmlns:a="http://schemas.openxmlformats.org/drawingml/2006/main">
              <a:ext uri="{FF2B5EF4-FFF2-40B4-BE49-F238E27FC236}">
                <a16:creationId xmlns:a16="http://schemas.microsoft.com/office/drawing/2014/main" id="{A583B566-51B9-44D9-BEE0-14AC4A8C55F9}"/>
              </a:ext>
            </a:extLst>
          </p:cNvPr>
          <p:cNvSpPr>
            <a:spLocks xmlns:a="http://schemas.openxmlformats.org/drawingml/2006/main" noGrp="1"/>
          </p:cNvSpPr>
          <p:nvPr/>
        </p:nvSpPr>
        <p:spPr>
          <a:xfrm xmlns:a="http://schemas.openxmlformats.org/drawingml/2006/main">
            <a:off x="3562350" y="4667250"/>
            <a:ext cx="209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FFFFFF">
                    <a:alpha val="82000"/>
                  </a:srgbClr>
                </a:solidFill>
                <a:latin typeface="Avenir Next"/>
                <a:ea typeface="Avenir Next"/>
                <a:cs typeface="Avenir Next"/>
              </a:defRPr>
            </a:pPr>
            <a:r>
              <a:rPr sz="900" b="1" i="0">
                <a:solidFill>
                  <a:srgbClr val="FFFFFF">
                    <a:alpha val="82000"/>
                  </a:srgbClr>
                </a:solidFill>
                <a:latin typeface="Avenir Next"/>
                <a:ea typeface="Avenir Next"/>
                <a:cs typeface="Avenir Next"/>
              </a:rPr>
              <a:t>Luna · Sol · Granja · Megaescenario</a:t>
            </a:r>
          </a:p>
        </p:txBody>
      </p:sp>
      <p:sp>
        <p:nvSpPr>
          <p:cNvPr id="20" name="">
            <a:extLst xmlns:a="http://schemas.openxmlformats.org/drawingml/2006/main">
              <a:ext uri="{FF2B5EF4-FFF2-40B4-BE49-F238E27FC236}">
                <a16:creationId xmlns:a16="http://schemas.microsoft.com/office/drawing/2014/main" id="{E7EE30AD-2852-4D34-83E6-924464F41AE3}"/>
              </a:ext>
            </a:extLst>
          </p:cNvPr>
          <p:cNvSpPr>
            <a:spLocks xmlns:a="http://schemas.openxmlformats.org/drawingml/2006/main" noGrp="1"/>
          </p:cNvSpPr>
          <p:nvPr/>
        </p:nvSpPr>
        <p:spPr>
          <a:xfrm xmlns:a="http://schemas.openxmlformats.org/drawingml/2006/main">
            <a:off x="6172200" y="2800350"/>
            <a:ext cx="2438400" cy="2571750"/>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793B731E-55D4-4D08-ADB8-88DEE86AC5DF}"/>
              </a:ext>
            </a:extLst>
          </p:cNvPr>
          <p:cNvSpPr>
            <a:spLocks xmlns:a="http://schemas.openxmlformats.org/drawingml/2006/main" noGrp="1"/>
          </p:cNvSpPr>
          <p:nvPr/>
        </p:nvSpPr>
        <p:spPr>
          <a:xfrm xmlns:a="http://schemas.openxmlformats.org/drawingml/2006/main">
            <a:off x="6343650" y="3067050"/>
            <a:ext cx="2095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726"/>
          </a:bodyPr>
          <a:lstStyle xmlns:a="http://schemas.openxmlformats.org/drawingml/2006/main"/>
          <a:p xmlns:a="http://schemas.openxmlformats.org/drawingml/2006/main">
            <a:pPr algn="l">
              <a:lnSpc>
                <a:spcPct val="105000"/>
              </a:lnSpc>
              <a:buNone/>
              <a:defRPr sz="4800" b="1" i="0">
                <a:solidFill>
                  <a:srgbClr val="FFFFFF"/>
                </a:solidFill>
                <a:latin typeface="DIN Condensed"/>
                <a:ea typeface="DIN Condensed"/>
                <a:cs typeface="DIN Condensed"/>
              </a:defRPr>
            </a:pPr>
            <a:r>
              <a:rPr sz="4800" b="1" i="0">
                <a:solidFill>
                  <a:srgbClr val="FFFFFF"/>
                </a:solidFill>
                <a:latin typeface="DIN Condensed"/>
                <a:ea typeface="DIN Condensed"/>
                <a:cs typeface="DIN Condensed"/>
              </a:rPr>
              <a:t>1 MAPA</a:t>
            </a:r>
          </a:p>
        </p:txBody>
      </p:sp>
      <p:sp>
        <p:nvSpPr>
          <p:cNvPr id="22" name="">
            <a:extLst xmlns:a="http://schemas.openxmlformats.org/drawingml/2006/main">
              <a:ext uri="{FF2B5EF4-FFF2-40B4-BE49-F238E27FC236}">
                <a16:creationId xmlns:a16="http://schemas.microsoft.com/office/drawing/2014/main" id="{BAE81A39-ED00-487D-BE5E-14861066A077}"/>
              </a:ext>
            </a:extLst>
          </p:cNvPr>
          <p:cNvSpPr>
            <a:spLocks xmlns:a="http://schemas.openxmlformats.org/drawingml/2006/main" noGrp="1"/>
          </p:cNvSpPr>
          <p:nvPr/>
        </p:nvSpPr>
        <p:spPr>
          <a:xfrm xmlns:a="http://schemas.openxmlformats.org/drawingml/2006/main">
            <a:off x="6343650" y="3943350"/>
            <a:ext cx="2095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MISMA VERDAD FÍSICA Y DIGITAL</a:t>
            </a:r>
          </a:p>
        </p:txBody>
      </p:sp>
      <p:sp>
        <p:nvSpPr>
          <p:cNvPr id="23" name="">
            <a:extLst xmlns:a="http://schemas.openxmlformats.org/drawingml/2006/main">
              <a:ext uri="{FF2B5EF4-FFF2-40B4-BE49-F238E27FC236}">
                <a16:creationId xmlns:a16="http://schemas.microsoft.com/office/drawing/2014/main" id="{1010AD0D-12CC-49FE-BF74-ACF20831EADD}"/>
              </a:ext>
            </a:extLst>
          </p:cNvPr>
          <p:cNvSpPr>
            <a:spLocks xmlns:a="http://schemas.openxmlformats.org/drawingml/2006/main" noGrp="1"/>
          </p:cNvSpPr>
          <p:nvPr/>
        </p:nvSpPr>
        <p:spPr>
          <a:xfrm xmlns:a="http://schemas.openxmlformats.org/drawingml/2006/main">
            <a:off x="6343650" y="4667250"/>
            <a:ext cx="209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FFFFFF">
                    <a:alpha val="82000"/>
                  </a:srgbClr>
                </a:solidFill>
                <a:latin typeface="Avenir Next"/>
                <a:ea typeface="Avenir Next"/>
                <a:cs typeface="Avenir Next"/>
              </a:defRPr>
            </a:pPr>
            <a:r>
              <a:rPr sz="900" b="1" i="0">
                <a:solidFill>
                  <a:srgbClr val="FFFFFF">
                    <a:alpha val="82000"/>
                  </a:srgbClr>
                </a:solidFill>
                <a:latin typeface="Avenir Next"/>
                <a:ea typeface="Avenir Next"/>
                <a:cs typeface="Avenir Next"/>
              </a:rPr>
              <a:t>QR + impresión + señalética</a:t>
            </a:r>
          </a:p>
        </p:txBody>
      </p:sp>
      <p:sp>
        <p:nvSpPr>
          <p:cNvPr id="24" name="">
            <a:extLst xmlns:a="http://schemas.openxmlformats.org/drawingml/2006/main">
              <a:ext uri="{FF2B5EF4-FFF2-40B4-BE49-F238E27FC236}">
                <a16:creationId xmlns:a16="http://schemas.microsoft.com/office/drawing/2014/main" id="{4ADAB166-93A6-470C-A493-364B7253EF4B}"/>
              </a:ext>
            </a:extLst>
          </p:cNvPr>
          <p:cNvSpPr>
            <a:spLocks xmlns:a="http://schemas.openxmlformats.org/drawingml/2006/main" noGrp="1"/>
          </p:cNvSpPr>
          <p:nvPr/>
        </p:nvSpPr>
        <p:spPr>
          <a:xfrm xmlns:a="http://schemas.openxmlformats.org/drawingml/2006/main">
            <a:off x="8953500" y="2800350"/>
            <a:ext cx="2438400" cy="2571750"/>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F4AE6477-72BD-4BCA-AFD9-6AC0AD7CA1CC}"/>
              </a:ext>
            </a:extLst>
          </p:cNvPr>
          <p:cNvSpPr>
            <a:spLocks xmlns:a="http://schemas.openxmlformats.org/drawingml/2006/main" noGrp="1"/>
          </p:cNvSpPr>
          <p:nvPr/>
        </p:nvSpPr>
        <p:spPr>
          <a:xfrm xmlns:a="http://schemas.openxmlformats.org/drawingml/2006/main">
            <a:off x="9124950" y="3067050"/>
            <a:ext cx="2095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3329"/>
          </a:bodyPr>
          <a:lstStyle xmlns:a="http://schemas.openxmlformats.org/drawingml/2006/main"/>
          <a:p xmlns:a="http://schemas.openxmlformats.org/drawingml/2006/main">
            <a:pPr algn="l">
              <a:lnSpc>
                <a:spcPct val="105000"/>
              </a:lnSpc>
              <a:buNone/>
              <a:defRPr sz="3750" b="1" i="0">
                <a:solidFill>
                  <a:srgbClr val="FFFFFF"/>
                </a:solidFill>
                <a:latin typeface="DIN Condensed"/>
                <a:ea typeface="DIN Condensed"/>
                <a:cs typeface="DIN Condensed"/>
              </a:defRPr>
            </a:pPr>
            <a:r>
              <a:rPr sz="3750" b="1" i="0">
                <a:solidFill>
                  <a:srgbClr val="FFFFFF"/>
                </a:solidFill>
                <a:latin typeface="DIN Condensed"/>
                <a:ea typeface="DIN Condensed"/>
                <a:cs typeface="DIN Condensed"/>
              </a:rPr>
              <a:t>MENOS FRICCIÓN</a:t>
            </a:r>
          </a:p>
        </p:txBody>
      </p:sp>
      <p:sp>
        <p:nvSpPr>
          <p:cNvPr id="26" name="">
            <a:extLst xmlns:a="http://schemas.openxmlformats.org/drawingml/2006/main">
              <a:ext uri="{FF2B5EF4-FFF2-40B4-BE49-F238E27FC236}">
                <a16:creationId xmlns:a16="http://schemas.microsoft.com/office/drawing/2014/main" id="{0DDA1511-62B6-44BC-A47A-FBB491819CED}"/>
              </a:ext>
            </a:extLst>
          </p:cNvPr>
          <p:cNvSpPr>
            <a:spLocks xmlns:a="http://schemas.openxmlformats.org/drawingml/2006/main" noGrp="1"/>
          </p:cNvSpPr>
          <p:nvPr/>
        </p:nvSpPr>
        <p:spPr>
          <a:xfrm xmlns:a="http://schemas.openxmlformats.org/drawingml/2006/main">
            <a:off x="9124950" y="3943350"/>
            <a:ext cx="2095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OBJETIVO DE ORIENTACIÓN</a:t>
            </a:r>
          </a:p>
        </p:txBody>
      </p:sp>
      <p:sp>
        <p:nvSpPr>
          <p:cNvPr id="27" name="">
            <a:extLst xmlns:a="http://schemas.openxmlformats.org/drawingml/2006/main">
              <a:ext uri="{FF2B5EF4-FFF2-40B4-BE49-F238E27FC236}">
                <a16:creationId xmlns:a16="http://schemas.microsoft.com/office/drawing/2014/main" id="{F82406F0-1364-49B6-9A96-8E85470D68C4}"/>
              </a:ext>
            </a:extLst>
          </p:cNvPr>
          <p:cNvSpPr>
            <a:spLocks xmlns:a="http://schemas.openxmlformats.org/drawingml/2006/main" noGrp="1"/>
          </p:cNvSpPr>
          <p:nvPr/>
        </p:nvSpPr>
        <p:spPr>
          <a:xfrm xmlns:a="http://schemas.openxmlformats.org/drawingml/2006/main">
            <a:off x="9124950" y="4667250"/>
            <a:ext cx="209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FFFFFF">
                    <a:alpha val="82000"/>
                  </a:srgbClr>
                </a:solidFill>
                <a:latin typeface="Avenir Next"/>
                <a:ea typeface="Avenir Next"/>
                <a:cs typeface="Avenir Next"/>
              </a:defRPr>
            </a:pPr>
            <a:r>
              <a:rPr sz="900" b="1" i="0">
                <a:solidFill>
                  <a:srgbClr val="FFFFFF">
                    <a:alpha val="82000"/>
                  </a:srgbClr>
                </a:solidFill>
                <a:latin typeface="Avenir Next"/>
                <a:ea typeface="Avenir Next"/>
                <a:cs typeface="Avenir Next"/>
              </a:rPr>
              <a:t>baño · comida · ayuda · salida</a:t>
            </a:r>
          </a:p>
        </p:txBody>
      </p:sp>
      <p:sp>
        <p:nvSpPr>
          <p:cNvPr id="28" name="">
            <a:extLst xmlns:a="http://schemas.openxmlformats.org/drawingml/2006/main">
              <a:ext uri="{FF2B5EF4-FFF2-40B4-BE49-F238E27FC236}">
                <a16:creationId xmlns:a16="http://schemas.microsoft.com/office/drawing/2014/main" id="{8CF9D34F-3F54-4E4A-9A8E-F684B8F07DE4}"/>
              </a:ext>
            </a:extLst>
          </p:cNvPr>
          <p:cNvSpPr>
            <a:spLocks xmlns:a="http://schemas.openxmlformats.org/drawingml/2006/main" noGrp="1"/>
          </p:cNvSpPr>
          <p:nvPr/>
        </p:nvSpPr>
        <p:spPr>
          <a:xfrm xmlns:a="http://schemas.openxmlformats.org/drawingml/2006/main">
            <a:off x="609600" y="5810250"/>
            <a:ext cx="10744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975" b="1" i="0">
                <a:solidFill>
                  <a:srgbClr val="25112C"/>
                </a:solidFill>
                <a:latin typeface="Avenir Next"/>
                <a:ea typeface="Avenir Next"/>
                <a:cs typeface="Avenir Next"/>
              </a:defRPr>
            </a:pPr>
            <a:r>
              <a:rPr sz="975" b="1" i="0">
                <a:solidFill>
                  <a:srgbClr val="25112C"/>
                </a:solidFill>
                <a:latin typeface="Avenir Next"/>
                <a:ea typeface="Avenir Next"/>
                <a:cs typeface="Avenir Next"/>
              </a:rPr>
              <a:t>La superficie oficial del complejo debe salir de una ficha técnica aprobada, no de cifras contradictorias de prensa.</a:t>
            </a:r>
          </a:p>
        </p:txBody>
      </p:sp>
    </p:spTree>
    <p:extLst>
      <p:ext uri="{BB962C8B-B14F-4D97-AF65-F5344CB8AC3E}">
        <p14:creationId xmlns:p14="http://schemas.microsoft.com/office/powerpoint/2010/main" val="1754112754"/>
      </p:ext>
    </p:extLst>
  </p:cSld>
</p:sld>
</file>

<file path=ppt/slides/slide15.xml><?xml version="1.0" encoding="utf-8"?>
<p:sld xmlns:p="http://schemas.openxmlformats.org/presentationml/2006/main">
  <p:cSld>
    <p:bg>
      <p:bgPr>
        <a:solidFill xmlns:a="http://schemas.openxmlformats.org/drawingml/2006/main">
          <a:srgbClr val="160A22"/>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3B1396D6-2394-4B8C-A0B3-A1A9A2C41598}"/>
              </a:ext>
            </a:extLst>
          </p:cNvPr>
          <p:cNvSpPr>
            <a:spLocks xmlns:a="http://schemas.openxmlformats.org/drawingml/2006/main" noGrp="1"/>
          </p:cNvSpPr>
          <p:nvPr/>
        </p:nvSpPr>
        <p:spPr>
          <a:xfrm xmlns:a="http://schemas.openxmlformats.org/drawingml/2006/main">
            <a:off x="0" y="0"/>
            <a:ext cx="2438400" cy="66675"/>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FAEA868-926B-42FE-96F1-C556E04FF9A0}"/>
              </a:ext>
            </a:extLst>
          </p:cNvPr>
          <p:cNvSpPr>
            <a:spLocks xmlns:a="http://schemas.openxmlformats.org/drawingml/2006/main" noGrp="1"/>
          </p:cNvSpPr>
          <p:nvPr/>
        </p:nvSpPr>
        <p:spPr>
          <a:xfrm xmlns:a="http://schemas.openxmlformats.org/drawingml/2006/main">
            <a:off x="2438400" y="0"/>
            <a:ext cx="2438400" cy="66675"/>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55AB719-BC5A-4E9E-B3CC-4EEAA261711A}"/>
              </a:ext>
            </a:extLst>
          </p:cNvPr>
          <p:cNvSpPr>
            <a:spLocks xmlns:a="http://schemas.openxmlformats.org/drawingml/2006/main" noGrp="1"/>
          </p:cNvSpPr>
          <p:nvPr/>
        </p:nvSpPr>
        <p:spPr>
          <a:xfrm xmlns:a="http://schemas.openxmlformats.org/drawingml/2006/main">
            <a:off x="4876800" y="0"/>
            <a:ext cx="2438400" cy="66675"/>
          </a:xfrm>
          <a:prstGeom xmlns:a="http://schemas.openxmlformats.org/drawingml/2006/main" prst="rect">
            <a:avLst/>
          </a:prstGeom>
          <a:solidFill xmlns:a="http://schemas.openxmlformats.org/drawingml/2006/main">
            <a:srgbClr val="FFC92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C75D505-2AAA-4C53-B922-73CE1862B829}"/>
              </a:ext>
            </a:extLst>
          </p:cNvPr>
          <p:cNvSpPr>
            <a:spLocks xmlns:a="http://schemas.openxmlformats.org/drawingml/2006/main" noGrp="1"/>
          </p:cNvSpPr>
          <p:nvPr/>
        </p:nvSpPr>
        <p:spPr>
          <a:xfrm xmlns:a="http://schemas.openxmlformats.org/drawingml/2006/main">
            <a:off x="7315200" y="0"/>
            <a:ext cx="2438400" cy="66675"/>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BD59D131-100E-46C6-B68F-B3AFB146ACF7}"/>
              </a:ext>
            </a:extLst>
          </p:cNvPr>
          <p:cNvSpPr>
            <a:spLocks xmlns:a="http://schemas.openxmlformats.org/drawingml/2006/main" noGrp="1"/>
          </p:cNvSpPr>
          <p:nvPr/>
        </p:nvSpPr>
        <p:spPr>
          <a:xfrm xmlns:a="http://schemas.openxmlformats.org/drawingml/2006/main">
            <a:off x="9753600" y="0"/>
            <a:ext cx="2438400" cy="66675"/>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B3955576-7014-480C-AA68-0C1EB7A54204}"/>
              </a:ext>
            </a:extLst>
          </p:cNvPr>
          <p:cNvSpPr>
            <a:spLocks xmlns:a="http://schemas.openxmlformats.org/drawingml/2006/main" noGrp="1"/>
          </p:cNvSpPr>
          <p:nvPr/>
        </p:nvSpPr>
        <p:spPr>
          <a:xfrm xmlns:a="http://schemas.openxmlformats.org/drawingml/2006/main">
            <a:off x="609600" y="26670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FFC928"/>
                </a:solidFill>
                <a:latin typeface="Avenir Next"/>
                <a:ea typeface="Avenir Next"/>
                <a:cs typeface="Avenir Next"/>
              </a:defRPr>
            </a:pPr>
            <a:r>
              <a:rPr sz="825" b="1" i="0">
                <a:solidFill>
                  <a:srgbClr val="FFC928"/>
                </a:solidFill>
                <a:latin typeface="Avenir Next"/>
                <a:ea typeface="Avenir Next"/>
                <a:cs typeface="Avenir Next"/>
              </a:rPr>
              <a:t>CONFIANZA OPERATIVA</a:t>
            </a:r>
          </a:p>
        </p:txBody>
      </p:sp>
      <p:sp>
        <p:nvSpPr>
          <p:cNvPr id="7" name="">
            <a:extLst xmlns:a="http://schemas.openxmlformats.org/drawingml/2006/main">
              <a:ext uri="{FF2B5EF4-FFF2-40B4-BE49-F238E27FC236}">
                <a16:creationId xmlns:a16="http://schemas.microsoft.com/office/drawing/2014/main" id="{2F524CF2-C82A-487E-8E67-1B0766B2E5FD}"/>
              </a:ext>
            </a:extLst>
          </p:cNvPr>
          <p:cNvSpPr>
            <a:spLocks xmlns:a="http://schemas.openxmlformats.org/drawingml/2006/main" noGrp="1"/>
          </p:cNvSpPr>
          <p:nvPr/>
        </p:nvSpPr>
        <p:spPr>
          <a:xfrm xmlns:a="http://schemas.openxmlformats.org/drawingml/2006/main">
            <a:off x="609600" y="6534150"/>
            <a:ext cx="4762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675" b="1" i="0">
                <a:solidFill>
                  <a:srgbClr val="FFFFFF">
                    <a:alpha val="52000"/>
                  </a:srgbClr>
                </a:solidFill>
                <a:latin typeface="Avenir Next"/>
                <a:ea typeface="Avenir Next"/>
                <a:cs typeface="Avenir Next"/>
              </a:defRPr>
            </a:pPr>
            <a:r>
              <a:rPr sz="675" b="1" i="0">
                <a:solidFill>
                  <a:srgbClr val="FFFFFF">
                    <a:alpha val="52000"/>
                  </a:srgbClr>
                </a:solidFill>
                <a:latin typeface="Avenir Next"/>
                <a:ea typeface="Avenir Next"/>
                <a:cs typeface="Avenir Next"/>
              </a:rPr>
              <a:t>DOCUMENTO INTERNO · PROPUESTA EN REVISIÓN</a:t>
            </a:r>
          </a:p>
        </p:txBody>
      </p:sp>
      <p:sp>
        <p:nvSpPr>
          <p:cNvPr id="8" name="">
            <a:extLst xmlns:a="http://schemas.openxmlformats.org/drawingml/2006/main">
              <a:ext uri="{FF2B5EF4-FFF2-40B4-BE49-F238E27FC236}">
                <a16:creationId xmlns:a16="http://schemas.microsoft.com/office/drawing/2014/main" id="{404B0C15-266A-4372-A058-CE6E21B047D3}"/>
              </a:ext>
            </a:extLst>
          </p:cNvPr>
          <p:cNvSpPr>
            <a:spLocks xmlns:a="http://schemas.openxmlformats.org/drawingml/2006/main" noGrp="1"/>
          </p:cNvSpPr>
          <p:nvPr/>
        </p:nvSpPr>
        <p:spPr>
          <a:xfrm xmlns:a="http://schemas.openxmlformats.org/drawingml/2006/main">
            <a:off x="11239500" y="6505575"/>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750" b="1" i="0">
                <a:solidFill>
                  <a:srgbClr val="FFFFFF">
                    <a:alpha val="52000"/>
                  </a:srgbClr>
                </a:solidFill>
                <a:latin typeface="Avenir Next"/>
                <a:ea typeface="Avenir Next"/>
                <a:cs typeface="Avenir Next"/>
              </a:defRPr>
            </a:pPr>
            <a:r>
              <a:rPr sz="750" b="1" i="0">
                <a:solidFill>
                  <a:srgbClr val="FFFFFF">
                    <a:alpha val="52000"/>
                  </a:srgbClr>
                </a:solidFill>
                <a:latin typeface="Avenir Next"/>
                <a:ea typeface="Avenir Next"/>
                <a:cs typeface="Avenir Next"/>
              </a:rPr>
              <a:t>15</a:t>
            </a:r>
          </a:p>
        </p:txBody>
      </p:sp>
      <p:sp>
        <p:nvSpPr>
          <p:cNvPr id="9" name="">
            <a:extLst xmlns:a="http://schemas.openxmlformats.org/drawingml/2006/main">
              <a:ext uri="{FF2B5EF4-FFF2-40B4-BE49-F238E27FC236}">
                <a16:creationId xmlns:a16="http://schemas.microsoft.com/office/drawing/2014/main" id="{A5C53A3F-CAA8-4C7F-AC11-AF3F4565F4F2}"/>
              </a:ext>
            </a:extLst>
          </p:cNvPr>
          <p:cNvSpPr>
            <a:spLocks xmlns:a="http://schemas.openxmlformats.org/drawingml/2006/main" noGrp="1"/>
          </p:cNvSpPr>
          <p:nvPr/>
        </p:nvSpPr>
        <p:spPr>
          <a:xfrm xmlns:a="http://schemas.openxmlformats.org/drawingml/2006/main">
            <a:off x="609600" y="666750"/>
            <a:ext cx="1066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E72D78"/>
                </a:solidFill>
                <a:latin typeface="Avenir Next"/>
                <a:ea typeface="Avenir Next"/>
                <a:cs typeface="Avenir Next"/>
              </a:defRPr>
            </a:pPr>
            <a:r>
              <a:rPr sz="900" b="1" i="0">
                <a:solidFill>
                  <a:srgbClr val="E72D78"/>
                </a:solidFill>
                <a:latin typeface="Avenir Next"/>
                <a:ea typeface="Avenir Next"/>
                <a:cs typeface="Avenir Next"/>
              </a:rPr>
              <a:t>LA CONFIANZA</a:t>
            </a:r>
          </a:p>
        </p:txBody>
      </p:sp>
      <p:sp>
        <p:nvSpPr>
          <p:cNvPr id="10" name="">
            <a:extLst xmlns:a="http://schemas.openxmlformats.org/drawingml/2006/main">
              <a:ext uri="{FF2B5EF4-FFF2-40B4-BE49-F238E27FC236}">
                <a16:creationId xmlns:a16="http://schemas.microsoft.com/office/drawing/2014/main" id="{DC23324C-CB97-4E59-9652-FA6C55A72AEE}"/>
              </a:ext>
            </a:extLst>
          </p:cNvPr>
          <p:cNvSpPr>
            <a:spLocks xmlns:a="http://schemas.openxmlformats.org/drawingml/2006/main" noGrp="1"/>
          </p:cNvSpPr>
          <p:nvPr/>
        </p:nvSpPr>
        <p:spPr>
          <a:xfrm xmlns:a="http://schemas.openxmlformats.org/drawingml/2006/main">
            <a:off x="609600" y="990600"/>
            <a:ext cx="1066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4050" b="1" i="0">
                <a:solidFill>
                  <a:srgbClr val="FFFFFF"/>
                </a:solidFill>
                <a:latin typeface="DIN Condensed"/>
                <a:ea typeface="DIN Condensed"/>
                <a:cs typeface="DIN Condensed"/>
              </a:defRPr>
            </a:pPr>
            <a:r>
              <a:rPr sz="4050" b="1" i="0">
                <a:solidFill>
                  <a:srgbClr val="FFFFFF"/>
                </a:solidFill>
                <a:latin typeface="DIN Condensed"/>
                <a:ea typeface="DIN Condensed"/>
                <a:cs typeface="DIN Condensed"/>
              </a:rPr>
              <a:t>Limpieza, orden y seguridad deben verse.</a:t>
            </a:r>
          </a:p>
        </p:txBody>
      </p:sp>
      <p:sp>
        <p:nvSpPr>
          <p:cNvPr id="11" name="">
            <a:extLst xmlns:a="http://schemas.openxmlformats.org/drawingml/2006/main">
              <a:ext uri="{FF2B5EF4-FFF2-40B4-BE49-F238E27FC236}">
                <a16:creationId xmlns:a16="http://schemas.microsoft.com/office/drawing/2014/main" id="{C6831A2F-8491-4ABD-8B62-FFC32584EF9A}"/>
              </a:ext>
            </a:extLst>
          </p:cNvPr>
          <p:cNvSpPr>
            <a:spLocks xmlns:a="http://schemas.openxmlformats.org/drawingml/2006/main" noGrp="1"/>
          </p:cNvSpPr>
          <p:nvPr/>
        </p:nvSpPr>
        <p:spPr>
          <a:xfrm xmlns:a="http://schemas.openxmlformats.org/drawingml/2006/main">
            <a:off x="609600" y="182880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0" i="0">
                <a:solidFill>
                  <a:srgbClr val="FFFFFF">
                    <a:alpha val="78000"/>
                  </a:srgbClr>
                </a:solidFill>
                <a:latin typeface="Avenir Next"/>
                <a:ea typeface="Avenir Next"/>
                <a:cs typeface="Avenir Next"/>
              </a:defRPr>
            </a:pPr>
            <a:r>
              <a:rPr sz="1500" b="0" i="0">
                <a:solidFill>
                  <a:srgbClr val="FFFFFF">
                    <a:alpha val="78000"/>
                  </a:srgbClr>
                </a:solidFill>
                <a:latin typeface="Avenir Next"/>
                <a:ea typeface="Avenir Next"/>
                <a:cs typeface="Avenir Next"/>
              </a:rPr>
              <a:t>No basta decirlo: el público debe encontrar equipos, rutas, información, puntos de ayuda y evidencia durante toda la jornada.</a:t>
            </a:r>
          </a:p>
        </p:txBody>
      </p:sp>
      <p:sp>
        <p:nvSpPr>
          <p:cNvPr id="12" name="">
            <a:extLst xmlns:a="http://schemas.openxmlformats.org/drawingml/2006/main">
              <a:ext uri="{FF2B5EF4-FFF2-40B4-BE49-F238E27FC236}">
                <a16:creationId xmlns:a16="http://schemas.microsoft.com/office/drawing/2014/main" id="{83B31AF4-2486-4CD1-9ED8-88380CDEB9EA}"/>
              </a:ext>
            </a:extLst>
          </p:cNvPr>
          <p:cNvSpPr>
            <a:spLocks xmlns:a="http://schemas.openxmlformats.org/drawingml/2006/main" noGrp="1"/>
          </p:cNvSpPr>
          <p:nvPr/>
        </p:nvSpPr>
        <p:spPr>
          <a:xfrm xmlns:a="http://schemas.openxmlformats.org/drawingml/2006/main">
            <a:off x="609600" y="2971800"/>
            <a:ext cx="3333750" cy="2324100"/>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9345D721-83F0-4050-9BD3-A6CD97CD4BDD}"/>
              </a:ext>
            </a:extLst>
          </p:cNvPr>
          <p:cNvSpPr>
            <a:spLocks xmlns:a="http://schemas.openxmlformats.org/drawingml/2006/main" noGrp="1"/>
          </p:cNvSpPr>
          <p:nvPr/>
        </p:nvSpPr>
        <p:spPr>
          <a:xfrm xmlns:a="http://schemas.openxmlformats.org/drawingml/2006/main">
            <a:off x="800100" y="3181350"/>
            <a:ext cx="2952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950" b="1" i="0">
                <a:solidFill>
                  <a:srgbClr val="FFFFFF"/>
                </a:solidFill>
                <a:latin typeface="DIN Condensed"/>
                <a:ea typeface="DIN Condensed"/>
                <a:cs typeface="DIN Condensed"/>
              </a:defRPr>
            </a:pPr>
            <a:r>
              <a:rPr sz="1950" b="1" i="0">
                <a:solidFill>
                  <a:srgbClr val="FFFFFF"/>
                </a:solidFill>
                <a:latin typeface="DIN Condensed"/>
                <a:ea typeface="DIN Condensed"/>
                <a:cs typeface="DIN Condensed"/>
              </a:rPr>
              <a:t>LIMPIEZA</a:t>
            </a:r>
          </a:p>
        </p:txBody>
      </p:sp>
      <p:sp>
        <p:nvSpPr>
          <p:cNvPr id="14" name="">
            <a:extLst xmlns:a="http://schemas.openxmlformats.org/drawingml/2006/main">
              <a:ext uri="{FF2B5EF4-FFF2-40B4-BE49-F238E27FC236}">
                <a16:creationId xmlns:a16="http://schemas.microsoft.com/office/drawing/2014/main" id="{FE0CEDDB-E49A-4476-AF15-2BEBCDB73736}"/>
              </a:ext>
            </a:extLst>
          </p:cNvPr>
          <p:cNvSpPr>
            <a:spLocks xmlns:a="http://schemas.openxmlformats.org/drawingml/2006/main" noGrp="1"/>
          </p:cNvSpPr>
          <p:nvPr/>
        </p:nvSpPr>
        <p:spPr>
          <a:xfrm xmlns:a="http://schemas.openxmlformats.org/drawingml/2006/main">
            <a:off x="800100" y="37909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frecuencia · puntos · respuesta</a:t>
            </a:r>
          </a:p>
        </p:txBody>
      </p:sp>
      <p:sp>
        <p:nvSpPr>
          <p:cNvPr id="15" name="">
            <a:extLst xmlns:a="http://schemas.openxmlformats.org/drawingml/2006/main">
              <a:ext uri="{FF2B5EF4-FFF2-40B4-BE49-F238E27FC236}">
                <a16:creationId xmlns:a16="http://schemas.microsoft.com/office/drawing/2014/main" id="{612BD711-8E42-4D5B-BAF1-6BBD34C02B11}"/>
              </a:ext>
            </a:extLst>
          </p:cNvPr>
          <p:cNvSpPr>
            <a:spLocks xmlns:a="http://schemas.openxmlformats.org/drawingml/2006/main" noGrp="1"/>
          </p:cNvSpPr>
          <p:nvPr/>
        </p:nvSpPr>
        <p:spPr>
          <a:xfrm xmlns:a="http://schemas.openxmlformats.org/drawingml/2006/main">
            <a:off x="800100" y="4267200"/>
            <a:ext cx="762000" cy="47625"/>
          </a:xfrm>
          <a:prstGeom xmlns:a="http://schemas.openxmlformats.org/drawingml/2006/main" prst="rect">
            <a:avLst/>
          </a:prstGeom>
          <a:solidFill xmlns:a="http://schemas.openxmlformats.org/drawingml/2006/main">
            <a:srgbClr val="FFC92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B807A5C1-42C7-455C-9F47-E050DF0984F2}"/>
              </a:ext>
            </a:extLst>
          </p:cNvPr>
          <p:cNvSpPr>
            <a:spLocks xmlns:a="http://schemas.openxmlformats.org/drawingml/2006/main" noGrp="1"/>
          </p:cNvSpPr>
          <p:nvPr/>
        </p:nvSpPr>
        <p:spPr>
          <a:xfrm xmlns:a="http://schemas.openxmlformats.org/drawingml/2006/main">
            <a:off x="800100" y="4514850"/>
            <a:ext cx="2952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i="0">
                <a:solidFill>
                  <a:srgbClr val="FFFFFF"/>
                </a:solidFill>
                <a:latin typeface="Avenir Next"/>
                <a:ea typeface="Avenir Next"/>
                <a:cs typeface="Avenir Next"/>
              </a:defRPr>
            </a:pPr>
            <a:r>
              <a:rPr sz="1050" b="0" i="0">
                <a:solidFill>
                  <a:srgbClr val="FFFFFF"/>
                </a:solidFill>
                <a:latin typeface="Avenir Next"/>
                <a:ea typeface="Avenir Next"/>
                <a:cs typeface="Avenir Next"/>
              </a:rPr>
              <a:t>mostrar brigadas, horarios de atención y evidencia de cumplimiento</a:t>
            </a:r>
          </a:p>
        </p:txBody>
      </p:sp>
      <p:sp>
        <p:nvSpPr>
          <p:cNvPr id="17" name="">
            <a:extLst xmlns:a="http://schemas.openxmlformats.org/drawingml/2006/main">
              <a:ext uri="{FF2B5EF4-FFF2-40B4-BE49-F238E27FC236}">
                <a16:creationId xmlns:a16="http://schemas.microsoft.com/office/drawing/2014/main" id="{9CC4C948-0965-4BC8-9DF7-C2B0187F6CE0}"/>
              </a:ext>
            </a:extLst>
          </p:cNvPr>
          <p:cNvSpPr>
            <a:spLocks xmlns:a="http://schemas.openxmlformats.org/drawingml/2006/main" noGrp="1"/>
          </p:cNvSpPr>
          <p:nvPr/>
        </p:nvSpPr>
        <p:spPr>
          <a:xfrm xmlns:a="http://schemas.openxmlformats.org/drawingml/2006/main">
            <a:off x="4267200" y="2971800"/>
            <a:ext cx="3333750" cy="2324100"/>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0FBA19B6-1F69-4A05-93C6-A498DA0C6251}"/>
              </a:ext>
            </a:extLst>
          </p:cNvPr>
          <p:cNvSpPr>
            <a:spLocks xmlns:a="http://schemas.openxmlformats.org/drawingml/2006/main" noGrp="1"/>
          </p:cNvSpPr>
          <p:nvPr/>
        </p:nvSpPr>
        <p:spPr>
          <a:xfrm xmlns:a="http://schemas.openxmlformats.org/drawingml/2006/main">
            <a:off x="4457700" y="3181350"/>
            <a:ext cx="2952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950" b="1" i="0">
                <a:solidFill>
                  <a:srgbClr val="FFFFFF"/>
                </a:solidFill>
                <a:latin typeface="DIN Condensed"/>
                <a:ea typeface="DIN Condensed"/>
                <a:cs typeface="DIN Condensed"/>
              </a:defRPr>
            </a:pPr>
            <a:r>
              <a:rPr sz="1950" b="1" i="0">
                <a:solidFill>
                  <a:srgbClr val="FFFFFF"/>
                </a:solidFill>
                <a:latin typeface="DIN Condensed"/>
                <a:ea typeface="DIN Condensed"/>
                <a:cs typeface="DIN Condensed"/>
              </a:rPr>
              <a:t>ORDEN Y SEGURIDAD</a:t>
            </a:r>
          </a:p>
        </p:txBody>
      </p:sp>
      <p:sp>
        <p:nvSpPr>
          <p:cNvPr id="19" name="">
            <a:extLst xmlns:a="http://schemas.openxmlformats.org/drawingml/2006/main">
              <a:ext uri="{FF2B5EF4-FFF2-40B4-BE49-F238E27FC236}">
                <a16:creationId xmlns:a16="http://schemas.microsoft.com/office/drawing/2014/main" id="{8B873D33-57ED-4C5A-BFC1-8E195677988A}"/>
              </a:ext>
            </a:extLst>
          </p:cNvPr>
          <p:cNvSpPr>
            <a:spLocks xmlns:a="http://schemas.openxmlformats.org/drawingml/2006/main" noGrp="1"/>
          </p:cNvSpPr>
          <p:nvPr/>
        </p:nvSpPr>
        <p:spPr>
          <a:xfrm xmlns:a="http://schemas.openxmlformats.org/drawingml/2006/main">
            <a:off x="4457700" y="37909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comunitaria · privada · institucional*</a:t>
            </a:r>
          </a:p>
        </p:txBody>
      </p:sp>
      <p:sp>
        <p:nvSpPr>
          <p:cNvPr id="20" name="">
            <a:extLst xmlns:a="http://schemas.openxmlformats.org/drawingml/2006/main">
              <a:ext uri="{FF2B5EF4-FFF2-40B4-BE49-F238E27FC236}">
                <a16:creationId xmlns:a16="http://schemas.microsoft.com/office/drawing/2014/main" id="{4422FC33-1DBD-47C1-8573-E8F9F0B9F847}"/>
              </a:ext>
            </a:extLst>
          </p:cNvPr>
          <p:cNvSpPr>
            <a:spLocks xmlns:a="http://schemas.openxmlformats.org/drawingml/2006/main" noGrp="1"/>
          </p:cNvSpPr>
          <p:nvPr/>
        </p:nvSpPr>
        <p:spPr>
          <a:xfrm xmlns:a="http://schemas.openxmlformats.org/drawingml/2006/main">
            <a:off x="4457700" y="4267200"/>
            <a:ext cx="762000" cy="47625"/>
          </a:xfrm>
          <a:prstGeom xmlns:a="http://schemas.openxmlformats.org/drawingml/2006/main" prst="rect">
            <a:avLst/>
          </a:prstGeom>
          <a:solidFill xmlns:a="http://schemas.openxmlformats.org/drawingml/2006/main">
            <a:srgbClr val="FFC92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5E757F71-10E2-46DC-8ABD-57130FD1DDA8}"/>
              </a:ext>
            </a:extLst>
          </p:cNvPr>
          <p:cNvSpPr>
            <a:spLocks xmlns:a="http://schemas.openxmlformats.org/drawingml/2006/main" noGrp="1"/>
          </p:cNvSpPr>
          <p:nvPr/>
        </p:nvSpPr>
        <p:spPr>
          <a:xfrm xmlns:a="http://schemas.openxmlformats.org/drawingml/2006/main">
            <a:off x="4457700" y="4514850"/>
            <a:ext cx="2952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i="0">
                <a:solidFill>
                  <a:srgbClr val="FFFFFF"/>
                </a:solidFill>
                <a:latin typeface="Avenir Next"/>
                <a:ea typeface="Avenir Next"/>
                <a:cs typeface="Avenir Next"/>
              </a:defRPr>
            </a:pPr>
            <a:r>
              <a:rPr sz="1050" b="0" i="0">
                <a:solidFill>
                  <a:srgbClr val="FFFFFF"/>
                </a:solidFill>
                <a:latin typeface="Avenir Next"/>
                <a:ea typeface="Avenir Next"/>
                <a:cs typeface="Avenir Next"/>
              </a:rPr>
              <a:t>plan por zonas, escalamiento y comunicación factual</a:t>
            </a:r>
          </a:p>
        </p:txBody>
      </p:sp>
      <p:sp>
        <p:nvSpPr>
          <p:cNvPr id="22" name="">
            <a:extLst xmlns:a="http://schemas.openxmlformats.org/drawingml/2006/main">
              <a:ext uri="{FF2B5EF4-FFF2-40B4-BE49-F238E27FC236}">
                <a16:creationId xmlns:a16="http://schemas.microsoft.com/office/drawing/2014/main" id="{B87D6116-F486-466B-B7BE-F7A6AE518E90}"/>
              </a:ext>
            </a:extLst>
          </p:cNvPr>
          <p:cNvSpPr>
            <a:spLocks xmlns:a="http://schemas.openxmlformats.org/drawingml/2006/main" noGrp="1"/>
          </p:cNvSpPr>
          <p:nvPr/>
        </p:nvSpPr>
        <p:spPr>
          <a:xfrm xmlns:a="http://schemas.openxmlformats.org/drawingml/2006/main">
            <a:off x="7924800" y="2971800"/>
            <a:ext cx="3333750" cy="2324100"/>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A88B7378-6A57-408C-B225-24C12AC80694}"/>
              </a:ext>
            </a:extLst>
          </p:cNvPr>
          <p:cNvSpPr>
            <a:spLocks xmlns:a="http://schemas.openxmlformats.org/drawingml/2006/main" noGrp="1"/>
          </p:cNvSpPr>
          <p:nvPr/>
        </p:nvSpPr>
        <p:spPr>
          <a:xfrm xmlns:a="http://schemas.openxmlformats.org/drawingml/2006/main">
            <a:off x="8115300" y="3181350"/>
            <a:ext cx="2952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950" b="1" i="0">
                <a:solidFill>
                  <a:srgbClr val="FFFFFF"/>
                </a:solidFill>
                <a:latin typeface="DIN Condensed"/>
                <a:ea typeface="DIN Condensed"/>
                <a:cs typeface="DIN Condensed"/>
              </a:defRPr>
            </a:pPr>
            <a:r>
              <a:rPr sz="1950" b="1" i="0">
                <a:solidFill>
                  <a:srgbClr val="FFFFFF"/>
                </a:solidFill>
                <a:latin typeface="DIN Condensed"/>
                <a:ea typeface="DIN Condensed"/>
                <a:cs typeface="DIN Condensed"/>
              </a:rPr>
              <a:t>SERVICIO</a:t>
            </a:r>
          </a:p>
        </p:txBody>
      </p:sp>
      <p:sp>
        <p:nvSpPr>
          <p:cNvPr id="24" name="">
            <a:extLst xmlns:a="http://schemas.openxmlformats.org/drawingml/2006/main">
              <a:ext uri="{FF2B5EF4-FFF2-40B4-BE49-F238E27FC236}">
                <a16:creationId xmlns:a16="http://schemas.microsoft.com/office/drawing/2014/main" id="{1B0851D2-D409-4F4C-B8B2-DE59F6C6969D}"/>
              </a:ext>
            </a:extLst>
          </p:cNvPr>
          <p:cNvSpPr>
            <a:spLocks xmlns:a="http://schemas.openxmlformats.org/drawingml/2006/main" noGrp="1"/>
          </p:cNvSpPr>
          <p:nvPr/>
        </p:nvSpPr>
        <p:spPr>
          <a:xfrm xmlns:a="http://schemas.openxmlformats.org/drawingml/2006/main">
            <a:off x="8115300" y="37909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ayuda · FAQ · accesibilidad</a:t>
            </a:r>
          </a:p>
        </p:txBody>
      </p:sp>
      <p:sp>
        <p:nvSpPr>
          <p:cNvPr id="25" name="">
            <a:extLst xmlns:a="http://schemas.openxmlformats.org/drawingml/2006/main">
              <a:ext uri="{FF2B5EF4-FFF2-40B4-BE49-F238E27FC236}">
                <a16:creationId xmlns:a16="http://schemas.microsoft.com/office/drawing/2014/main" id="{6C650517-3DAD-4BD7-A0AD-C1D04DF50047}"/>
              </a:ext>
            </a:extLst>
          </p:cNvPr>
          <p:cNvSpPr>
            <a:spLocks xmlns:a="http://schemas.openxmlformats.org/drawingml/2006/main" noGrp="1"/>
          </p:cNvSpPr>
          <p:nvPr/>
        </p:nvSpPr>
        <p:spPr>
          <a:xfrm xmlns:a="http://schemas.openxmlformats.org/drawingml/2006/main">
            <a:off x="8115300" y="4267200"/>
            <a:ext cx="762000" cy="47625"/>
          </a:xfrm>
          <a:prstGeom xmlns:a="http://schemas.openxmlformats.org/drawingml/2006/main" prst="rect">
            <a:avLst/>
          </a:prstGeom>
          <a:solidFill xmlns:a="http://schemas.openxmlformats.org/drawingml/2006/main">
            <a:srgbClr val="FFC92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57E9B974-7D7E-43B4-9C32-78FD25209D9B}"/>
              </a:ext>
            </a:extLst>
          </p:cNvPr>
          <p:cNvSpPr>
            <a:spLocks xmlns:a="http://schemas.openxmlformats.org/drawingml/2006/main" noGrp="1"/>
          </p:cNvSpPr>
          <p:nvPr/>
        </p:nvSpPr>
        <p:spPr>
          <a:xfrm xmlns:a="http://schemas.openxmlformats.org/drawingml/2006/main">
            <a:off x="8115300" y="4514850"/>
            <a:ext cx="2952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i="0">
                <a:solidFill>
                  <a:srgbClr val="FFFFFF"/>
                </a:solidFill>
                <a:latin typeface="Avenir Next"/>
                <a:ea typeface="Avenir Next"/>
                <a:cs typeface="Avenir Next"/>
              </a:defRPr>
            </a:pPr>
            <a:r>
              <a:rPr sz="1050" b="0" i="0">
                <a:solidFill>
                  <a:srgbClr val="FFFFFF"/>
                </a:solidFill>
                <a:latin typeface="Avenir Next"/>
                <a:ea typeface="Avenir Next"/>
                <a:cs typeface="Avenir Next"/>
              </a:rPr>
              <a:t>resolver antes de que una duda se vuelva reclamo</a:t>
            </a:r>
          </a:p>
        </p:txBody>
      </p:sp>
      <p:sp>
        <p:nvSpPr>
          <p:cNvPr id="27" name="">
            <a:extLst xmlns:a="http://schemas.openxmlformats.org/drawingml/2006/main">
              <a:ext uri="{FF2B5EF4-FFF2-40B4-BE49-F238E27FC236}">
                <a16:creationId xmlns:a16="http://schemas.microsoft.com/office/drawing/2014/main" id="{4256124A-66B1-4514-B091-8F3DA4F8ADC3}"/>
              </a:ext>
            </a:extLst>
          </p:cNvPr>
          <p:cNvSpPr>
            <a:spLocks xmlns:a="http://schemas.openxmlformats.org/drawingml/2006/main" noGrp="1"/>
          </p:cNvSpPr>
          <p:nvPr/>
        </p:nvSpPr>
        <p:spPr>
          <a:xfrm xmlns:a="http://schemas.openxmlformats.org/drawingml/2006/main">
            <a:off x="609600" y="5772150"/>
            <a:ext cx="10744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900" b="0" i="0">
                <a:solidFill>
                  <a:srgbClr val="FFFFFF">
                    <a:alpha val="72000"/>
                  </a:srgbClr>
                </a:solidFill>
                <a:latin typeface="Avenir Next"/>
                <a:ea typeface="Avenir Next"/>
                <a:cs typeface="Avenir Next"/>
              </a:defRPr>
            </a:pPr>
            <a:r>
              <a:rPr sz="900" b="0" i="0">
                <a:solidFill>
                  <a:srgbClr val="FFFFFF">
                    <a:alpha val="72000"/>
                  </a:srgbClr>
                </a:solidFill>
                <a:latin typeface="Avenir Next"/>
                <a:ea typeface="Avenir Next"/>
                <a:cs typeface="Avenir Next"/>
              </a:rPr>
              <a:t>* El despliegue 2026 solo se nombra después de convenios y plan confirmados.</a:t>
            </a:r>
          </a:p>
        </p:txBody>
      </p:sp>
    </p:spTree>
    <p:extLst>
      <p:ext uri="{BB962C8B-B14F-4D97-AF65-F5344CB8AC3E}">
        <p14:creationId xmlns:p14="http://schemas.microsoft.com/office/powerpoint/2010/main" val="1509225928"/>
      </p:ext>
    </p:extLst>
  </p:cSld>
</p:sld>
</file>

<file path=ppt/slides/slide16.xml><?xml version="1.0" encoding="utf-8"?>
<p:sld xmlns:p="http://schemas.openxmlformats.org/presentationml/2006/main">
  <p:cSld>
    <p:bg>
      <p:bgPr>
        <a:solidFill xmlns:a="http://schemas.openxmlformats.org/drawingml/2006/main">
          <a:srgbClr val="FFF7EA"/>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3412BC98-D5B9-4B4E-B5A9-C2721C336122}"/>
              </a:ext>
            </a:extLst>
          </p:cNvPr>
          <p:cNvSpPr>
            <a:spLocks xmlns:a="http://schemas.openxmlformats.org/drawingml/2006/main" noGrp="1"/>
          </p:cNvSpPr>
          <p:nvPr/>
        </p:nvSpPr>
        <p:spPr>
          <a:xfrm xmlns:a="http://schemas.openxmlformats.org/drawingml/2006/main">
            <a:off x="0" y="0"/>
            <a:ext cx="2438400" cy="66675"/>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7084D9A-CE2D-4BE2-8F7B-EC7EC27FD9FE}"/>
              </a:ext>
            </a:extLst>
          </p:cNvPr>
          <p:cNvSpPr>
            <a:spLocks xmlns:a="http://schemas.openxmlformats.org/drawingml/2006/main" noGrp="1"/>
          </p:cNvSpPr>
          <p:nvPr/>
        </p:nvSpPr>
        <p:spPr>
          <a:xfrm xmlns:a="http://schemas.openxmlformats.org/drawingml/2006/main">
            <a:off x="2438400" y="0"/>
            <a:ext cx="2438400" cy="66675"/>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7F73D48-EE1D-4355-AD93-F49E98437E11}"/>
              </a:ext>
            </a:extLst>
          </p:cNvPr>
          <p:cNvSpPr>
            <a:spLocks xmlns:a="http://schemas.openxmlformats.org/drawingml/2006/main" noGrp="1"/>
          </p:cNvSpPr>
          <p:nvPr/>
        </p:nvSpPr>
        <p:spPr>
          <a:xfrm xmlns:a="http://schemas.openxmlformats.org/drawingml/2006/main">
            <a:off x="4876800" y="0"/>
            <a:ext cx="2438400" cy="66675"/>
          </a:xfrm>
          <a:prstGeom xmlns:a="http://schemas.openxmlformats.org/drawingml/2006/main" prst="rect">
            <a:avLst/>
          </a:prstGeom>
          <a:solidFill xmlns:a="http://schemas.openxmlformats.org/drawingml/2006/main">
            <a:srgbClr val="FFC92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1035E27-50A7-496D-8C26-62EBE88ED636}"/>
              </a:ext>
            </a:extLst>
          </p:cNvPr>
          <p:cNvSpPr>
            <a:spLocks xmlns:a="http://schemas.openxmlformats.org/drawingml/2006/main" noGrp="1"/>
          </p:cNvSpPr>
          <p:nvPr/>
        </p:nvSpPr>
        <p:spPr>
          <a:xfrm xmlns:a="http://schemas.openxmlformats.org/drawingml/2006/main">
            <a:off x="7315200" y="0"/>
            <a:ext cx="2438400" cy="66675"/>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62CFFB46-AB4C-4D7E-9C12-42EC7D180848}"/>
              </a:ext>
            </a:extLst>
          </p:cNvPr>
          <p:cNvSpPr>
            <a:spLocks xmlns:a="http://schemas.openxmlformats.org/drawingml/2006/main" noGrp="1"/>
          </p:cNvSpPr>
          <p:nvPr/>
        </p:nvSpPr>
        <p:spPr>
          <a:xfrm xmlns:a="http://schemas.openxmlformats.org/drawingml/2006/main">
            <a:off x="9753600" y="0"/>
            <a:ext cx="2438400" cy="66675"/>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FCA82E96-C4AD-40E5-B000-CEB906468691}"/>
              </a:ext>
            </a:extLst>
          </p:cNvPr>
          <p:cNvSpPr>
            <a:spLocks xmlns:a="http://schemas.openxmlformats.org/drawingml/2006/main" noGrp="1"/>
          </p:cNvSpPr>
          <p:nvPr/>
        </p:nvSpPr>
        <p:spPr>
          <a:xfrm xmlns:a="http://schemas.openxmlformats.org/drawingml/2006/main">
            <a:off x="609600" y="26670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E72D78"/>
                </a:solidFill>
                <a:latin typeface="Avenir Next"/>
                <a:ea typeface="Avenir Next"/>
                <a:cs typeface="Avenir Next"/>
              </a:defRPr>
            </a:pPr>
            <a:r>
              <a:rPr sz="825" b="1" i="0">
                <a:solidFill>
                  <a:srgbClr val="E72D78"/>
                </a:solidFill>
                <a:latin typeface="Avenir Next"/>
                <a:ea typeface="Avenir Next"/>
                <a:cs typeface="Avenir Next"/>
              </a:rPr>
              <a:t>MOTORES PARTICIPATIVOS</a:t>
            </a:r>
          </a:p>
        </p:txBody>
      </p:sp>
      <p:sp>
        <p:nvSpPr>
          <p:cNvPr id="7" name="">
            <a:extLst xmlns:a="http://schemas.openxmlformats.org/drawingml/2006/main">
              <a:ext uri="{FF2B5EF4-FFF2-40B4-BE49-F238E27FC236}">
                <a16:creationId xmlns:a16="http://schemas.microsoft.com/office/drawing/2014/main" id="{16718A7C-79AB-4477-AEF5-30B35387A2AB}"/>
              </a:ext>
            </a:extLst>
          </p:cNvPr>
          <p:cNvSpPr>
            <a:spLocks xmlns:a="http://schemas.openxmlformats.org/drawingml/2006/main" noGrp="1"/>
          </p:cNvSpPr>
          <p:nvPr/>
        </p:nvSpPr>
        <p:spPr>
          <a:xfrm xmlns:a="http://schemas.openxmlformats.org/drawingml/2006/main">
            <a:off x="609600" y="6534150"/>
            <a:ext cx="4762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675" b="1" i="0">
                <a:solidFill>
                  <a:srgbClr val="25112C">
                    <a:alpha val="55000"/>
                  </a:srgbClr>
                </a:solidFill>
                <a:latin typeface="Avenir Next"/>
                <a:ea typeface="Avenir Next"/>
                <a:cs typeface="Avenir Next"/>
              </a:defRPr>
            </a:pPr>
            <a:r>
              <a:rPr sz="675" b="1" i="0">
                <a:solidFill>
                  <a:srgbClr val="25112C">
                    <a:alpha val="55000"/>
                  </a:srgbClr>
                </a:solidFill>
                <a:latin typeface="Avenir Next"/>
                <a:ea typeface="Avenir Next"/>
                <a:cs typeface="Avenir Next"/>
              </a:rPr>
              <a:t>DOCUMENTO INTERNO · PROPUESTA EN REVISIÓN</a:t>
            </a:r>
          </a:p>
        </p:txBody>
      </p:sp>
      <p:sp>
        <p:nvSpPr>
          <p:cNvPr id="8" name="">
            <a:extLst xmlns:a="http://schemas.openxmlformats.org/drawingml/2006/main">
              <a:ext uri="{FF2B5EF4-FFF2-40B4-BE49-F238E27FC236}">
                <a16:creationId xmlns:a16="http://schemas.microsoft.com/office/drawing/2014/main" id="{DCAD5F11-DCF3-4E73-AE30-4A9ED6DCAE78}"/>
              </a:ext>
            </a:extLst>
          </p:cNvPr>
          <p:cNvSpPr>
            <a:spLocks xmlns:a="http://schemas.openxmlformats.org/drawingml/2006/main" noGrp="1"/>
          </p:cNvSpPr>
          <p:nvPr/>
        </p:nvSpPr>
        <p:spPr>
          <a:xfrm xmlns:a="http://schemas.openxmlformats.org/drawingml/2006/main">
            <a:off x="11239500" y="6505575"/>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750" b="1" i="0">
                <a:solidFill>
                  <a:srgbClr val="25112C">
                    <a:alpha val="55000"/>
                  </a:srgbClr>
                </a:solidFill>
                <a:latin typeface="Avenir Next"/>
                <a:ea typeface="Avenir Next"/>
                <a:cs typeface="Avenir Next"/>
              </a:defRPr>
            </a:pPr>
            <a:r>
              <a:rPr sz="750" b="1" i="0">
                <a:solidFill>
                  <a:srgbClr val="25112C">
                    <a:alpha val="55000"/>
                  </a:srgbClr>
                </a:solidFill>
                <a:latin typeface="Avenir Next"/>
                <a:ea typeface="Avenir Next"/>
                <a:cs typeface="Avenir Next"/>
              </a:rPr>
              <a:t>16</a:t>
            </a:r>
          </a:p>
        </p:txBody>
      </p:sp>
      <p:sp>
        <p:nvSpPr>
          <p:cNvPr id="9" name="">
            <a:extLst xmlns:a="http://schemas.openxmlformats.org/drawingml/2006/main">
              <a:ext uri="{FF2B5EF4-FFF2-40B4-BE49-F238E27FC236}">
                <a16:creationId xmlns:a16="http://schemas.microsoft.com/office/drawing/2014/main" id="{768D28C3-B6A7-49A6-BD5F-2597A08228F4}"/>
              </a:ext>
            </a:extLst>
          </p:cNvPr>
          <p:cNvSpPr>
            <a:spLocks xmlns:a="http://schemas.openxmlformats.org/drawingml/2006/main" noGrp="1"/>
          </p:cNvSpPr>
          <p:nvPr/>
        </p:nvSpPr>
        <p:spPr>
          <a:xfrm xmlns:a="http://schemas.openxmlformats.org/drawingml/2006/main">
            <a:off x="609600" y="666750"/>
            <a:ext cx="1066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E72D78"/>
                </a:solidFill>
                <a:latin typeface="Avenir Next"/>
                <a:ea typeface="Avenir Next"/>
                <a:cs typeface="Avenir Next"/>
              </a:defRPr>
            </a:pPr>
            <a:r>
              <a:rPr sz="900" b="1" i="0">
                <a:solidFill>
                  <a:srgbClr val="E72D78"/>
                </a:solidFill>
                <a:latin typeface="Avenir Next"/>
                <a:ea typeface="Avenir Next"/>
                <a:cs typeface="Avenir Next"/>
              </a:rPr>
              <a:t>LA COMUNIDAD COMPLETA LA HISTORIA</a:t>
            </a:r>
          </a:p>
        </p:txBody>
      </p:sp>
      <p:sp>
        <p:nvSpPr>
          <p:cNvPr id="10" name="">
            <a:extLst xmlns:a="http://schemas.openxmlformats.org/drawingml/2006/main">
              <a:ext uri="{FF2B5EF4-FFF2-40B4-BE49-F238E27FC236}">
                <a16:creationId xmlns:a16="http://schemas.microsoft.com/office/drawing/2014/main" id="{36639774-1AA8-4B7A-8723-A197AF787C00}"/>
              </a:ext>
            </a:extLst>
          </p:cNvPr>
          <p:cNvSpPr>
            <a:spLocks xmlns:a="http://schemas.openxmlformats.org/drawingml/2006/main" noGrp="1"/>
          </p:cNvSpPr>
          <p:nvPr/>
        </p:nvSpPr>
        <p:spPr>
          <a:xfrm xmlns:a="http://schemas.openxmlformats.org/drawingml/2006/main">
            <a:off x="609600" y="990600"/>
            <a:ext cx="1066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3900" b="1" i="0">
                <a:solidFill>
                  <a:srgbClr val="25112C"/>
                </a:solidFill>
                <a:latin typeface="DIN Condensed"/>
                <a:ea typeface="DIN Condensed"/>
                <a:cs typeface="DIN Condensed"/>
              </a:defRPr>
            </a:pPr>
            <a:r>
              <a:rPr sz="3900" b="1" i="0">
                <a:solidFill>
                  <a:srgbClr val="25112C"/>
                </a:solidFill>
                <a:latin typeface="DIN Condensed"/>
                <a:ea typeface="DIN Condensed"/>
                <a:cs typeface="DIN Condensed"/>
              </a:rPr>
              <a:t>Cuatro motores convierten espectadores en protagonistas.</a:t>
            </a:r>
          </a:p>
        </p:txBody>
      </p:sp>
      <p:sp>
        <p:nvSpPr>
          <p:cNvPr id="11" name="">
            <a:extLst xmlns:a="http://schemas.openxmlformats.org/drawingml/2006/main">
              <a:ext uri="{FF2B5EF4-FFF2-40B4-BE49-F238E27FC236}">
                <a16:creationId xmlns:a16="http://schemas.microsoft.com/office/drawing/2014/main" id="{D933E092-97BE-4BD2-BBB8-7B036A74295F}"/>
              </a:ext>
            </a:extLst>
          </p:cNvPr>
          <p:cNvSpPr>
            <a:spLocks xmlns:a="http://schemas.openxmlformats.org/drawingml/2006/main" noGrp="1"/>
          </p:cNvSpPr>
          <p:nvPr/>
        </p:nvSpPr>
        <p:spPr>
          <a:xfrm xmlns:a="http://schemas.openxmlformats.org/drawingml/2006/main">
            <a:off x="609600" y="182880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0" i="0">
                <a:solidFill>
                  <a:srgbClr val="6D6470"/>
                </a:solidFill>
                <a:latin typeface="Avenir Next"/>
                <a:ea typeface="Avenir Next"/>
                <a:cs typeface="Avenir Next"/>
              </a:defRPr>
            </a:pPr>
            <a:r>
              <a:rPr sz="1500" b="0" i="0">
                <a:solidFill>
                  <a:srgbClr val="6D6470"/>
                </a:solidFill>
                <a:latin typeface="Avenir Next"/>
                <a:ea typeface="Avenir Next"/>
                <a:cs typeface="Avenir Next"/>
              </a:rPr>
              <a:t>Combinan un antecedente probado, dos rituales históricos y una propuesta nueva para septiembre y octubre.</a:t>
            </a:r>
          </a:p>
        </p:txBody>
      </p:sp>
      <p:sp>
        <p:nvSpPr>
          <p:cNvPr id="12" name="">
            <a:extLst xmlns:a="http://schemas.openxmlformats.org/drawingml/2006/main">
              <a:ext uri="{FF2B5EF4-FFF2-40B4-BE49-F238E27FC236}">
                <a16:creationId xmlns:a16="http://schemas.microsoft.com/office/drawing/2014/main" id="{8FAECC18-9CDD-4F3F-9D0E-12DD035B5C90}"/>
              </a:ext>
            </a:extLst>
          </p:cNvPr>
          <p:cNvSpPr>
            <a:spLocks xmlns:a="http://schemas.openxmlformats.org/drawingml/2006/main" noGrp="1"/>
          </p:cNvSpPr>
          <p:nvPr/>
        </p:nvSpPr>
        <p:spPr>
          <a:xfrm xmlns:a="http://schemas.openxmlformats.org/drawingml/2006/main">
            <a:off x="609600" y="2895600"/>
            <a:ext cx="2438400" cy="2724150"/>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419417DF-DEFE-4E40-A91B-AAD54A09BD91}"/>
              </a:ext>
            </a:extLst>
          </p:cNvPr>
          <p:cNvSpPr>
            <a:spLocks xmlns:a="http://schemas.openxmlformats.org/drawingml/2006/main" noGrp="1"/>
          </p:cNvSpPr>
          <p:nvPr/>
        </p:nvSpPr>
        <p:spPr>
          <a:xfrm xmlns:a="http://schemas.openxmlformats.org/drawingml/2006/main">
            <a:off x="781050" y="3105150"/>
            <a:ext cx="2095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062"/>
          </a:bodyPr>
          <a:lstStyle xmlns:a="http://schemas.openxmlformats.org/drawingml/2006/main"/>
          <a:p xmlns:a="http://schemas.openxmlformats.org/drawingml/2006/main">
            <a:pPr algn="l">
              <a:lnSpc>
                <a:spcPct val="105000"/>
              </a:lnSpc>
              <a:buNone/>
              <a:defRPr sz="4050" b="1" i="0">
                <a:solidFill>
                  <a:srgbClr val="FFFFFF"/>
                </a:solidFill>
                <a:latin typeface="DIN Condensed"/>
                <a:ea typeface="DIN Condensed"/>
                <a:cs typeface="DIN Condensed"/>
              </a:defRPr>
            </a:pPr>
            <a:r>
              <a:rPr sz="4050" b="1" i="0">
                <a:solidFill>
                  <a:srgbClr val="FFFFFF"/>
                </a:solidFill>
                <a:latin typeface="DIN Condensed"/>
                <a:ea typeface="DIN Condensed"/>
                <a:cs typeface="DIN Condensed"/>
              </a:rPr>
              <a:t>25.000</a:t>
            </a:r>
          </a:p>
        </p:txBody>
      </p:sp>
      <p:sp>
        <p:nvSpPr>
          <p:cNvPr id="14" name="">
            <a:extLst xmlns:a="http://schemas.openxmlformats.org/drawingml/2006/main">
              <a:ext uri="{FF2B5EF4-FFF2-40B4-BE49-F238E27FC236}">
                <a16:creationId xmlns:a16="http://schemas.microsoft.com/office/drawing/2014/main" id="{CE4AAEB6-EF5F-4A8A-8231-47ED86CAA4DE}"/>
              </a:ext>
            </a:extLst>
          </p:cNvPr>
          <p:cNvSpPr>
            <a:spLocks xmlns:a="http://schemas.openxmlformats.org/drawingml/2006/main" noGrp="1"/>
          </p:cNvSpPr>
          <p:nvPr/>
        </p:nvSpPr>
        <p:spPr>
          <a:xfrm xmlns:a="http://schemas.openxmlformats.org/drawingml/2006/main">
            <a:off x="781050" y="3924300"/>
            <a:ext cx="2095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00" b="1" i="0">
                <a:solidFill>
                  <a:srgbClr val="FFFFFF"/>
                </a:solidFill>
                <a:latin typeface="DIN Condensed"/>
                <a:ea typeface="DIN Condensed"/>
                <a:cs typeface="DIN Condensed"/>
              </a:defRPr>
            </a:pPr>
            <a:r>
              <a:rPr sz="1800" b="1" i="0">
                <a:solidFill>
                  <a:srgbClr val="FFFFFF"/>
                </a:solidFill>
                <a:latin typeface="DIN Condensed"/>
                <a:ea typeface="DIN Condensed"/>
                <a:cs typeface="DIN Condensed"/>
              </a:rPr>
              <a:t>LATIDOS MORADOS</a:t>
            </a:r>
          </a:p>
        </p:txBody>
      </p:sp>
      <p:sp>
        <p:nvSpPr>
          <p:cNvPr id="15" name="">
            <a:extLst xmlns:a="http://schemas.openxmlformats.org/drawingml/2006/main">
              <a:ext uri="{FF2B5EF4-FFF2-40B4-BE49-F238E27FC236}">
                <a16:creationId xmlns:a16="http://schemas.microsoft.com/office/drawing/2014/main" id="{1C3BF9F0-7F71-4D67-99A4-D8AAE1DE7D5B}"/>
              </a:ext>
            </a:extLst>
          </p:cNvPr>
          <p:cNvSpPr>
            <a:spLocks xmlns:a="http://schemas.openxmlformats.org/drawingml/2006/main" noGrp="1"/>
          </p:cNvSpPr>
          <p:nvPr/>
        </p:nvSpPr>
        <p:spPr>
          <a:xfrm xmlns:a="http://schemas.openxmlformats.org/drawingml/2006/main">
            <a:off x="781050" y="4800600"/>
            <a:ext cx="209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histórico 2025 · plan 2026 por aprobar</a:t>
            </a:r>
          </a:p>
        </p:txBody>
      </p:sp>
      <p:sp>
        <p:nvSpPr>
          <p:cNvPr id="16" name="">
            <a:extLst xmlns:a="http://schemas.openxmlformats.org/drawingml/2006/main">
              <a:ext uri="{FF2B5EF4-FFF2-40B4-BE49-F238E27FC236}">
                <a16:creationId xmlns:a16="http://schemas.microsoft.com/office/drawing/2014/main" id="{D8CA383C-9420-4B8D-95E4-361CD198A93E}"/>
              </a:ext>
            </a:extLst>
          </p:cNvPr>
          <p:cNvSpPr>
            <a:spLocks xmlns:a="http://schemas.openxmlformats.org/drawingml/2006/main" noGrp="1"/>
          </p:cNvSpPr>
          <p:nvPr/>
        </p:nvSpPr>
        <p:spPr>
          <a:xfrm xmlns:a="http://schemas.openxmlformats.org/drawingml/2006/main">
            <a:off x="3390900" y="2895600"/>
            <a:ext cx="2438400" cy="2724150"/>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B56EB8E1-26AA-4D1B-87A9-05F2FB861628}"/>
              </a:ext>
            </a:extLst>
          </p:cNvPr>
          <p:cNvSpPr>
            <a:spLocks xmlns:a="http://schemas.openxmlformats.org/drawingml/2006/main" noGrp="1"/>
          </p:cNvSpPr>
          <p:nvPr/>
        </p:nvSpPr>
        <p:spPr>
          <a:xfrm xmlns:a="http://schemas.openxmlformats.org/drawingml/2006/main">
            <a:off x="3562350" y="3105150"/>
            <a:ext cx="2095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062"/>
          </a:bodyPr>
          <a:lstStyle xmlns:a="http://schemas.openxmlformats.org/drawingml/2006/main"/>
          <a:p xmlns:a="http://schemas.openxmlformats.org/drawingml/2006/main">
            <a:pPr algn="l">
              <a:lnSpc>
                <a:spcPct val="105000"/>
              </a:lnSpc>
              <a:buNone/>
              <a:defRPr sz="4050" b="1" i="0">
                <a:solidFill>
                  <a:srgbClr val="FFFFFF"/>
                </a:solidFill>
                <a:latin typeface="DIN Condensed"/>
                <a:ea typeface="DIN Condensed"/>
                <a:cs typeface="DIN Condensed"/>
              </a:defRPr>
            </a:pPr>
            <a:r>
              <a:rPr sz="4050" b="1" i="0">
                <a:solidFill>
                  <a:srgbClr val="FFFFFF"/>
                </a:solidFill>
                <a:latin typeface="DIN Condensed"/>
                <a:ea typeface="DIN Condensed"/>
                <a:cs typeface="DIN Condensed"/>
              </a:rPr>
              <a:t>REY</a:t>
            </a:r>
          </a:p>
        </p:txBody>
      </p:sp>
      <p:sp>
        <p:nvSpPr>
          <p:cNvPr id="18" name="">
            <a:extLst xmlns:a="http://schemas.openxmlformats.org/drawingml/2006/main">
              <a:ext uri="{FF2B5EF4-FFF2-40B4-BE49-F238E27FC236}">
                <a16:creationId xmlns:a16="http://schemas.microsoft.com/office/drawing/2014/main" id="{8875CA00-816E-4808-BD47-7999CD5AB7A4}"/>
              </a:ext>
            </a:extLst>
          </p:cNvPr>
          <p:cNvSpPr>
            <a:spLocks xmlns:a="http://schemas.openxmlformats.org/drawingml/2006/main" noGrp="1"/>
          </p:cNvSpPr>
          <p:nvPr/>
        </p:nvSpPr>
        <p:spPr>
          <a:xfrm xmlns:a="http://schemas.openxmlformats.org/drawingml/2006/main">
            <a:off x="3562350" y="3924300"/>
            <a:ext cx="2095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00" b="1" i="0">
                <a:solidFill>
                  <a:srgbClr val="FFFFFF"/>
                </a:solidFill>
                <a:latin typeface="DIN Condensed"/>
                <a:ea typeface="DIN Condensed"/>
                <a:cs typeface="DIN Condensed"/>
              </a:defRPr>
            </a:pPr>
            <a:r>
              <a:rPr sz="1800" b="1" i="0">
                <a:solidFill>
                  <a:srgbClr val="FFFFFF"/>
                </a:solidFill>
                <a:latin typeface="DIN Condensed"/>
                <a:ea typeface="DIN Condensed"/>
                <a:cs typeface="DIN Condensed"/>
              </a:rPr>
              <a:t>PAN</a:t>
            </a:r>
          </a:p>
        </p:txBody>
      </p:sp>
      <p:sp>
        <p:nvSpPr>
          <p:cNvPr id="19" name="">
            <a:extLst xmlns:a="http://schemas.openxmlformats.org/drawingml/2006/main">
              <a:ext uri="{FF2B5EF4-FFF2-40B4-BE49-F238E27FC236}">
                <a16:creationId xmlns:a16="http://schemas.microsoft.com/office/drawing/2014/main" id="{938CC680-AE08-4A01-9603-79AC8B24F22C}"/>
              </a:ext>
            </a:extLst>
          </p:cNvPr>
          <p:cNvSpPr>
            <a:spLocks xmlns:a="http://schemas.openxmlformats.org/drawingml/2006/main" noGrp="1"/>
          </p:cNvSpPr>
          <p:nvPr/>
        </p:nvSpPr>
        <p:spPr>
          <a:xfrm xmlns:a="http://schemas.openxmlformats.org/drawingml/2006/main">
            <a:off x="3562350" y="4800600"/>
            <a:ext cx="209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postulación, historia, jurado y final</a:t>
            </a:r>
          </a:p>
        </p:txBody>
      </p:sp>
      <p:sp>
        <p:nvSpPr>
          <p:cNvPr id="20" name="">
            <a:extLst xmlns:a="http://schemas.openxmlformats.org/drawingml/2006/main">
              <a:ext uri="{FF2B5EF4-FFF2-40B4-BE49-F238E27FC236}">
                <a16:creationId xmlns:a16="http://schemas.microsoft.com/office/drawing/2014/main" id="{83EF412F-4A79-46C7-A333-D7443AC734B9}"/>
              </a:ext>
            </a:extLst>
          </p:cNvPr>
          <p:cNvSpPr>
            <a:spLocks xmlns:a="http://schemas.openxmlformats.org/drawingml/2006/main" noGrp="1"/>
          </p:cNvSpPr>
          <p:nvPr/>
        </p:nvSpPr>
        <p:spPr>
          <a:xfrm xmlns:a="http://schemas.openxmlformats.org/drawingml/2006/main">
            <a:off x="6172200" y="2895600"/>
            <a:ext cx="2438400" cy="2724150"/>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C87430D1-4391-487E-8422-D1EB6D18C8E2}"/>
              </a:ext>
            </a:extLst>
          </p:cNvPr>
          <p:cNvSpPr>
            <a:spLocks xmlns:a="http://schemas.openxmlformats.org/drawingml/2006/main" noGrp="1"/>
          </p:cNvSpPr>
          <p:nvPr/>
        </p:nvSpPr>
        <p:spPr>
          <a:xfrm xmlns:a="http://schemas.openxmlformats.org/drawingml/2006/main">
            <a:off x="6343650" y="3105150"/>
            <a:ext cx="2095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062"/>
          </a:bodyPr>
          <a:lstStyle xmlns:a="http://schemas.openxmlformats.org/drawingml/2006/main"/>
          <a:p xmlns:a="http://schemas.openxmlformats.org/drawingml/2006/main">
            <a:pPr algn="l">
              <a:lnSpc>
                <a:spcPct val="105000"/>
              </a:lnSpc>
              <a:buNone/>
              <a:defRPr sz="4050" b="1" i="0">
                <a:solidFill>
                  <a:srgbClr val="FFFFFF"/>
                </a:solidFill>
                <a:latin typeface="DIN Condensed"/>
                <a:ea typeface="DIN Condensed"/>
                <a:cs typeface="DIN Condensed"/>
              </a:defRPr>
            </a:pPr>
            <a:r>
              <a:rPr sz="4050" b="1" i="0">
                <a:solidFill>
                  <a:srgbClr val="FFFFFF"/>
                </a:solidFill>
                <a:latin typeface="DIN Condensed"/>
                <a:ea typeface="DIN Condensed"/>
                <a:cs typeface="DIN Condensed"/>
              </a:rPr>
              <a:t>SRTA.</a:t>
            </a:r>
          </a:p>
        </p:txBody>
      </p:sp>
      <p:sp>
        <p:nvSpPr>
          <p:cNvPr id="22" name="">
            <a:extLst xmlns:a="http://schemas.openxmlformats.org/drawingml/2006/main">
              <a:ext uri="{FF2B5EF4-FFF2-40B4-BE49-F238E27FC236}">
                <a16:creationId xmlns:a16="http://schemas.microsoft.com/office/drawing/2014/main" id="{F92F424D-7D9C-4AD3-8728-F2CB67CE8FA7}"/>
              </a:ext>
            </a:extLst>
          </p:cNvPr>
          <p:cNvSpPr>
            <a:spLocks xmlns:a="http://schemas.openxmlformats.org/drawingml/2006/main" noGrp="1"/>
          </p:cNvSpPr>
          <p:nvPr/>
        </p:nvSpPr>
        <p:spPr>
          <a:xfrm xmlns:a="http://schemas.openxmlformats.org/drawingml/2006/main">
            <a:off x="6343650" y="3924300"/>
            <a:ext cx="2095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00" b="1" i="0">
                <a:solidFill>
                  <a:srgbClr val="FFFFFF"/>
                </a:solidFill>
                <a:latin typeface="DIN Condensed"/>
                <a:ea typeface="DIN Condensed"/>
                <a:cs typeface="DIN Condensed"/>
              </a:defRPr>
            </a:pPr>
            <a:r>
              <a:rPr sz="1800" b="1" i="0">
                <a:solidFill>
                  <a:srgbClr val="FFFFFF"/>
                </a:solidFill>
                <a:latin typeface="DIN Condensed"/>
                <a:ea typeface="DIN Condensed"/>
                <a:cs typeface="DIN Condensed"/>
              </a:rPr>
              <a:t>COLADA MORADA</a:t>
            </a:r>
          </a:p>
        </p:txBody>
      </p:sp>
      <p:sp>
        <p:nvSpPr>
          <p:cNvPr id="23" name="">
            <a:extLst xmlns:a="http://schemas.openxmlformats.org/drawingml/2006/main">
              <a:ext uri="{FF2B5EF4-FFF2-40B4-BE49-F238E27FC236}">
                <a16:creationId xmlns:a16="http://schemas.microsoft.com/office/drawing/2014/main" id="{61ACC507-DB97-46E7-8B03-970078F78922}"/>
              </a:ext>
            </a:extLst>
          </p:cNvPr>
          <p:cNvSpPr>
            <a:spLocks xmlns:a="http://schemas.openxmlformats.org/drawingml/2006/main" noGrp="1"/>
          </p:cNvSpPr>
          <p:nvPr/>
        </p:nvSpPr>
        <p:spPr>
          <a:xfrm xmlns:a="http://schemas.openxmlformats.org/drawingml/2006/main">
            <a:off x="6343650" y="4800600"/>
            <a:ext cx="209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cultura, comunidad y reglas verificables</a:t>
            </a:r>
          </a:p>
        </p:txBody>
      </p:sp>
      <p:sp>
        <p:nvSpPr>
          <p:cNvPr id="24" name="">
            <a:extLst xmlns:a="http://schemas.openxmlformats.org/drawingml/2006/main">
              <a:ext uri="{FF2B5EF4-FFF2-40B4-BE49-F238E27FC236}">
                <a16:creationId xmlns:a16="http://schemas.microsoft.com/office/drawing/2014/main" id="{A2B5BCBB-F3FB-4824-A858-78DC0C0F527D}"/>
              </a:ext>
            </a:extLst>
          </p:cNvPr>
          <p:cNvSpPr>
            <a:spLocks xmlns:a="http://schemas.openxmlformats.org/drawingml/2006/main" noGrp="1"/>
          </p:cNvSpPr>
          <p:nvPr/>
        </p:nvSpPr>
        <p:spPr>
          <a:xfrm xmlns:a="http://schemas.openxmlformats.org/drawingml/2006/main">
            <a:off x="8953500" y="2895600"/>
            <a:ext cx="2438400" cy="2724150"/>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87EC6B5C-17BD-4D5B-8361-708044B7E692}"/>
              </a:ext>
            </a:extLst>
          </p:cNvPr>
          <p:cNvSpPr>
            <a:spLocks xmlns:a="http://schemas.openxmlformats.org/drawingml/2006/main" noGrp="1"/>
          </p:cNvSpPr>
          <p:nvPr/>
        </p:nvSpPr>
        <p:spPr>
          <a:xfrm xmlns:a="http://schemas.openxmlformats.org/drawingml/2006/main">
            <a:off x="9124950" y="3105150"/>
            <a:ext cx="2095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062"/>
          </a:bodyPr>
          <a:lstStyle xmlns:a="http://schemas.openxmlformats.org/drawingml/2006/main"/>
          <a:p xmlns:a="http://schemas.openxmlformats.org/drawingml/2006/main">
            <a:pPr algn="l">
              <a:lnSpc>
                <a:spcPct val="105000"/>
              </a:lnSpc>
              <a:buNone/>
              <a:defRPr sz="4050" b="1" i="0">
                <a:solidFill>
                  <a:srgbClr val="FFFFFF"/>
                </a:solidFill>
                <a:latin typeface="DIN Condensed"/>
                <a:ea typeface="DIN Condensed"/>
                <a:cs typeface="DIN Condensed"/>
              </a:defRPr>
            </a:pPr>
            <a:r>
              <a:rPr sz="4050" b="1" i="0">
                <a:solidFill>
                  <a:srgbClr val="FFFFFF"/>
                </a:solidFill>
                <a:latin typeface="DIN Condensed"/>
                <a:ea typeface="DIN Condensed"/>
                <a:cs typeface="DIN Condensed"/>
              </a:rPr>
              <a:t>4–6</a:t>
            </a:r>
          </a:p>
        </p:txBody>
      </p:sp>
      <p:sp>
        <p:nvSpPr>
          <p:cNvPr id="26" name="">
            <a:extLst xmlns:a="http://schemas.openxmlformats.org/drawingml/2006/main">
              <a:ext uri="{FF2B5EF4-FFF2-40B4-BE49-F238E27FC236}">
                <a16:creationId xmlns:a16="http://schemas.microsoft.com/office/drawing/2014/main" id="{C469BC44-6979-4D6E-950B-55E915BB3EDE}"/>
              </a:ext>
            </a:extLst>
          </p:cNvPr>
          <p:cNvSpPr>
            <a:spLocks xmlns:a="http://schemas.openxmlformats.org/drawingml/2006/main" noGrp="1"/>
          </p:cNvSpPr>
          <p:nvPr/>
        </p:nvSpPr>
        <p:spPr>
          <a:xfrm xmlns:a="http://schemas.openxmlformats.org/drawingml/2006/main">
            <a:off x="9124950" y="3924300"/>
            <a:ext cx="2095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00" b="1" i="0">
                <a:solidFill>
                  <a:srgbClr val="FFFFFF"/>
                </a:solidFill>
                <a:latin typeface="DIN Condensed"/>
                <a:ea typeface="DIN Condensed"/>
                <a:cs typeface="DIN Condensed"/>
              </a:defRPr>
            </a:pPr>
            <a:r>
              <a:rPr sz="1800" b="1" i="0">
                <a:solidFill>
                  <a:srgbClr val="FFFFFF"/>
                </a:solidFill>
                <a:latin typeface="DIN Condensed"/>
                <a:ea typeface="DIN Condensed"/>
                <a:cs typeface="DIN Condensed"/>
              </a:rPr>
              <a:t>GUARDIANES DEL RECUERDO</a:t>
            </a:r>
          </a:p>
        </p:txBody>
      </p:sp>
      <p:sp>
        <p:nvSpPr>
          <p:cNvPr id="27" name="">
            <a:extLst xmlns:a="http://schemas.openxmlformats.org/drawingml/2006/main">
              <a:ext uri="{FF2B5EF4-FFF2-40B4-BE49-F238E27FC236}">
                <a16:creationId xmlns:a16="http://schemas.microsoft.com/office/drawing/2014/main" id="{BE48ABFE-8976-4323-941C-07C324494D06}"/>
              </a:ext>
            </a:extLst>
          </p:cNvPr>
          <p:cNvSpPr>
            <a:spLocks xmlns:a="http://schemas.openxmlformats.org/drawingml/2006/main" noGrp="1"/>
          </p:cNvSpPr>
          <p:nvPr/>
        </p:nvSpPr>
        <p:spPr>
          <a:xfrm xmlns:a="http://schemas.openxmlformats.org/drawingml/2006/main">
            <a:off x="9124950" y="4800600"/>
            <a:ext cx="209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propuesta · evidencia y consentimiento</a:t>
            </a:r>
          </a:p>
        </p:txBody>
      </p:sp>
    </p:spTree>
    <p:extLst>
      <p:ext uri="{BB962C8B-B14F-4D97-AF65-F5344CB8AC3E}">
        <p14:creationId xmlns:p14="http://schemas.microsoft.com/office/powerpoint/2010/main" val="1859990791"/>
      </p:ext>
    </p:extLst>
  </p:cSld>
</p:sld>
</file>

<file path=ppt/slides/slide17.xml><?xml version="1.0" encoding="utf-8"?>
<p:sld xmlns:p="http://schemas.openxmlformats.org/presentationml/2006/main">
  <p:cSld>
    <p:bg>
      <p:bgPr>
        <a:solidFill xmlns:a="http://schemas.openxmlformats.org/drawingml/2006/main">
          <a:srgbClr val="E72D78"/>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A89AEEB6-5718-4ED6-BB4A-E9B7966A886C}"/>
              </a:ext>
            </a:extLst>
          </p:cNvPr>
          <p:cNvSpPr>
            <a:spLocks xmlns:a="http://schemas.openxmlformats.org/drawingml/2006/main" noGrp="1"/>
          </p:cNvSpPr>
          <p:nvPr/>
        </p:nvSpPr>
        <p:spPr>
          <a:xfrm xmlns:a="http://schemas.openxmlformats.org/drawingml/2006/main">
            <a:off x="0" y="0"/>
            <a:ext cx="2438400" cy="66675"/>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0B736F3-5FCA-47D6-98EE-CAF04CF0761D}"/>
              </a:ext>
            </a:extLst>
          </p:cNvPr>
          <p:cNvSpPr>
            <a:spLocks xmlns:a="http://schemas.openxmlformats.org/drawingml/2006/main" noGrp="1"/>
          </p:cNvSpPr>
          <p:nvPr/>
        </p:nvSpPr>
        <p:spPr>
          <a:xfrm xmlns:a="http://schemas.openxmlformats.org/drawingml/2006/main">
            <a:off x="2438400" y="0"/>
            <a:ext cx="2438400" cy="66675"/>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6DCF6762-F544-4978-8C41-24CEC7DD7453}"/>
              </a:ext>
            </a:extLst>
          </p:cNvPr>
          <p:cNvSpPr>
            <a:spLocks xmlns:a="http://schemas.openxmlformats.org/drawingml/2006/main" noGrp="1"/>
          </p:cNvSpPr>
          <p:nvPr/>
        </p:nvSpPr>
        <p:spPr>
          <a:xfrm xmlns:a="http://schemas.openxmlformats.org/drawingml/2006/main">
            <a:off x="4876800" y="0"/>
            <a:ext cx="2438400" cy="66675"/>
          </a:xfrm>
          <a:prstGeom xmlns:a="http://schemas.openxmlformats.org/drawingml/2006/main" prst="rect">
            <a:avLst/>
          </a:prstGeom>
          <a:solidFill xmlns:a="http://schemas.openxmlformats.org/drawingml/2006/main">
            <a:srgbClr val="FFC92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175431F-0CA5-47BC-95D2-D7523285ECF2}"/>
              </a:ext>
            </a:extLst>
          </p:cNvPr>
          <p:cNvSpPr>
            <a:spLocks xmlns:a="http://schemas.openxmlformats.org/drawingml/2006/main" noGrp="1"/>
          </p:cNvSpPr>
          <p:nvPr/>
        </p:nvSpPr>
        <p:spPr>
          <a:xfrm xmlns:a="http://schemas.openxmlformats.org/drawingml/2006/main">
            <a:off x="7315200" y="0"/>
            <a:ext cx="2438400" cy="66675"/>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1262F7D-AE76-4BA5-88B1-482D9309F554}"/>
              </a:ext>
            </a:extLst>
          </p:cNvPr>
          <p:cNvSpPr>
            <a:spLocks xmlns:a="http://schemas.openxmlformats.org/drawingml/2006/main" noGrp="1"/>
          </p:cNvSpPr>
          <p:nvPr/>
        </p:nvSpPr>
        <p:spPr>
          <a:xfrm xmlns:a="http://schemas.openxmlformats.org/drawingml/2006/main">
            <a:off x="9753600" y="0"/>
            <a:ext cx="2438400" cy="66675"/>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D578AF5-E74C-4E29-9178-6D168F3309A0}"/>
              </a:ext>
            </a:extLst>
          </p:cNvPr>
          <p:cNvSpPr>
            <a:spLocks xmlns:a="http://schemas.openxmlformats.org/drawingml/2006/main" noGrp="1"/>
          </p:cNvSpPr>
          <p:nvPr/>
        </p:nvSpPr>
        <p:spPr>
          <a:xfrm xmlns:a="http://schemas.openxmlformats.org/drawingml/2006/main">
            <a:off x="609600" y="26670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FFC928"/>
                </a:solidFill>
                <a:latin typeface="Avenir Next"/>
                <a:ea typeface="Avenir Next"/>
                <a:cs typeface="Avenir Next"/>
              </a:defRPr>
            </a:pPr>
            <a:r>
              <a:rPr sz="825" b="1" i="0">
                <a:solidFill>
                  <a:srgbClr val="FFC928"/>
                </a:solidFill>
                <a:latin typeface="Avenir Next"/>
                <a:ea typeface="Avenir Next"/>
                <a:cs typeface="Avenir Next"/>
              </a:rPr>
              <a:t>BOCA A BOCA</a:t>
            </a:r>
          </a:p>
        </p:txBody>
      </p:sp>
      <p:sp>
        <p:nvSpPr>
          <p:cNvPr id="7" name="">
            <a:extLst xmlns:a="http://schemas.openxmlformats.org/drawingml/2006/main">
              <a:ext uri="{FF2B5EF4-FFF2-40B4-BE49-F238E27FC236}">
                <a16:creationId xmlns:a16="http://schemas.microsoft.com/office/drawing/2014/main" id="{8B65C981-0671-4BD0-ACAF-92D6A58D04D5}"/>
              </a:ext>
            </a:extLst>
          </p:cNvPr>
          <p:cNvSpPr>
            <a:spLocks xmlns:a="http://schemas.openxmlformats.org/drawingml/2006/main" noGrp="1"/>
          </p:cNvSpPr>
          <p:nvPr/>
        </p:nvSpPr>
        <p:spPr>
          <a:xfrm xmlns:a="http://schemas.openxmlformats.org/drawingml/2006/main">
            <a:off x="609600" y="6534150"/>
            <a:ext cx="4762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675" b="1" i="0">
                <a:solidFill>
                  <a:srgbClr val="FFFFFF">
                    <a:alpha val="52000"/>
                  </a:srgbClr>
                </a:solidFill>
                <a:latin typeface="Avenir Next"/>
                <a:ea typeface="Avenir Next"/>
                <a:cs typeface="Avenir Next"/>
              </a:defRPr>
            </a:pPr>
            <a:r>
              <a:rPr sz="675" b="1" i="0">
                <a:solidFill>
                  <a:srgbClr val="FFFFFF">
                    <a:alpha val="52000"/>
                  </a:srgbClr>
                </a:solidFill>
                <a:latin typeface="Avenir Next"/>
                <a:ea typeface="Avenir Next"/>
                <a:cs typeface="Avenir Next"/>
              </a:rPr>
              <a:t>DOCUMENTO INTERNO · PROPUESTA EN REVISIÓN</a:t>
            </a:r>
          </a:p>
        </p:txBody>
      </p:sp>
      <p:sp>
        <p:nvSpPr>
          <p:cNvPr id="8" name="">
            <a:extLst xmlns:a="http://schemas.openxmlformats.org/drawingml/2006/main">
              <a:ext uri="{FF2B5EF4-FFF2-40B4-BE49-F238E27FC236}">
                <a16:creationId xmlns:a16="http://schemas.microsoft.com/office/drawing/2014/main" id="{7E9903B5-798A-4A24-9958-4FF5AE4293EE}"/>
              </a:ext>
            </a:extLst>
          </p:cNvPr>
          <p:cNvSpPr>
            <a:spLocks xmlns:a="http://schemas.openxmlformats.org/drawingml/2006/main" noGrp="1"/>
          </p:cNvSpPr>
          <p:nvPr/>
        </p:nvSpPr>
        <p:spPr>
          <a:xfrm xmlns:a="http://schemas.openxmlformats.org/drawingml/2006/main">
            <a:off x="11239500" y="6505575"/>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750" b="1" i="0">
                <a:solidFill>
                  <a:srgbClr val="FFFFFF">
                    <a:alpha val="52000"/>
                  </a:srgbClr>
                </a:solidFill>
                <a:latin typeface="Avenir Next"/>
                <a:ea typeface="Avenir Next"/>
                <a:cs typeface="Avenir Next"/>
              </a:defRPr>
            </a:pPr>
            <a:r>
              <a:rPr sz="750" b="1" i="0">
                <a:solidFill>
                  <a:srgbClr val="FFFFFF">
                    <a:alpha val="52000"/>
                  </a:srgbClr>
                </a:solidFill>
                <a:latin typeface="Avenir Next"/>
                <a:ea typeface="Avenir Next"/>
                <a:cs typeface="Avenir Next"/>
              </a:rPr>
              <a:t>17</a:t>
            </a:r>
          </a:p>
        </p:txBody>
      </p:sp>
      <p:sp>
        <p:nvSpPr>
          <p:cNvPr id="9" name="">
            <a:extLst xmlns:a="http://schemas.openxmlformats.org/drawingml/2006/main">
              <a:ext uri="{FF2B5EF4-FFF2-40B4-BE49-F238E27FC236}">
                <a16:creationId xmlns:a16="http://schemas.microsoft.com/office/drawing/2014/main" id="{48377A66-011C-428A-A1AB-51478DEB6E77}"/>
              </a:ext>
            </a:extLst>
          </p:cNvPr>
          <p:cNvSpPr>
            <a:spLocks xmlns:a="http://schemas.openxmlformats.org/drawingml/2006/main" noGrp="1"/>
          </p:cNvSpPr>
          <p:nvPr/>
        </p:nvSpPr>
        <p:spPr>
          <a:xfrm xmlns:a="http://schemas.openxmlformats.org/drawingml/2006/main">
            <a:off x="609600" y="666750"/>
            <a:ext cx="1066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FFC928"/>
                </a:solidFill>
                <a:latin typeface="Avenir Next"/>
                <a:ea typeface="Avenir Next"/>
                <a:cs typeface="Avenir Next"/>
              </a:defRPr>
            </a:pPr>
            <a:r>
              <a:rPr sz="900" b="1" i="0">
                <a:solidFill>
                  <a:srgbClr val="FFC928"/>
                </a:solidFill>
                <a:latin typeface="Avenir Next"/>
                <a:ea typeface="Avenir Next"/>
                <a:cs typeface="Avenir Next"/>
              </a:rPr>
              <a:t>PARTICIPACIÓN</a:t>
            </a:r>
          </a:p>
        </p:txBody>
      </p:sp>
      <p:sp>
        <p:nvSpPr>
          <p:cNvPr id="10" name="">
            <a:extLst xmlns:a="http://schemas.openxmlformats.org/drawingml/2006/main">
              <a:ext uri="{FF2B5EF4-FFF2-40B4-BE49-F238E27FC236}">
                <a16:creationId xmlns:a16="http://schemas.microsoft.com/office/drawing/2014/main" id="{7BF4882D-6E1D-4353-A37A-D15B7888B83C}"/>
              </a:ext>
            </a:extLst>
          </p:cNvPr>
          <p:cNvSpPr>
            <a:spLocks xmlns:a="http://schemas.openxmlformats.org/drawingml/2006/main" noGrp="1"/>
          </p:cNvSpPr>
          <p:nvPr/>
        </p:nvSpPr>
        <p:spPr>
          <a:xfrm xmlns:a="http://schemas.openxmlformats.org/drawingml/2006/main">
            <a:off x="609600" y="990600"/>
            <a:ext cx="1066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3900" b="1" i="0">
                <a:solidFill>
                  <a:srgbClr val="FFFFFF"/>
                </a:solidFill>
                <a:latin typeface="DIN Condensed"/>
                <a:ea typeface="DIN Condensed"/>
                <a:cs typeface="DIN Condensed"/>
              </a:defRPr>
            </a:pPr>
            <a:r>
              <a:rPr sz="3900" b="1" i="0">
                <a:solidFill>
                  <a:srgbClr val="FFFFFF"/>
                </a:solidFill>
                <a:latin typeface="DIN Condensed"/>
                <a:ea typeface="DIN Condensed"/>
                <a:cs typeface="DIN Condensed"/>
              </a:rPr>
              <a:t>Seis motores para que la comunidad amplifique la feria.</a:t>
            </a:r>
          </a:p>
        </p:txBody>
      </p:sp>
      <p:sp>
        <p:nvSpPr>
          <p:cNvPr id="11" name="">
            <a:extLst xmlns:a="http://schemas.openxmlformats.org/drawingml/2006/main">
              <a:ext uri="{FF2B5EF4-FFF2-40B4-BE49-F238E27FC236}">
                <a16:creationId xmlns:a16="http://schemas.microsoft.com/office/drawing/2014/main" id="{07D804D4-FF73-499C-827E-D8F2EF1EBBCF}"/>
              </a:ext>
            </a:extLst>
          </p:cNvPr>
          <p:cNvSpPr>
            <a:spLocks xmlns:a="http://schemas.openxmlformats.org/drawingml/2006/main" noGrp="1"/>
          </p:cNvSpPr>
          <p:nvPr/>
        </p:nvSpPr>
        <p:spPr>
          <a:xfrm xmlns:a="http://schemas.openxmlformats.org/drawingml/2006/main">
            <a:off x="609600" y="182880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0" i="0">
                <a:solidFill>
                  <a:srgbClr val="FFFFFF">
                    <a:alpha val="78000"/>
                  </a:srgbClr>
                </a:solidFill>
                <a:latin typeface="Avenir Next"/>
                <a:ea typeface="Avenir Next"/>
                <a:cs typeface="Avenir Next"/>
              </a:defRPr>
            </a:pPr>
            <a:r>
              <a:rPr sz="1500" b="0" i="0">
                <a:solidFill>
                  <a:srgbClr val="FFFFFF">
                    <a:alpha val="78000"/>
                  </a:srgbClr>
                </a:solidFill>
                <a:latin typeface="Avenir Next"/>
                <a:ea typeface="Avenir Next"/>
                <a:cs typeface="Avenir Next"/>
              </a:rPr>
              <a:t>Cada propuesta produce una historia útil, una prueba o una visita verificable. Solo se activa después de aprobar bases, premio y control.</a:t>
            </a:r>
          </a:p>
        </p:txBody>
      </p:sp>
      <p:sp>
        <p:nvSpPr>
          <p:cNvPr id="12" name="">
            <a:extLst xmlns:a="http://schemas.openxmlformats.org/drawingml/2006/main">
              <a:ext uri="{FF2B5EF4-FFF2-40B4-BE49-F238E27FC236}">
                <a16:creationId xmlns:a16="http://schemas.microsoft.com/office/drawing/2014/main" id="{CDD42375-39FC-482F-9546-296C560B0395}"/>
              </a:ext>
            </a:extLst>
          </p:cNvPr>
          <p:cNvSpPr>
            <a:spLocks xmlns:a="http://schemas.openxmlformats.org/drawingml/2006/main" noGrp="1"/>
          </p:cNvSpPr>
          <p:nvPr/>
        </p:nvSpPr>
        <p:spPr>
          <a:xfrm xmlns:a="http://schemas.openxmlformats.org/drawingml/2006/main">
            <a:off x="609600" y="3048000"/>
            <a:ext cx="3333750" cy="1066800"/>
          </a:xfrm>
          <a:prstGeom xmlns:a="http://schemas.openxmlformats.org/drawingml/2006/main" prst="rect">
            <a:avLst/>
          </a:prstGeom>
          <a:solidFill xmlns:a="http://schemas.openxmlformats.org/drawingml/2006/main">
            <a:srgbClr val="2B0D3B"/>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C2EAD29F-D6FE-42FF-B1D8-1452BFEF0DF9}"/>
              </a:ext>
            </a:extLst>
          </p:cNvPr>
          <p:cNvSpPr>
            <a:spLocks xmlns:a="http://schemas.openxmlformats.org/drawingml/2006/main" noGrp="1"/>
          </p:cNvSpPr>
          <p:nvPr/>
        </p:nvSpPr>
        <p:spPr>
          <a:xfrm xmlns:a="http://schemas.openxmlformats.org/drawingml/2006/main">
            <a:off x="762000" y="3219450"/>
            <a:ext cx="514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550" b="1" i="0">
                <a:solidFill>
                  <a:srgbClr val="FFFFFF">
                    <a:alpha val="72000"/>
                  </a:srgbClr>
                </a:solidFill>
                <a:latin typeface="DIN Condensed"/>
                <a:ea typeface="DIN Condensed"/>
                <a:cs typeface="DIN Condensed"/>
              </a:defRPr>
            </a:pPr>
            <a:r>
              <a:rPr sz="2550" b="1" i="0">
                <a:solidFill>
                  <a:srgbClr val="FFFFFF">
                    <a:alpha val="72000"/>
                  </a:srgbClr>
                </a:solidFill>
                <a:latin typeface="DIN Condensed"/>
                <a:ea typeface="DIN Condensed"/>
                <a:cs typeface="DIN Condensed"/>
              </a:rPr>
              <a:t>01</a:t>
            </a:r>
          </a:p>
        </p:txBody>
      </p:sp>
      <p:sp>
        <p:nvSpPr>
          <p:cNvPr id="14" name="">
            <a:extLst xmlns:a="http://schemas.openxmlformats.org/drawingml/2006/main">
              <a:ext uri="{FF2B5EF4-FFF2-40B4-BE49-F238E27FC236}">
                <a16:creationId xmlns:a16="http://schemas.microsoft.com/office/drawing/2014/main" id="{DBEA532B-B04F-4C9A-B841-C383E7D306EE}"/>
              </a:ext>
            </a:extLst>
          </p:cNvPr>
          <p:cNvSpPr>
            <a:spLocks xmlns:a="http://schemas.openxmlformats.org/drawingml/2006/main" noGrp="1"/>
          </p:cNvSpPr>
          <p:nvPr/>
        </p:nvSpPr>
        <p:spPr>
          <a:xfrm xmlns:a="http://schemas.openxmlformats.org/drawingml/2006/main">
            <a:off x="1352550" y="321945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1" i="0">
                <a:solidFill>
                  <a:srgbClr val="FFFFFF"/>
                </a:solidFill>
                <a:latin typeface="DIN Condensed"/>
                <a:ea typeface="DIN Condensed"/>
                <a:cs typeface="DIN Condensed"/>
              </a:defRPr>
            </a:pPr>
            <a:r>
              <a:rPr sz="1650" b="1" i="0">
                <a:solidFill>
                  <a:srgbClr val="FFFFFF"/>
                </a:solidFill>
                <a:latin typeface="DIN Condensed"/>
                <a:ea typeface="DIN Condensed"/>
                <a:cs typeface="DIN Condensed"/>
              </a:rPr>
              <a:t>RECUERDOS</a:t>
            </a:r>
          </a:p>
        </p:txBody>
      </p:sp>
      <p:sp>
        <p:nvSpPr>
          <p:cNvPr id="15" name="">
            <a:extLst xmlns:a="http://schemas.openxmlformats.org/drawingml/2006/main">
              <a:ext uri="{FF2B5EF4-FFF2-40B4-BE49-F238E27FC236}">
                <a16:creationId xmlns:a16="http://schemas.microsoft.com/office/drawing/2014/main" id="{19825346-5507-4357-A595-2095994B039A}"/>
              </a:ext>
            </a:extLst>
          </p:cNvPr>
          <p:cNvSpPr>
            <a:spLocks xmlns:a="http://schemas.openxmlformats.org/drawingml/2006/main" noGrp="1"/>
          </p:cNvSpPr>
          <p:nvPr/>
        </p:nvSpPr>
        <p:spPr>
          <a:xfrm xmlns:a="http://schemas.openxmlformats.org/drawingml/2006/main">
            <a:off x="1352550" y="36576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vuelvo porque…</a:t>
            </a:r>
          </a:p>
        </p:txBody>
      </p:sp>
      <p:sp>
        <p:nvSpPr>
          <p:cNvPr id="16" name="">
            <a:extLst xmlns:a="http://schemas.openxmlformats.org/drawingml/2006/main">
              <a:ext uri="{FF2B5EF4-FFF2-40B4-BE49-F238E27FC236}">
                <a16:creationId xmlns:a16="http://schemas.microsoft.com/office/drawing/2014/main" id="{E693A4C4-BAD9-4DC0-B754-BBD8BE84A220}"/>
              </a:ext>
            </a:extLst>
          </p:cNvPr>
          <p:cNvSpPr>
            <a:spLocks xmlns:a="http://schemas.openxmlformats.org/drawingml/2006/main" noGrp="1"/>
          </p:cNvSpPr>
          <p:nvPr/>
        </p:nvSpPr>
        <p:spPr>
          <a:xfrm xmlns:a="http://schemas.openxmlformats.org/drawingml/2006/main">
            <a:off x="4267200" y="3048000"/>
            <a:ext cx="3333750" cy="1066800"/>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D7E4086B-8D69-4505-A59A-D0C4583C2967}"/>
              </a:ext>
            </a:extLst>
          </p:cNvPr>
          <p:cNvSpPr>
            <a:spLocks xmlns:a="http://schemas.openxmlformats.org/drawingml/2006/main" noGrp="1"/>
          </p:cNvSpPr>
          <p:nvPr/>
        </p:nvSpPr>
        <p:spPr>
          <a:xfrm xmlns:a="http://schemas.openxmlformats.org/drawingml/2006/main">
            <a:off x="4419600" y="3219450"/>
            <a:ext cx="514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550" b="1" i="0">
                <a:solidFill>
                  <a:srgbClr val="FFFFFF">
                    <a:alpha val="72000"/>
                  </a:srgbClr>
                </a:solidFill>
                <a:latin typeface="DIN Condensed"/>
                <a:ea typeface="DIN Condensed"/>
                <a:cs typeface="DIN Condensed"/>
              </a:defRPr>
            </a:pPr>
            <a:r>
              <a:rPr sz="2550" b="1" i="0">
                <a:solidFill>
                  <a:srgbClr val="FFFFFF">
                    <a:alpha val="72000"/>
                  </a:srgbClr>
                </a:solidFill>
                <a:latin typeface="DIN Condensed"/>
                <a:ea typeface="DIN Condensed"/>
                <a:cs typeface="DIN Condensed"/>
              </a:rPr>
              <a:t>02</a:t>
            </a:r>
          </a:p>
        </p:txBody>
      </p:sp>
      <p:sp>
        <p:nvSpPr>
          <p:cNvPr id="18" name="">
            <a:extLst xmlns:a="http://schemas.openxmlformats.org/drawingml/2006/main">
              <a:ext uri="{FF2B5EF4-FFF2-40B4-BE49-F238E27FC236}">
                <a16:creationId xmlns:a16="http://schemas.microsoft.com/office/drawing/2014/main" id="{3F8159C9-371D-47EA-BDFE-312EBF4630DB}"/>
              </a:ext>
            </a:extLst>
          </p:cNvPr>
          <p:cNvSpPr>
            <a:spLocks xmlns:a="http://schemas.openxmlformats.org/drawingml/2006/main" noGrp="1"/>
          </p:cNvSpPr>
          <p:nvPr/>
        </p:nvSpPr>
        <p:spPr>
          <a:xfrm xmlns:a="http://schemas.openxmlformats.org/drawingml/2006/main">
            <a:off x="5010150" y="321945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1" i="0">
                <a:solidFill>
                  <a:srgbClr val="FFFFFF"/>
                </a:solidFill>
                <a:latin typeface="DIN Condensed"/>
                <a:ea typeface="DIN Condensed"/>
                <a:cs typeface="DIN Condensed"/>
              </a:defRPr>
            </a:pPr>
            <a:r>
              <a:rPr sz="1650" b="1" i="0">
                <a:solidFill>
                  <a:srgbClr val="FFFFFF"/>
                </a:solidFill>
                <a:latin typeface="DIN Condensed"/>
                <a:ea typeface="DIN Condensed"/>
                <a:cs typeface="DIN Condensed"/>
              </a:rPr>
              <a:t>ROSTROS</a:t>
            </a:r>
          </a:p>
        </p:txBody>
      </p:sp>
      <p:sp>
        <p:nvSpPr>
          <p:cNvPr id="19" name="">
            <a:extLst xmlns:a="http://schemas.openxmlformats.org/drawingml/2006/main">
              <a:ext uri="{FF2B5EF4-FFF2-40B4-BE49-F238E27FC236}">
                <a16:creationId xmlns:a16="http://schemas.microsoft.com/office/drawing/2014/main" id="{5016DDAA-8451-47A5-B019-348A7344372B}"/>
              </a:ext>
            </a:extLst>
          </p:cNvPr>
          <p:cNvSpPr>
            <a:spLocks xmlns:a="http://schemas.openxmlformats.org/drawingml/2006/main" noGrp="1"/>
          </p:cNvSpPr>
          <p:nvPr/>
        </p:nvSpPr>
        <p:spPr>
          <a:xfrm xmlns:a="http://schemas.openxmlformats.org/drawingml/2006/main">
            <a:off x="5010150" y="36576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embajadores ES TRADICIÓN</a:t>
            </a:r>
          </a:p>
        </p:txBody>
      </p:sp>
      <p:sp>
        <p:nvSpPr>
          <p:cNvPr id="20" name="">
            <a:extLst xmlns:a="http://schemas.openxmlformats.org/drawingml/2006/main">
              <a:ext uri="{FF2B5EF4-FFF2-40B4-BE49-F238E27FC236}">
                <a16:creationId xmlns:a16="http://schemas.microsoft.com/office/drawing/2014/main" id="{9B403427-CA9E-4674-8D49-2A4413019D2E}"/>
              </a:ext>
            </a:extLst>
          </p:cNvPr>
          <p:cNvSpPr>
            <a:spLocks xmlns:a="http://schemas.openxmlformats.org/drawingml/2006/main" noGrp="1"/>
          </p:cNvSpPr>
          <p:nvPr/>
        </p:nvSpPr>
        <p:spPr>
          <a:xfrm xmlns:a="http://schemas.openxmlformats.org/drawingml/2006/main">
            <a:off x="7924800" y="3048000"/>
            <a:ext cx="3333750" cy="1066800"/>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27917D10-B910-4500-88EA-0EC63DF6016B}"/>
              </a:ext>
            </a:extLst>
          </p:cNvPr>
          <p:cNvSpPr>
            <a:spLocks xmlns:a="http://schemas.openxmlformats.org/drawingml/2006/main" noGrp="1"/>
          </p:cNvSpPr>
          <p:nvPr/>
        </p:nvSpPr>
        <p:spPr>
          <a:xfrm xmlns:a="http://schemas.openxmlformats.org/drawingml/2006/main">
            <a:off x="8077200" y="3219450"/>
            <a:ext cx="514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550" b="1" i="0">
                <a:solidFill>
                  <a:srgbClr val="FFFFFF">
                    <a:alpha val="72000"/>
                  </a:srgbClr>
                </a:solidFill>
                <a:latin typeface="DIN Condensed"/>
                <a:ea typeface="DIN Condensed"/>
                <a:cs typeface="DIN Condensed"/>
              </a:defRPr>
            </a:pPr>
            <a:r>
              <a:rPr sz="2550" b="1" i="0">
                <a:solidFill>
                  <a:srgbClr val="FFFFFF">
                    <a:alpha val="72000"/>
                  </a:srgbClr>
                </a:solidFill>
                <a:latin typeface="DIN Condensed"/>
                <a:ea typeface="DIN Condensed"/>
                <a:cs typeface="DIN Condensed"/>
              </a:rPr>
              <a:t>03</a:t>
            </a:r>
          </a:p>
        </p:txBody>
      </p:sp>
      <p:sp>
        <p:nvSpPr>
          <p:cNvPr id="22" name="">
            <a:extLst xmlns:a="http://schemas.openxmlformats.org/drawingml/2006/main">
              <a:ext uri="{FF2B5EF4-FFF2-40B4-BE49-F238E27FC236}">
                <a16:creationId xmlns:a16="http://schemas.microsoft.com/office/drawing/2014/main" id="{2B3BB47C-37D9-4DFC-BB92-DF65634FDE46}"/>
              </a:ext>
            </a:extLst>
          </p:cNvPr>
          <p:cNvSpPr>
            <a:spLocks xmlns:a="http://schemas.openxmlformats.org/drawingml/2006/main" noGrp="1"/>
          </p:cNvSpPr>
          <p:nvPr/>
        </p:nvSpPr>
        <p:spPr>
          <a:xfrm xmlns:a="http://schemas.openxmlformats.org/drawingml/2006/main">
            <a:off x="8667750" y="321945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1" i="0">
                <a:solidFill>
                  <a:srgbClr val="FFFFFF"/>
                </a:solidFill>
                <a:latin typeface="DIN Condensed"/>
                <a:ea typeface="DIN Condensed"/>
                <a:cs typeface="DIN Condensed"/>
              </a:defRPr>
            </a:pPr>
            <a:r>
              <a:rPr sz="1650" b="1" i="0">
                <a:solidFill>
                  <a:srgbClr val="FFFFFF"/>
                </a:solidFill>
                <a:latin typeface="DIN Condensed"/>
                <a:ea typeface="DIN Condensed"/>
                <a:cs typeface="DIN Condensed"/>
              </a:rPr>
              <a:t>RETO VIDEO</a:t>
            </a:r>
          </a:p>
        </p:txBody>
      </p:sp>
      <p:sp>
        <p:nvSpPr>
          <p:cNvPr id="23" name="">
            <a:extLst xmlns:a="http://schemas.openxmlformats.org/drawingml/2006/main">
              <a:ext uri="{FF2B5EF4-FFF2-40B4-BE49-F238E27FC236}">
                <a16:creationId xmlns:a16="http://schemas.microsoft.com/office/drawing/2014/main" id="{EA127298-B506-434E-9A96-FA30884ADCAC}"/>
              </a:ext>
            </a:extLst>
          </p:cNvPr>
          <p:cNvSpPr>
            <a:spLocks xmlns:a="http://schemas.openxmlformats.org/drawingml/2006/main" noGrp="1"/>
          </p:cNvSpPr>
          <p:nvPr/>
        </p:nvSpPr>
        <p:spPr>
          <a:xfrm xmlns:a="http://schemas.openxmlformats.org/drawingml/2006/main">
            <a:off x="8667750" y="36576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autenticidad · aporte · calidad</a:t>
            </a:r>
          </a:p>
        </p:txBody>
      </p:sp>
      <p:sp>
        <p:nvSpPr>
          <p:cNvPr id="24" name="">
            <a:extLst xmlns:a="http://schemas.openxmlformats.org/drawingml/2006/main">
              <a:ext uri="{FF2B5EF4-FFF2-40B4-BE49-F238E27FC236}">
                <a16:creationId xmlns:a16="http://schemas.microsoft.com/office/drawing/2014/main" id="{9FA2B927-CF80-4C34-A111-C6FE2F250D99}"/>
              </a:ext>
            </a:extLst>
          </p:cNvPr>
          <p:cNvSpPr>
            <a:spLocks xmlns:a="http://schemas.openxmlformats.org/drawingml/2006/main" noGrp="1"/>
          </p:cNvSpPr>
          <p:nvPr/>
        </p:nvSpPr>
        <p:spPr>
          <a:xfrm xmlns:a="http://schemas.openxmlformats.org/drawingml/2006/main">
            <a:off x="609600" y="4362450"/>
            <a:ext cx="3333750" cy="1066800"/>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A6910354-E7D4-451F-987A-5D3AB445215B}"/>
              </a:ext>
            </a:extLst>
          </p:cNvPr>
          <p:cNvSpPr>
            <a:spLocks xmlns:a="http://schemas.openxmlformats.org/drawingml/2006/main" noGrp="1"/>
          </p:cNvSpPr>
          <p:nvPr/>
        </p:nvSpPr>
        <p:spPr>
          <a:xfrm xmlns:a="http://schemas.openxmlformats.org/drawingml/2006/main">
            <a:off x="762000" y="4533900"/>
            <a:ext cx="514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550" b="1" i="0">
                <a:solidFill>
                  <a:srgbClr val="FFFFFF">
                    <a:alpha val="72000"/>
                  </a:srgbClr>
                </a:solidFill>
                <a:latin typeface="DIN Condensed"/>
                <a:ea typeface="DIN Condensed"/>
                <a:cs typeface="DIN Condensed"/>
              </a:defRPr>
            </a:pPr>
            <a:r>
              <a:rPr sz="2550" b="1" i="0">
                <a:solidFill>
                  <a:srgbClr val="FFFFFF">
                    <a:alpha val="72000"/>
                  </a:srgbClr>
                </a:solidFill>
                <a:latin typeface="DIN Condensed"/>
                <a:ea typeface="DIN Condensed"/>
                <a:cs typeface="DIN Condensed"/>
              </a:rPr>
              <a:t>04</a:t>
            </a:r>
          </a:p>
        </p:txBody>
      </p:sp>
      <p:sp>
        <p:nvSpPr>
          <p:cNvPr id="26" name="">
            <a:extLst xmlns:a="http://schemas.openxmlformats.org/drawingml/2006/main">
              <a:ext uri="{FF2B5EF4-FFF2-40B4-BE49-F238E27FC236}">
                <a16:creationId xmlns:a16="http://schemas.microsoft.com/office/drawing/2014/main" id="{49BEEDE3-DF44-4D6D-818F-D9ABE317AAD6}"/>
              </a:ext>
            </a:extLst>
          </p:cNvPr>
          <p:cNvSpPr>
            <a:spLocks xmlns:a="http://schemas.openxmlformats.org/drawingml/2006/main" noGrp="1"/>
          </p:cNvSpPr>
          <p:nvPr/>
        </p:nvSpPr>
        <p:spPr>
          <a:xfrm xmlns:a="http://schemas.openxmlformats.org/drawingml/2006/main">
            <a:off x="1352550" y="453390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1" i="0">
                <a:solidFill>
                  <a:srgbClr val="FFFFFF"/>
                </a:solidFill>
                <a:latin typeface="DIN Condensed"/>
                <a:ea typeface="DIN Condensed"/>
                <a:cs typeface="DIN Condensed"/>
              </a:defRPr>
            </a:pPr>
            <a:r>
              <a:rPr sz="1650" b="1" i="0">
                <a:solidFill>
                  <a:srgbClr val="FFFFFF"/>
                </a:solidFill>
                <a:latin typeface="DIN Condensed"/>
                <a:ea typeface="DIN Condensed"/>
                <a:cs typeface="DIN Condensed"/>
              </a:rPr>
              <a:t>FAMILIAS</a:t>
            </a:r>
          </a:p>
        </p:txBody>
      </p:sp>
      <p:sp>
        <p:nvSpPr>
          <p:cNvPr id="27" name="">
            <a:extLst xmlns:a="http://schemas.openxmlformats.org/drawingml/2006/main">
              <a:ext uri="{FF2B5EF4-FFF2-40B4-BE49-F238E27FC236}">
                <a16:creationId xmlns:a16="http://schemas.microsoft.com/office/drawing/2014/main" id="{24BB36D0-76BE-4151-9C7D-9C403D2545D6}"/>
              </a:ext>
            </a:extLst>
          </p:cNvPr>
          <p:cNvSpPr>
            <a:spLocks xmlns:a="http://schemas.openxmlformats.org/drawingml/2006/main" noGrp="1"/>
          </p:cNvSpPr>
          <p:nvPr/>
        </p:nvSpPr>
        <p:spPr>
          <a:xfrm xmlns:a="http://schemas.openxmlformats.org/drawingml/2006/main">
            <a:off x="1352550" y="49720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rutas y Pequeños Exploradores</a:t>
            </a:r>
          </a:p>
        </p:txBody>
      </p:sp>
      <p:sp>
        <p:nvSpPr>
          <p:cNvPr id="28" name="">
            <a:extLst xmlns:a="http://schemas.openxmlformats.org/drawingml/2006/main">
              <a:ext uri="{FF2B5EF4-FFF2-40B4-BE49-F238E27FC236}">
                <a16:creationId xmlns:a16="http://schemas.microsoft.com/office/drawing/2014/main" id="{E0E3B875-1CE4-4B80-BB81-8B6E6507A8AD}"/>
              </a:ext>
            </a:extLst>
          </p:cNvPr>
          <p:cNvSpPr>
            <a:spLocks xmlns:a="http://schemas.openxmlformats.org/drawingml/2006/main" noGrp="1"/>
          </p:cNvSpPr>
          <p:nvPr/>
        </p:nvSpPr>
        <p:spPr>
          <a:xfrm xmlns:a="http://schemas.openxmlformats.org/drawingml/2006/main">
            <a:off x="4267200" y="4362450"/>
            <a:ext cx="3333750" cy="1066800"/>
          </a:xfrm>
          <a:prstGeom xmlns:a="http://schemas.openxmlformats.org/drawingml/2006/main" prst="rect">
            <a:avLst/>
          </a:prstGeom>
          <a:solidFill xmlns:a="http://schemas.openxmlformats.org/drawingml/2006/main">
            <a:srgbClr val="FFC928"/>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513972EE-B63B-476D-8F9F-DD3993385182}"/>
              </a:ext>
            </a:extLst>
          </p:cNvPr>
          <p:cNvSpPr>
            <a:spLocks xmlns:a="http://schemas.openxmlformats.org/drawingml/2006/main" noGrp="1"/>
          </p:cNvSpPr>
          <p:nvPr/>
        </p:nvSpPr>
        <p:spPr>
          <a:xfrm xmlns:a="http://schemas.openxmlformats.org/drawingml/2006/main">
            <a:off x="4419600" y="4533900"/>
            <a:ext cx="514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550" b="1" i="0">
                <a:solidFill>
                  <a:srgbClr val="FFFFFF">
                    <a:alpha val="72000"/>
                  </a:srgbClr>
                </a:solidFill>
                <a:latin typeface="DIN Condensed"/>
                <a:ea typeface="DIN Condensed"/>
                <a:cs typeface="DIN Condensed"/>
              </a:defRPr>
            </a:pPr>
            <a:r>
              <a:rPr sz="2550" b="1" i="0">
                <a:solidFill>
                  <a:srgbClr val="FFFFFF">
                    <a:alpha val="72000"/>
                  </a:srgbClr>
                </a:solidFill>
                <a:latin typeface="DIN Condensed"/>
                <a:ea typeface="DIN Condensed"/>
                <a:cs typeface="DIN Condensed"/>
              </a:rPr>
              <a:t>05</a:t>
            </a:r>
          </a:p>
        </p:txBody>
      </p:sp>
      <p:sp>
        <p:nvSpPr>
          <p:cNvPr id="30" name="">
            <a:extLst xmlns:a="http://schemas.openxmlformats.org/drawingml/2006/main">
              <a:ext uri="{FF2B5EF4-FFF2-40B4-BE49-F238E27FC236}">
                <a16:creationId xmlns:a16="http://schemas.microsoft.com/office/drawing/2014/main" id="{BAC96376-9905-42C3-A1D7-8D6450D89ABD}"/>
              </a:ext>
            </a:extLst>
          </p:cNvPr>
          <p:cNvSpPr>
            <a:spLocks xmlns:a="http://schemas.openxmlformats.org/drawingml/2006/main" noGrp="1"/>
          </p:cNvSpPr>
          <p:nvPr/>
        </p:nvSpPr>
        <p:spPr>
          <a:xfrm xmlns:a="http://schemas.openxmlformats.org/drawingml/2006/main">
            <a:off x="5010150" y="453390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1" i="0">
                <a:solidFill>
                  <a:srgbClr val="FFFFFF"/>
                </a:solidFill>
                <a:latin typeface="DIN Condensed"/>
                <a:ea typeface="DIN Condensed"/>
                <a:cs typeface="DIN Condensed"/>
              </a:defRPr>
            </a:pPr>
            <a:r>
              <a:rPr sz="1650" b="1" i="0">
                <a:solidFill>
                  <a:srgbClr val="FFFFFF"/>
                </a:solidFill>
                <a:latin typeface="DIN Condensed"/>
                <a:ea typeface="DIN Condensed"/>
                <a:cs typeface="DIN Condensed"/>
              </a:rPr>
              <a:t>TRADICIÓN</a:t>
            </a:r>
          </a:p>
        </p:txBody>
      </p:sp>
      <p:sp>
        <p:nvSpPr>
          <p:cNvPr id="31" name="">
            <a:extLst xmlns:a="http://schemas.openxmlformats.org/drawingml/2006/main">
              <a:ext uri="{FF2B5EF4-FFF2-40B4-BE49-F238E27FC236}">
                <a16:creationId xmlns:a16="http://schemas.microsoft.com/office/drawing/2014/main" id="{3C748EB9-7514-4F26-8AF4-63C6C09B8C78}"/>
              </a:ext>
            </a:extLst>
          </p:cNvPr>
          <p:cNvSpPr>
            <a:spLocks xmlns:a="http://schemas.openxmlformats.org/drawingml/2006/main" noGrp="1"/>
          </p:cNvSpPr>
          <p:nvPr/>
        </p:nvSpPr>
        <p:spPr>
          <a:xfrm xmlns:a="http://schemas.openxmlformats.org/drawingml/2006/main">
            <a:off x="5010150" y="49720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Rey Pan + Srta. Colada Morada</a:t>
            </a:r>
          </a:p>
        </p:txBody>
      </p:sp>
      <p:sp>
        <p:nvSpPr>
          <p:cNvPr id="32" name="">
            <a:extLst xmlns:a="http://schemas.openxmlformats.org/drawingml/2006/main">
              <a:ext uri="{FF2B5EF4-FFF2-40B4-BE49-F238E27FC236}">
                <a16:creationId xmlns:a16="http://schemas.microsoft.com/office/drawing/2014/main" id="{F4B8DF66-A71A-42E7-A194-C4AB9523182E}"/>
              </a:ext>
            </a:extLst>
          </p:cNvPr>
          <p:cNvSpPr>
            <a:spLocks xmlns:a="http://schemas.openxmlformats.org/drawingml/2006/main" noGrp="1"/>
          </p:cNvSpPr>
          <p:nvPr/>
        </p:nvSpPr>
        <p:spPr>
          <a:xfrm xmlns:a="http://schemas.openxmlformats.org/drawingml/2006/main">
            <a:off x="7924800" y="4362450"/>
            <a:ext cx="3333750" cy="1066800"/>
          </a:xfrm>
          <a:prstGeom xmlns:a="http://schemas.openxmlformats.org/drawingml/2006/main" prst="rect">
            <a:avLst/>
          </a:prstGeom>
          <a:solidFill xmlns:a="http://schemas.openxmlformats.org/drawingml/2006/main">
            <a:srgbClr val="160A22"/>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2559302B-4D5D-41CD-8978-B0944FF36506}"/>
              </a:ext>
            </a:extLst>
          </p:cNvPr>
          <p:cNvSpPr>
            <a:spLocks xmlns:a="http://schemas.openxmlformats.org/drawingml/2006/main" noGrp="1"/>
          </p:cNvSpPr>
          <p:nvPr/>
        </p:nvSpPr>
        <p:spPr>
          <a:xfrm xmlns:a="http://schemas.openxmlformats.org/drawingml/2006/main">
            <a:off x="8077200" y="4533900"/>
            <a:ext cx="514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550" b="1" i="0">
                <a:solidFill>
                  <a:srgbClr val="FFFFFF">
                    <a:alpha val="72000"/>
                  </a:srgbClr>
                </a:solidFill>
                <a:latin typeface="DIN Condensed"/>
                <a:ea typeface="DIN Condensed"/>
                <a:cs typeface="DIN Condensed"/>
              </a:defRPr>
            </a:pPr>
            <a:r>
              <a:rPr sz="2550" b="1" i="0">
                <a:solidFill>
                  <a:srgbClr val="FFFFFF">
                    <a:alpha val="72000"/>
                  </a:srgbClr>
                </a:solidFill>
                <a:latin typeface="DIN Condensed"/>
                <a:ea typeface="DIN Condensed"/>
                <a:cs typeface="DIN Condensed"/>
              </a:rPr>
              <a:t>06</a:t>
            </a:r>
          </a:p>
        </p:txBody>
      </p:sp>
      <p:sp>
        <p:nvSpPr>
          <p:cNvPr id="34" name="">
            <a:extLst xmlns:a="http://schemas.openxmlformats.org/drawingml/2006/main">
              <a:ext uri="{FF2B5EF4-FFF2-40B4-BE49-F238E27FC236}">
                <a16:creationId xmlns:a16="http://schemas.microsoft.com/office/drawing/2014/main" id="{B647CD3D-3881-42C4-B4E8-346813CABF37}"/>
              </a:ext>
            </a:extLst>
          </p:cNvPr>
          <p:cNvSpPr>
            <a:spLocks xmlns:a="http://schemas.openxmlformats.org/drawingml/2006/main" noGrp="1"/>
          </p:cNvSpPr>
          <p:nvPr/>
        </p:nvSpPr>
        <p:spPr>
          <a:xfrm xmlns:a="http://schemas.openxmlformats.org/drawingml/2006/main">
            <a:off x="8667750" y="453390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1" i="0">
                <a:solidFill>
                  <a:srgbClr val="FFFFFF"/>
                </a:solidFill>
                <a:latin typeface="DIN Condensed"/>
                <a:ea typeface="DIN Condensed"/>
                <a:cs typeface="DIN Condensed"/>
              </a:defRPr>
            </a:pPr>
            <a:r>
              <a:rPr sz="1650" b="1" i="0">
                <a:solidFill>
                  <a:srgbClr val="FFFFFF"/>
                </a:solidFill>
                <a:latin typeface="DIN Condensed"/>
                <a:ea typeface="DIN Condensed"/>
                <a:cs typeface="DIN Condensed"/>
              </a:rPr>
              <a:t>MOVILIZACIÓN</a:t>
            </a:r>
          </a:p>
        </p:txBody>
      </p:sp>
      <p:sp>
        <p:nvSpPr>
          <p:cNvPr id="35" name="">
            <a:extLst xmlns:a="http://schemas.openxmlformats.org/drawingml/2006/main">
              <a:ext uri="{FF2B5EF4-FFF2-40B4-BE49-F238E27FC236}">
                <a16:creationId xmlns:a16="http://schemas.microsoft.com/office/drawing/2014/main" id="{E3A45F6F-B092-4099-8288-FB12BA12D5C5}"/>
              </a:ext>
            </a:extLst>
          </p:cNvPr>
          <p:cNvSpPr>
            <a:spLocks xmlns:a="http://schemas.openxmlformats.org/drawingml/2006/main" noGrp="1"/>
          </p:cNvSpPr>
          <p:nvPr/>
        </p:nvSpPr>
        <p:spPr>
          <a:xfrm xmlns:a="http://schemas.openxmlformats.org/drawingml/2006/main">
            <a:off x="8667750" y="49720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Trae a tu gente + retorno</a:t>
            </a:r>
          </a:p>
        </p:txBody>
      </p:sp>
    </p:spTree>
    <p:extLst>
      <p:ext uri="{BB962C8B-B14F-4D97-AF65-F5344CB8AC3E}">
        <p14:creationId xmlns:p14="http://schemas.microsoft.com/office/powerpoint/2010/main" val="545773163"/>
      </p:ext>
    </p:extLst>
  </p:cSld>
</p:sld>
</file>

<file path=ppt/slides/slide18.xml><?xml version="1.0" encoding="utf-8"?>
<p:sld xmlns:p="http://schemas.openxmlformats.org/presentationml/2006/main">
  <p:cSld>
    <p:bg>
      <p:bgPr>
        <a:solidFill xmlns:a="http://schemas.openxmlformats.org/drawingml/2006/main">
          <a:srgbClr val="315BFF"/>
        </a:solidFill>
      </p:bgPr>
    </p:bg>
    <p:spTree>
      <p:nvGrpSpPr>
        <p:cNvPr id="1" name=""/>
        <p:cNvGrpSpPr/>
        <p:nvPr/>
      </p:nvGrpSpPr>
      <p:grpSpPr>
        <a:xfrm xmlns:a="http://schemas.openxmlformats.org/drawingml/2006/main"/>
      </p:grpSpPr>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c254bc9803884018"/>
          <a:srcRect xmlns:a="http://schemas.openxmlformats.org/drawingml/2006/main" l="25935" t="0" r="25935" b="0"/>
          <a:stretch xmlns:a="http://schemas.openxmlformats.org/drawingml/2006/main">
            <a:fillRect l="0" t="0" r="0" b="0"/>
          </a:stretch>
        </p:blipFill>
        <p:spPr>
          <a:xfrm xmlns:a="http://schemas.openxmlformats.org/drawingml/2006/main">
            <a:off x="0" y="0"/>
            <a:ext cx="4953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43DCCDC-B49F-475F-9DC4-94727267D968}"/>
              </a:ext>
            </a:extLst>
          </p:cNvPr>
          <p:cNvSpPr>
            <a:spLocks xmlns:a="http://schemas.openxmlformats.org/drawingml/2006/main" noGrp="1"/>
          </p:cNvSpPr>
          <p:nvPr/>
        </p:nvSpPr>
        <p:spPr>
          <a:xfrm xmlns:a="http://schemas.openxmlformats.org/drawingml/2006/main">
            <a:off x="0" y="0"/>
            <a:ext cx="4953000" cy="6858000"/>
          </a:xfrm>
          <a:prstGeom xmlns:a="http://schemas.openxmlformats.org/drawingml/2006/main" prst="rect">
            <a:avLst/>
          </a:prstGeom>
          <a:gradFill xmlns:a="http://schemas.openxmlformats.org/drawingml/2006/main">
            <a:gsLst>
              <a:gs pos="0">
                <a:srgbClr val="160A22">
                  <a:alpha val="64000"/>
                </a:srgbClr>
              </a:gs>
              <a:gs pos="100000">
                <a:srgbClr val="315BFF">
                  <a:alpha val="10000"/>
                </a:srgbClr>
              </a:gs>
            </a:gsLst>
            <a:lin ang="0"/>
          </a:gra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78214DDB-A65A-41B4-933E-04B02380E31F}"/>
              </a:ext>
            </a:extLst>
          </p:cNvPr>
          <p:cNvSpPr>
            <a:spLocks xmlns:a="http://schemas.openxmlformats.org/drawingml/2006/main" noGrp="1"/>
          </p:cNvSpPr>
          <p:nvPr/>
        </p:nvSpPr>
        <p:spPr>
          <a:xfrm xmlns:a="http://schemas.openxmlformats.org/drawingml/2006/main">
            <a:off x="4476750" y="0"/>
            <a:ext cx="7715250" cy="6858000"/>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D233343-82C6-44DE-B9FE-C7DB526536F9}"/>
              </a:ext>
            </a:extLst>
          </p:cNvPr>
          <p:cNvSpPr>
            <a:spLocks xmlns:a="http://schemas.openxmlformats.org/drawingml/2006/main" noGrp="1"/>
          </p:cNvSpPr>
          <p:nvPr/>
        </p:nvSpPr>
        <p:spPr>
          <a:xfrm xmlns:a="http://schemas.openxmlformats.org/drawingml/2006/main">
            <a:off x="0" y="0"/>
            <a:ext cx="2438400" cy="66675"/>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9A8BA5DC-C8BB-45A1-A1FF-FCC53AC4A5F8}"/>
              </a:ext>
            </a:extLst>
          </p:cNvPr>
          <p:cNvSpPr>
            <a:spLocks xmlns:a="http://schemas.openxmlformats.org/drawingml/2006/main" noGrp="1"/>
          </p:cNvSpPr>
          <p:nvPr/>
        </p:nvSpPr>
        <p:spPr>
          <a:xfrm xmlns:a="http://schemas.openxmlformats.org/drawingml/2006/main">
            <a:off x="2438400" y="0"/>
            <a:ext cx="2438400" cy="66675"/>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ACEE1F2E-6E22-4867-8219-FA9161B4E7C6}"/>
              </a:ext>
            </a:extLst>
          </p:cNvPr>
          <p:cNvSpPr>
            <a:spLocks xmlns:a="http://schemas.openxmlformats.org/drawingml/2006/main" noGrp="1"/>
          </p:cNvSpPr>
          <p:nvPr/>
        </p:nvSpPr>
        <p:spPr>
          <a:xfrm xmlns:a="http://schemas.openxmlformats.org/drawingml/2006/main">
            <a:off x="4876800" y="0"/>
            <a:ext cx="2438400" cy="66675"/>
          </a:xfrm>
          <a:prstGeom xmlns:a="http://schemas.openxmlformats.org/drawingml/2006/main" prst="rect">
            <a:avLst/>
          </a:prstGeom>
          <a:solidFill xmlns:a="http://schemas.openxmlformats.org/drawingml/2006/main">
            <a:srgbClr val="FFC928"/>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09A07B65-F69C-47ED-93E8-FB21884B9CA8}"/>
              </a:ext>
            </a:extLst>
          </p:cNvPr>
          <p:cNvSpPr>
            <a:spLocks xmlns:a="http://schemas.openxmlformats.org/drawingml/2006/main" noGrp="1"/>
          </p:cNvSpPr>
          <p:nvPr/>
        </p:nvSpPr>
        <p:spPr>
          <a:xfrm xmlns:a="http://schemas.openxmlformats.org/drawingml/2006/main">
            <a:off x="7315200" y="0"/>
            <a:ext cx="2438400" cy="66675"/>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5E981183-E911-4D3B-A630-8D35941381DA}"/>
              </a:ext>
            </a:extLst>
          </p:cNvPr>
          <p:cNvSpPr>
            <a:spLocks xmlns:a="http://schemas.openxmlformats.org/drawingml/2006/main" noGrp="1"/>
          </p:cNvSpPr>
          <p:nvPr/>
        </p:nvSpPr>
        <p:spPr>
          <a:xfrm xmlns:a="http://schemas.openxmlformats.org/drawingml/2006/main">
            <a:off x="9753600" y="0"/>
            <a:ext cx="2438400" cy="66675"/>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9BC3351B-E17E-48C3-87D3-D005A48115E2}"/>
              </a:ext>
            </a:extLst>
          </p:cNvPr>
          <p:cNvSpPr>
            <a:spLocks xmlns:a="http://schemas.openxmlformats.org/drawingml/2006/main" noGrp="1"/>
          </p:cNvSpPr>
          <p:nvPr/>
        </p:nvSpPr>
        <p:spPr>
          <a:xfrm xmlns:a="http://schemas.openxmlformats.org/drawingml/2006/main">
            <a:off x="609600" y="26670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FFC928"/>
                </a:solidFill>
                <a:latin typeface="Avenir Next"/>
                <a:ea typeface="Avenir Next"/>
                <a:cs typeface="Avenir Next"/>
              </a:defRPr>
            </a:pPr>
            <a:r>
              <a:rPr sz="825" b="1" i="0">
                <a:solidFill>
                  <a:srgbClr val="FFC928"/>
                </a:solidFill>
                <a:latin typeface="Avenir Next"/>
                <a:ea typeface="Avenir Next"/>
                <a:cs typeface="Avenir Next"/>
              </a:rPr>
              <a:t>MOTOR ORGÁNICO 1</a:t>
            </a:r>
          </a:p>
        </p:txBody>
      </p:sp>
      <p:sp>
        <p:nvSpPr>
          <p:cNvPr id="10" name="">
            <a:extLst xmlns:a="http://schemas.openxmlformats.org/drawingml/2006/main">
              <a:ext uri="{FF2B5EF4-FFF2-40B4-BE49-F238E27FC236}">
                <a16:creationId xmlns:a16="http://schemas.microsoft.com/office/drawing/2014/main" id="{BBFCA987-2262-4B2D-BEE5-B188FCB37BC6}"/>
              </a:ext>
            </a:extLst>
          </p:cNvPr>
          <p:cNvSpPr>
            <a:spLocks xmlns:a="http://schemas.openxmlformats.org/drawingml/2006/main" noGrp="1"/>
          </p:cNvSpPr>
          <p:nvPr/>
        </p:nvSpPr>
        <p:spPr>
          <a:xfrm xmlns:a="http://schemas.openxmlformats.org/drawingml/2006/main">
            <a:off x="609600" y="6534150"/>
            <a:ext cx="4762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675" b="1" i="0">
                <a:solidFill>
                  <a:srgbClr val="FFFFFF">
                    <a:alpha val="52000"/>
                  </a:srgbClr>
                </a:solidFill>
                <a:latin typeface="Avenir Next"/>
                <a:ea typeface="Avenir Next"/>
                <a:cs typeface="Avenir Next"/>
              </a:defRPr>
            </a:pPr>
            <a:r>
              <a:rPr sz="675" b="1" i="0">
                <a:solidFill>
                  <a:srgbClr val="FFFFFF">
                    <a:alpha val="52000"/>
                  </a:srgbClr>
                </a:solidFill>
                <a:latin typeface="Avenir Next"/>
                <a:ea typeface="Avenir Next"/>
                <a:cs typeface="Avenir Next"/>
              </a:rPr>
              <a:t>DOCUMENTO INTERNO · PROPUESTA EN REVISIÓN</a:t>
            </a:r>
          </a:p>
        </p:txBody>
      </p:sp>
      <p:sp>
        <p:nvSpPr>
          <p:cNvPr id="11" name="">
            <a:extLst xmlns:a="http://schemas.openxmlformats.org/drawingml/2006/main">
              <a:ext uri="{FF2B5EF4-FFF2-40B4-BE49-F238E27FC236}">
                <a16:creationId xmlns:a16="http://schemas.microsoft.com/office/drawing/2014/main" id="{9F43E555-522C-45BA-8395-83D68AD51990}"/>
              </a:ext>
            </a:extLst>
          </p:cNvPr>
          <p:cNvSpPr>
            <a:spLocks xmlns:a="http://schemas.openxmlformats.org/drawingml/2006/main" noGrp="1"/>
          </p:cNvSpPr>
          <p:nvPr/>
        </p:nvSpPr>
        <p:spPr>
          <a:xfrm xmlns:a="http://schemas.openxmlformats.org/drawingml/2006/main">
            <a:off x="11239500" y="6505575"/>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750" b="1" i="0">
                <a:solidFill>
                  <a:srgbClr val="FFFFFF">
                    <a:alpha val="52000"/>
                  </a:srgbClr>
                </a:solidFill>
                <a:latin typeface="Avenir Next"/>
                <a:ea typeface="Avenir Next"/>
                <a:cs typeface="Avenir Next"/>
              </a:defRPr>
            </a:pPr>
            <a:r>
              <a:rPr sz="750" b="1" i="0">
                <a:solidFill>
                  <a:srgbClr val="FFFFFF">
                    <a:alpha val="52000"/>
                  </a:srgbClr>
                </a:solidFill>
                <a:latin typeface="Avenir Next"/>
                <a:ea typeface="Avenir Next"/>
                <a:cs typeface="Avenir Next"/>
              </a:rPr>
              <a:t>18</a:t>
            </a:r>
          </a:p>
        </p:txBody>
      </p:sp>
      <p:sp>
        <p:nvSpPr>
          <p:cNvPr id="12" name="">
            <a:extLst xmlns:a="http://schemas.openxmlformats.org/drawingml/2006/main">
              <a:ext uri="{FF2B5EF4-FFF2-40B4-BE49-F238E27FC236}">
                <a16:creationId xmlns:a16="http://schemas.microsoft.com/office/drawing/2014/main" id="{2A081423-F54A-4974-969C-9BF9CFFF261E}"/>
              </a:ext>
            </a:extLst>
          </p:cNvPr>
          <p:cNvSpPr>
            <a:spLocks xmlns:a="http://schemas.openxmlformats.org/drawingml/2006/main" noGrp="1"/>
          </p:cNvSpPr>
          <p:nvPr/>
        </p:nvSpPr>
        <p:spPr>
          <a:xfrm xmlns:a="http://schemas.openxmlformats.org/drawingml/2006/main">
            <a:off x="5429250" y="819150"/>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FFC928"/>
                </a:solidFill>
                <a:latin typeface="Avenir Next"/>
                <a:ea typeface="Avenir Next"/>
                <a:cs typeface="Avenir Next"/>
              </a:defRPr>
            </a:pPr>
            <a:r>
              <a:rPr sz="900" b="1" i="0">
                <a:solidFill>
                  <a:srgbClr val="FFC928"/>
                </a:solidFill>
                <a:latin typeface="Avenir Next"/>
                <a:ea typeface="Avenir Next"/>
                <a:cs typeface="Avenir Next"/>
              </a:rPr>
              <a:t>ROSTROS DE FINADOS 2026</a:t>
            </a:r>
          </a:p>
        </p:txBody>
      </p:sp>
      <p:sp>
        <p:nvSpPr>
          <p:cNvPr id="13" name="">
            <a:extLst xmlns:a="http://schemas.openxmlformats.org/drawingml/2006/main">
              <a:ext uri="{FF2B5EF4-FFF2-40B4-BE49-F238E27FC236}">
                <a16:creationId xmlns:a16="http://schemas.microsoft.com/office/drawing/2014/main" id="{5B59CA06-EDAE-440C-8840-0CC6280D5591}"/>
              </a:ext>
            </a:extLst>
          </p:cNvPr>
          <p:cNvSpPr>
            <a:spLocks xmlns:a="http://schemas.openxmlformats.org/drawingml/2006/main" noGrp="1"/>
          </p:cNvSpPr>
          <p:nvPr/>
        </p:nvSpPr>
        <p:spPr>
          <a:xfrm xmlns:a="http://schemas.openxmlformats.org/drawingml/2006/main">
            <a:off x="5429250" y="1143000"/>
            <a:ext cx="60960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3750" b="1" i="0">
                <a:solidFill>
                  <a:srgbClr val="FFFFFF"/>
                </a:solidFill>
                <a:latin typeface="DIN Condensed"/>
                <a:ea typeface="DIN Condensed"/>
                <a:cs typeface="DIN Condensed"/>
              </a:defRPr>
            </a:pPr>
            <a:r>
              <a:rPr sz="3750" b="1" i="0">
                <a:solidFill>
                  <a:srgbClr val="FFFFFF"/>
                </a:solidFill>
                <a:latin typeface="DIN Condensed"/>
                <a:ea typeface="DIN Condensed"/>
                <a:cs typeface="DIN Condensed"/>
              </a:rPr>
              <a:t>¿Quieres convertirte en embajador de ES TRADICIÓN?</a:t>
            </a:r>
          </a:p>
        </p:txBody>
      </p:sp>
      <p:sp>
        <p:nvSpPr>
          <p:cNvPr id="14" name="">
            <a:extLst xmlns:a="http://schemas.openxmlformats.org/drawingml/2006/main">
              <a:ext uri="{FF2B5EF4-FFF2-40B4-BE49-F238E27FC236}">
                <a16:creationId xmlns:a16="http://schemas.microsoft.com/office/drawing/2014/main" id="{B23D96D6-2447-4DB5-819F-2D738DC7B3E3}"/>
              </a:ext>
            </a:extLst>
          </p:cNvPr>
          <p:cNvSpPr>
            <a:spLocks xmlns:a="http://schemas.openxmlformats.org/drawingml/2006/main" noGrp="1"/>
          </p:cNvSpPr>
          <p:nvPr/>
        </p:nvSpPr>
        <p:spPr>
          <a:xfrm xmlns:a="http://schemas.openxmlformats.org/drawingml/2006/main">
            <a:off x="5429250" y="2305050"/>
            <a:ext cx="60960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0" i="0">
                <a:solidFill>
                  <a:srgbClr val="FFFFFF">
                    <a:alpha val="78000"/>
                  </a:srgbClr>
                </a:solidFill>
                <a:latin typeface="Avenir Next"/>
                <a:ea typeface="Avenir Next"/>
                <a:cs typeface="Avenir Next"/>
              </a:defRPr>
            </a:pPr>
            <a:r>
              <a:rPr sz="1500" b="0" i="0">
                <a:solidFill>
                  <a:srgbClr val="FFFFFF">
                    <a:alpha val="78000"/>
                  </a:srgbClr>
                </a:solidFill>
                <a:latin typeface="Avenir Next"/>
                <a:ea typeface="Avenir Next"/>
                <a:cs typeface="Avenir Next"/>
              </a:rPr>
              <a:t>Si cumples la edad mínima aprobada, postula con un video de 30–45 segundos: qué significa esta feria para ti y qué ruta mostrarías a una familia.</a:t>
            </a:r>
          </a:p>
        </p:txBody>
      </p:sp>
      <p:sp>
        <p:nvSpPr>
          <p:cNvPr id="15" name="">
            <a:extLst xmlns:a="http://schemas.openxmlformats.org/drawingml/2006/main">
              <a:ext uri="{FF2B5EF4-FFF2-40B4-BE49-F238E27FC236}">
                <a16:creationId xmlns:a16="http://schemas.microsoft.com/office/drawing/2014/main" id="{2774ACDC-4581-4318-9638-43CF23D87DC8}"/>
              </a:ext>
            </a:extLst>
          </p:cNvPr>
          <p:cNvSpPr>
            <a:spLocks xmlns:a="http://schemas.openxmlformats.org/drawingml/2006/main" noGrp="1"/>
          </p:cNvSpPr>
          <p:nvPr/>
        </p:nvSpPr>
        <p:spPr>
          <a:xfrm xmlns:a="http://schemas.openxmlformats.org/drawingml/2006/main">
            <a:off x="5429250" y="3562350"/>
            <a:ext cx="2781300" cy="876300"/>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14A94835-3514-45DB-BEED-C6FE7F1ED9E8}"/>
              </a:ext>
            </a:extLst>
          </p:cNvPr>
          <p:cNvSpPr>
            <a:spLocks xmlns:a="http://schemas.openxmlformats.org/drawingml/2006/main" noGrp="1"/>
          </p:cNvSpPr>
          <p:nvPr/>
        </p:nvSpPr>
        <p:spPr>
          <a:xfrm xmlns:a="http://schemas.openxmlformats.org/drawingml/2006/main">
            <a:off x="5562600" y="3676650"/>
            <a:ext cx="2514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FFFFFF"/>
                </a:solidFill>
                <a:latin typeface="Avenir Next"/>
                <a:ea typeface="Avenir Next"/>
                <a:cs typeface="Avenir Next"/>
              </a:defRPr>
            </a:pPr>
            <a:r>
              <a:rPr sz="825" b="1" i="0">
                <a:solidFill>
                  <a:srgbClr val="FFFFFF"/>
                </a:solidFill>
                <a:latin typeface="Avenir Next"/>
                <a:ea typeface="Avenir Next"/>
                <a:cs typeface="Avenir Next"/>
              </a:rPr>
              <a:t>3–6 SEP</a:t>
            </a:r>
          </a:p>
        </p:txBody>
      </p:sp>
      <p:sp>
        <p:nvSpPr>
          <p:cNvPr id="17" name="">
            <a:extLst xmlns:a="http://schemas.openxmlformats.org/drawingml/2006/main">
              <a:ext uri="{FF2B5EF4-FFF2-40B4-BE49-F238E27FC236}">
                <a16:creationId xmlns:a16="http://schemas.microsoft.com/office/drawing/2014/main" id="{F02329DB-52F8-4F07-8475-5F2615CBFBA4}"/>
              </a:ext>
            </a:extLst>
          </p:cNvPr>
          <p:cNvSpPr>
            <a:spLocks xmlns:a="http://schemas.openxmlformats.org/drawingml/2006/main" noGrp="1"/>
          </p:cNvSpPr>
          <p:nvPr/>
        </p:nvSpPr>
        <p:spPr>
          <a:xfrm xmlns:a="http://schemas.openxmlformats.org/drawingml/2006/main">
            <a:off x="5562600" y="3905250"/>
            <a:ext cx="2514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425" b="1" i="0">
                <a:solidFill>
                  <a:srgbClr val="FFFFFF"/>
                </a:solidFill>
                <a:latin typeface="DIN Condensed"/>
                <a:ea typeface="DIN Condensed"/>
                <a:cs typeface="DIN Condensed"/>
              </a:defRPr>
            </a:pPr>
            <a:r>
              <a:rPr sz="1425" b="1" i="0">
                <a:solidFill>
                  <a:srgbClr val="FFFFFF"/>
                </a:solidFill>
                <a:latin typeface="DIN Condensed"/>
                <a:ea typeface="DIN Condensed"/>
                <a:cs typeface="DIN Condensed"/>
              </a:rPr>
              <a:t>ABRIR</a:t>
            </a:r>
          </a:p>
        </p:txBody>
      </p:sp>
      <p:sp>
        <p:nvSpPr>
          <p:cNvPr id="18" name="">
            <a:extLst xmlns:a="http://schemas.openxmlformats.org/drawingml/2006/main">
              <a:ext uri="{FF2B5EF4-FFF2-40B4-BE49-F238E27FC236}">
                <a16:creationId xmlns:a16="http://schemas.microsoft.com/office/drawing/2014/main" id="{A1D7253B-6056-4972-BD1B-EB70262E24E2}"/>
              </a:ext>
            </a:extLst>
          </p:cNvPr>
          <p:cNvSpPr>
            <a:spLocks xmlns:a="http://schemas.openxmlformats.org/drawingml/2006/main" noGrp="1"/>
          </p:cNvSpPr>
          <p:nvPr/>
        </p:nvSpPr>
        <p:spPr>
          <a:xfrm xmlns:a="http://schemas.openxmlformats.org/drawingml/2006/main">
            <a:off x="5562600" y="4171950"/>
            <a:ext cx="2514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FFFFFF"/>
                </a:solidFill>
                <a:latin typeface="Avenir Next"/>
                <a:ea typeface="Avenir Next"/>
                <a:cs typeface="Avenir Next"/>
              </a:defRPr>
            </a:pPr>
            <a:r>
              <a:rPr sz="825" b="1" i="0">
                <a:solidFill>
                  <a:srgbClr val="FFFFFF"/>
                </a:solidFill>
                <a:latin typeface="Avenir Next"/>
                <a:ea typeface="Avenir Next"/>
                <a:cs typeface="Avenir Next"/>
              </a:rPr>
              <a:t>bases, derechos y premio</a:t>
            </a:r>
          </a:p>
        </p:txBody>
      </p:sp>
      <p:sp>
        <p:nvSpPr>
          <p:cNvPr id="19" name="">
            <a:extLst xmlns:a="http://schemas.openxmlformats.org/drawingml/2006/main">
              <a:ext uri="{FF2B5EF4-FFF2-40B4-BE49-F238E27FC236}">
                <a16:creationId xmlns:a16="http://schemas.microsoft.com/office/drawing/2014/main" id="{0408A47D-FF2B-4E15-9EC5-7632A63058F2}"/>
              </a:ext>
            </a:extLst>
          </p:cNvPr>
          <p:cNvSpPr>
            <a:spLocks xmlns:a="http://schemas.openxmlformats.org/drawingml/2006/main" noGrp="1"/>
          </p:cNvSpPr>
          <p:nvPr/>
        </p:nvSpPr>
        <p:spPr>
          <a:xfrm xmlns:a="http://schemas.openxmlformats.org/drawingml/2006/main">
            <a:off x="8477250" y="3562350"/>
            <a:ext cx="2781300" cy="876300"/>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F20418AE-6878-42F2-8B16-D63D5546794F}"/>
              </a:ext>
            </a:extLst>
          </p:cNvPr>
          <p:cNvSpPr>
            <a:spLocks xmlns:a="http://schemas.openxmlformats.org/drawingml/2006/main" noGrp="1"/>
          </p:cNvSpPr>
          <p:nvPr/>
        </p:nvSpPr>
        <p:spPr>
          <a:xfrm xmlns:a="http://schemas.openxmlformats.org/drawingml/2006/main">
            <a:off x="8610600" y="3676650"/>
            <a:ext cx="2514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FFFFFF"/>
                </a:solidFill>
                <a:latin typeface="Avenir Next"/>
                <a:ea typeface="Avenir Next"/>
                <a:cs typeface="Avenir Next"/>
              </a:defRPr>
            </a:pPr>
            <a:r>
              <a:rPr sz="825" b="1" i="0">
                <a:solidFill>
                  <a:srgbClr val="FFFFFF"/>
                </a:solidFill>
                <a:latin typeface="Avenir Next"/>
                <a:ea typeface="Avenir Next"/>
                <a:cs typeface="Avenir Next"/>
              </a:rPr>
              <a:t>7–13 SEP</a:t>
            </a:r>
          </a:p>
        </p:txBody>
      </p:sp>
      <p:sp>
        <p:nvSpPr>
          <p:cNvPr id="21" name="">
            <a:extLst xmlns:a="http://schemas.openxmlformats.org/drawingml/2006/main">
              <a:ext uri="{FF2B5EF4-FFF2-40B4-BE49-F238E27FC236}">
                <a16:creationId xmlns:a16="http://schemas.microsoft.com/office/drawing/2014/main" id="{41C1796D-D42F-45A8-8BDC-3E7538BC235F}"/>
              </a:ext>
            </a:extLst>
          </p:cNvPr>
          <p:cNvSpPr>
            <a:spLocks xmlns:a="http://schemas.openxmlformats.org/drawingml/2006/main" noGrp="1"/>
          </p:cNvSpPr>
          <p:nvPr/>
        </p:nvSpPr>
        <p:spPr>
          <a:xfrm xmlns:a="http://schemas.openxmlformats.org/drawingml/2006/main">
            <a:off x="8610600" y="3905250"/>
            <a:ext cx="2514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425" b="1" i="0">
                <a:solidFill>
                  <a:srgbClr val="FFFFFF"/>
                </a:solidFill>
                <a:latin typeface="DIN Condensed"/>
                <a:ea typeface="DIN Condensed"/>
                <a:cs typeface="DIN Condensed"/>
              </a:defRPr>
            </a:pPr>
            <a:r>
              <a:rPr sz="1425" b="1" i="0">
                <a:solidFill>
                  <a:srgbClr val="FFFFFF"/>
                </a:solidFill>
                <a:latin typeface="DIN Condensed"/>
                <a:ea typeface="DIN Condensed"/>
                <a:cs typeface="DIN Condensed"/>
              </a:rPr>
              <a:t>SELECCIONAR</a:t>
            </a:r>
          </a:p>
        </p:txBody>
      </p:sp>
      <p:sp>
        <p:nvSpPr>
          <p:cNvPr id="22" name="">
            <a:extLst xmlns:a="http://schemas.openxmlformats.org/drawingml/2006/main">
              <a:ext uri="{FF2B5EF4-FFF2-40B4-BE49-F238E27FC236}">
                <a16:creationId xmlns:a16="http://schemas.microsoft.com/office/drawing/2014/main" id="{FD06E043-9DD8-4982-AC1D-56F528408C16}"/>
              </a:ext>
            </a:extLst>
          </p:cNvPr>
          <p:cNvSpPr>
            <a:spLocks xmlns:a="http://schemas.openxmlformats.org/drawingml/2006/main" noGrp="1"/>
          </p:cNvSpPr>
          <p:nvPr/>
        </p:nvSpPr>
        <p:spPr>
          <a:xfrm xmlns:a="http://schemas.openxmlformats.org/drawingml/2006/main">
            <a:off x="8610600" y="4171950"/>
            <a:ext cx="2514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FFFFFF"/>
                </a:solidFill>
                <a:latin typeface="Avenir Next"/>
                <a:ea typeface="Avenir Next"/>
                <a:cs typeface="Avenir Next"/>
              </a:defRPr>
            </a:pPr>
            <a:r>
              <a:rPr sz="825" b="1" i="0">
                <a:solidFill>
                  <a:srgbClr val="FFFFFF"/>
                </a:solidFill>
                <a:latin typeface="Avenir Next"/>
                <a:ea typeface="Avenir Next"/>
                <a:cs typeface="Avenir Next"/>
              </a:rPr>
              <a:t>jurado: historia, utilidad y calidad</a:t>
            </a:r>
          </a:p>
        </p:txBody>
      </p:sp>
      <p:sp>
        <p:nvSpPr>
          <p:cNvPr id="23" name="">
            <a:extLst xmlns:a="http://schemas.openxmlformats.org/drawingml/2006/main">
              <a:ext uri="{FF2B5EF4-FFF2-40B4-BE49-F238E27FC236}">
                <a16:creationId xmlns:a16="http://schemas.microsoft.com/office/drawing/2014/main" id="{C7197A54-ABFD-484B-B63F-41DCFF5F32D4}"/>
              </a:ext>
            </a:extLst>
          </p:cNvPr>
          <p:cNvSpPr>
            <a:spLocks xmlns:a="http://schemas.openxmlformats.org/drawingml/2006/main" noGrp="1"/>
          </p:cNvSpPr>
          <p:nvPr/>
        </p:nvSpPr>
        <p:spPr>
          <a:xfrm xmlns:a="http://schemas.openxmlformats.org/drawingml/2006/main">
            <a:off x="5429250" y="4629150"/>
            <a:ext cx="2781300" cy="876300"/>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2A8AC0D2-90D2-4AA9-9CD8-1EFECCE6310F}"/>
              </a:ext>
            </a:extLst>
          </p:cNvPr>
          <p:cNvSpPr>
            <a:spLocks xmlns:a="http://schemas.openxmlformats.org/drawingml/2006/main" noGrp="1"/>
          </p:cNvSpPr>
          <p:nvPr/>
        </p:nvSpPr>
        <p:spPr>
          <a:xfrm xmlns:a="http://schemas.openxmlformats.org/drawingml/2006/main">
            <a:off x="5562600" y="4743450"/>
            <a:ext cx="2514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FFFFFF"/>
                </a:solidFill>
                <a:latin typeface="Avenir Next"/>
                <a:ea typeface="Avenir Next"/>
                <a:cs typeface="Avenir Next"/>
              </a:defRPr>
            </a:pPr>
            <a:r>
              <a:rPr sz="825" b="1" i="0">
                <a:solidFill>
                  <a:srgbClr val="FFFFFF"/>
                </a:solidFill>
                <a:latin typeface="Avenir Next"/>
                <a:ea typeface="Avenir Next"/>
                <a:cs typeface="Avenir Next"/>
              </a:rPr>
              <a:t>14–20 SEP</a:t>
            </a:r>
          </a:p>
        </p:txBody>
      </p:sp>
      <p:sp>
        <p:nvSpPr>
          <p:cNvPr id="25" name="">
            <a:extLst xmlns:a="http://schemas.openxmlformats.org/drawingml/2006/main">
              <a:ext uri="{FF2B5EF4-FFF2-40B4-BE49-F238E27FC236}">
                <a16:creationId xmlns:a16="http://schemas.microsoft.com/office/drawing/2014/main" id="{40491066-7DF4-472A-AB33-71128CE811D9}"/>
              </a:ext>
            </a:extLst>
          </p:cNvPr>
          <p:cNvSpPr>
            <a:spLocks xmlns:a="http://schemas.openxmlformats.org/drawingml/2006/main" noGrp="1"/>
          </p:cNvSpPr>
          <p:nvPr/>
        </p:nvSpPr>
        <p:spPr>
          <a:xfrm xmlns:a="http://schemas.openxmlformats.org/drawingml/2006/main">
            <a:off x="5562600" y="4972050"/>
            <a:ext cx="2514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425" b="1" i="0">
                <a:solidFill>
                  <a:srgbClr val="FFFFFF"/>
                </a:solidFill>
                <a:latin typeface="DIN Condensed"/>
                <a:ea typeface="DIN Condensed"/>
                <a:cs typeface="DIN Condensed"/>
              </a:defRPr>
            </a:pPr>
            <a:r>
              <a:rPr sz="1425" b="1" i="0">
                <a:solidFill>
                  <a:srgbClr val="FFFFFF"/>
                </a:solidFill>
                <a:latin typeface="DIN Condensed"/>
                <a:ea typeface="DIN Condensed"/>
                <a:cs typeface="DIN Condensed"/>
              </a:rPr>
              <a:t>PRESENTAR</a:t>
            </a:r>
          </a:p>
        </p:txBody>
      </p:sp>
      <p:sp>
        <p:nvSpPr>
          <p:cNvPr id="26" name="">
            <a:extLst xmlns:a="http://schemas.openxmlformats.org/drawingml/2006/main">
              <a:ext uri="{FF2B5EF4-FFF2-40B4-BE49-F238E27FC236}">
                <a16:creationId xmlns:a16="http://schemas.microsoft.com/office/drawing/2014/main" id="{2F6AD7D9-ED9B-4369-B360-9953A910C903}"/>
              </a:ext>
            </a:extLst>
          </p:cNvPr>
          <p:cNvSpPr>
            <a:spLocks xmlns:a="http://schemas.openxmlformats.org/drawingml/2006/main" noGrp="1"/>
          </p:cNvSpPr>
          <p:nvPr/>
        </p:nvSpPr>
        <p:spPr>
          <a:xfrm xmlns:a="http://schemas.openxmlformats.org/drawingml/2006/main">
            <a:off x="5562600" y="5238750"/>
            <a:ext cx="2514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FFFFFF"/>
                </a:solidFill>
                <a:latin typeface="Avenir Next"/>
                <a:ea typeface="Avenir Next"/>
                <a:cs typeface="Avenir Next"/>
              </a:defRPr>
            </a:pPr>
            <a:r>
              <a:rPr sz="825" b="1" i="0">
                <a:solidFill>
                  <a:srgbClr val="FFFFFF"/>
                </a:solidFill>
                <a:latin typeface="Avenir Next"/>
                <a:ea typeface="Avenir Next"/>
                <a:cs typeface="Avenir Next"/>
              </a:rPr>
              <a:t>rostros, rutas y compromisos</a:t>
            </a:r>
          </a:p>
        </p:txBody>
      </p:sp>
      <p:sp>
        <p:nvSpPr>
          <p:cNvPr id="27" name="">
            <a:extLst xmlns:a="http://schemas.openxmlformats.org/drawingml/2006/main">
              <a:ext uri="{FF2B5EF4-FFF2-40B4-BE49-F238E27FC236}">
                <a16:creationId xmlns:a16="http://schemas.microsoft.com/office/drawing/2014/main" id="{B378A9B0-F6DD-4583-9B97-56B356F11F35}"/>
              </a:ext>
            </a:extLst>
          </p:cNvPr>
          <p:cNvSpPr>
            <a:spLocks xmlns:a="http://schemas.openxmlformats.org/drawingml/2006/main" noGrp="1"/>
          </p:cNvSpPr>
          <p:nvPr/>
        </p:nvSpPr>
        <p:spPr>
          <a:xfrm xmlns:a="http://schemas.openxmlformats.org/drawingml/2006/main">
            <a:off x="8477250" y="4629150"/>
            <a:ext cx="2781300" cy="876300"/>
          </a:xfrm>
          <a:prstGeom xmlns:a="http://schemas.openxmlformats.org/drawingml/2006/main" prst="rect">
            <a:avLst/>
          </a:prstGeom>
          <a:solidFill xmlns:a="http://schemas.openxmlformats.org/drawingml/2006/main">
            <a:srgbClr val="2B0D3B"/>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A02F0050-384A-46A8-92F0-02E7EA81ACC2}"/>
              </a:ext>
            </a:extLst>
          </p:cNvPr>
          <p:cNvSpPr>
            <a:spLocks xmlns:a="http://schemas.openxmlformats.org/drawingml/2006/main" noGrp="1"/>
          </p:cNvSpPr>
          <p:nvPr/>
        </p:nvSpPr>
        <p:spPr>
          <a:xfrm xmlns:a="http://schemas.openxmlformats.org/drawingml/2006/main">
            <a:off x="8610600" y="4743450"/>
            <a:ext cx="2514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FFFFFF"/>
                </a:solidFill>
                <a:latin typeface="Avenir Next"/>
                <a:ea typeface="Avenir Next"/>
                <a:cs typeface="Avenir Next"/>
              </a:defRPr>
            </a:pPr>
            <a:r>
              <a:rPr sz="825" b="1" i="0">
                <a:solidFill>
                  <a:srgbClr val="FFFFFF"/>
                </a:solidFill>
                <a:latin typeface="Avenir Next"/>
                <a:ea typeface="Avenir Next"/>
                <a:cs typeface="Avenir Next"/>
              </a:rPr>
              <a:t>21 SEP+</a:t>
            </a:r>
          </a:p>
        </p:txBody>
      </p:sp>
      <p:sp>
        <p:nvSpPr>
          <p:cNvPr id="29" name="">
            <a:extLst xmlns:a="http://schemas.openxmlformats.org/drawingml/2006/main">
              <a:ext uri="{FF2B5EF4-FFF2-40B4-BE49-F238E27FC236}">
                <a16:creationId xmlns:a16="http://schemas.microsoft.com/office/drawing/2014/main" id="{A7DBBF16-39A7-4C32-8580-8CA6B49A92E1}"/>
              </a:ext>
            </a:extLst>
          </p:cNvPr>
          <p:cNvSpPr>
            <a:spLocks xmlns:a="http://schemas.openxmlformats.org/drawingml/2006/main" noGrp="1"/>
          </p:cNvSpPr>
          <p:nvPr/>
        </p:nvSpPr>
        <p:spPr>
          <a:xfrm xmlns:a="http://schemas.openxmlformats.org/drawingml/2006/main">
            <a:off x="8610600" y="4972050"/>
            <a:ext cx="2514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425" b="1" i="0">
                <a:solidFill>
                  <a:srgbClr val="FFFFFF"/>
                </a:solidFill>
                <a:latin typeface="DIN Condensed"/>
                <a:ea typeface="DIN Condensed"/>
                <a:cs typeface="DIN Condensed"/>
              </a:defRPr>
            </a:pPr>
            <a:r>
              <a:rPr sz="1425" b="1" i="0">
                <a:solidFill>
                  <a:srgbClr val="FFFFFF"/>
                </a:solidFill>
                <a:latin typeface="DIN Condensed"/>
                <a:ea typeface="DIN Condensed"/>
                <a:cs typeface="DIN Condensed"/>
              </a:rPr>
              <a:t>ACTIVAR</a:t>
            </a:r>
          </a:p>
        </p:txBody>
      </p:sp>
      <p:sp>
        <p:nvSpPr>
          <p:cNvPr id="30" name="">
            <a:extLst xmlns:a="http://schemas.openxmlformats.org/drawingml/2006/main">
              <a:ext uri="{FF2B5EF4-FFF2-40B4-BE49-F238E27FC236}">
                <a16:creationId xmlns:a16="http://schemas.microsoft.com/office/drawing/2014/main" id="{0F568429-520C-42D2-8F93-CC715571EC47}"/>
              </a:ext>
            </a:extLst>
          </p:cNvPr>
          <p:cNvSpPr>
            <a:spLocks xmlns:a="http://schemas.openxmlformats.org/drawingml/2006/main" noGrp="1"/>
          </p:cNvSpPr>
          <p:nvPr/>
        </p:nvSpPr>
        <p:spPr>
          <a:xfrm xmlns:a="http://schemas.openxmlformats.org/drawingml/2006/main">
            <a:off x="8610600" y="5238750"/>
            <a:ext cx="2514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FFFFFF"/>
                </a:solidFill>
                <a:latin typeface="Avenir Next"/>
                <a:ea typeface="Avenir Next"/>
                <a:cs typeface="Avenir Next"/>
              </a:defRPr>
            </a:pPr>
            <a:r>
              <a:rPr sz="825" b="1" i="0">
                <a:solidFill>
                  <a:srgbClr val="FFFFFF"/>
                </a:solidFill>
                <a:latin typeface="Avenir Next"/>
                <a:ea typeface="Avenir Next"/>
                <a:cs typeface="Avenir Next"/>
              </a:rPr>
              <a:t>misiones, códigos y entregables</a:t>
            </a:r>
          </a:p>
        </p:txBody>
      </p:sp>
      <p:sp>
        <p:nvSpPr>
          <p:cNvPr id="31" name="">
            <a:extLst xmlns:a="http://schemas.openxmlformats.org/drawingml/2006/main">
              <a:ext uri="{FF2B5EF4-FFF2-40B4-BE49-F238E27FC236}">
                <a16:creationId xmlns:a16="http://schemas.microsoft.com/office/drawing/2014/main" id="{578DD346-B77B-4FB3-A2C4-19ED183E25C3}"/>
              </a:ext>
            </a:extLst>
          </p:cNvPr>
          <p:cNvSpPr>
            <a:spLocks xmlns:a="http://schemas.openxmlformats.org/drawingml/2006/main" noGrp="1"/>
          </p:cNvSpPr>
          <p:nvPr/>
        </p:nvSpPr>
        <p:spPr>
          <a:xfrm xmlns:a="http://schemas.openxmlformats.org/drawingml/2006/main">
            <a:off x="5429250" y="5829300"/>
            <a:ext cx="590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795"/>
          </a:bodyPr>
          <a:lstStyle xmlns:a="http://schemas.openxmlformats.org/drawingml/2006/main"/>
          <a:p xmlns:a="http://schemas.openxmlformats.org/drawingml/2006/main">
            <a:pPr algn="ctr">
              <a:lnSpc>
                <a:spcPct val="105000"/>
              </a:lnSpc>
              <a:buNone/>
              <a:defRPr sz="825" b="1" i="0">
                <a:solidFill>
                  <a:srgbClr val="FFFFFF"/>
                </a:solidFill>
                <a:latin typeface="Avenir Next"/>
                <a:ea typeface="Avenir Next"/>
                <a:cs typeface="Avenir Next"/>
              </a:defRPr>
            </a:pPr>
            <a:r>
              <a:rPr sz="825" b="1" i="0">
                <a:solidFill>
                  <a:srgbClr val="FFFFFF"/>
                </a:solidFill>
                <a:latin typeface="Avenir Next"/>
                <a:ea typeface="Avenir Next"/>
                <a:cs typeface="Avenir Next"/>
              </a:rPr>
              <a:t>PROPUESTA: PASE GENERAL LIMITADO + KIT + EXPERIENCIA APROBADA. EDAD, VIGENCIA, CUPOS, VALOR Y EXCLUSIONES EN BASES.</a:t>
            </a:r>
          </a:p>
        </p:txBody>
      </p:sp>
      <p:sp>
        <p:nvSpPr>
          <p:cNvPr id="32" name="">
            <a:extLst xmlns:a="http://schemas.openxmlformats.org/drawingml/2006/main">
              <a:ext uri="{FF2B5EF4-FFF2-40B4-BE49-F238E27FC236}">
                <a16:creationId xmlns:a16="http://schemas.microsoft.com/office/drawing/2014/main" id="{CEBEA746-0057-49AD-ACE6-2EFE345CA904}"/>
              </a:ext>
            </a:extLst>
          </p:cNvPr>
          <p:cNvSpPr>
            <a:spLocks xmlns:a="http://schemas.openxmlformats.org/drawingml/2006/main" noGrp="1"/>
          </p:cNvSpPr>
          <p:nvPr/>
        </p:nvSpPr>
        <p:spPr>
          <a:xfrm xmlns:a="http://schemas.openxmlformats.org/drawingml/2006/main">
            <a:off x="5429250" y="61341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423"/>
          </a:bodyPr>
          <a:lstStyle xmlns:a="http://schemas.openxmlformats.org/drawingml/2006/main"/>
          <a:p xmlns:a="http://schemas.openxmlformats.org/drawingml/2006/main">
            <a:pPr algn="ctr">
              <a:lnSpc>
                <a:spcPct val="105000"/>
              </a:lnSpc>
              <a:buNone/>
              <a:defRPr sz="825" b="1" i="0">
                <a:solidFill>
                  <a:srgbClr val="FFC928"/>
                </a:solidFill>
                <a:latin typeface="Avenir Next"/>
                <a:ea typeface="Avenir Next"/>
                <a:cs typeface="Avenir Next"/>
              </a:defRPr>
            </a:pPr>
            <a:r>
              <a:rPr sz="825" b="1" i="0">
                <a:solidFill>
                  <a:srgbClr val="FFC928"/>
                </a:solidFill>
                <a:latin typeface="Avenir Next"/>
                <a:ea typeface="Avenir Next"/>
                <a:cs typeface="Avenir Next"/>
              </a:rPr>
              <a:t>EMBAJADOR COMUNITARIO ≠ GANADOR ≠ CREADOR CONTRATADO. TRABAJO OBLIGATORIO = CONTRATO + PAGO FIJO.</a:t>
            </a:r>
          </a:p>
        </p:txBody>
      </p:sp>
    </p:spTree>
    <p:extLst>
      <p:ext uri="{BB962C8B-B14F-4D97-AF65-F5344CB8AC3E}">
        <p14:creationId xmlns:p14="http://schemas.microsoft.com/office/powerpoint/2010/main" val="545773163"/>
      </p:ext>
    </p:extLst>
  </p:cSld>
</p:sld>
</file>

<file path=ppt/slides/slide19.xml><?xml version="1.0" encoding="utf-8"?>
<p:sld xmlns:p="http://schemas.openxmlformats.org/presentationml/2006/main">
  <p:cSld>
    <p:bg>
      <p:bgPr>
        <a:solidFill xmlns:a="http://schemas.openxmlformats.org/drawingml/2006/main">
          <a:srgbClr val="160A22"/>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5C7F9FC7-5967-4D6C-8C28-EF581DC2AD8D}"/>
              </a:ext>
            </a:extLst>
          </p:cNvPr>
          <p:cNvSpPr>
            <a:spLocks xmlns:a="http://schemas.openxmlformats.org/drawingml/2006/main" noGrp="1"/>
          </p:cNvSpPr>
          <p:nvPr/>
        </p:nvSpPr>
        <p:spPr>
          <a:xfrm xmlns:a="http://schemas.openxmlformats.org/drawingml/2006/main">
            <a:off x="0" y="0"/>
            <a:ext cx="2438400" cy="66675"/>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30B93C4-E1AF-4432-B175-BD6D5A2F93A7}"/>
              </a:ext>
            </a:extLst>
          </p:cNvPr>
          <p:cNvSpPr>
            <a:spLocks xmlns:a="http://schemas.openxmlformats.org/drawingml/2006/main" noGrp="1"/>
          </p:cNvSpPr>
          <p:nvPr/>
        </p:nvSpPr>
        <p:spPr>
          <a:xfrm xmlns:a="http://schemas.openxmlformats.org/drawingml/2006/main">
            <a:off x="2438400" y="0"/>
            <a:ext cx="2438400" cy="66675"/>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9E7EB58-B57F-473B-A5A1-B00F2C77F6F7}"/>
              </a:ext>
            </a:extLst>
          </p:cNvPr>
          <p:cNvSpPr>
            <a:spLocks xmlns:a="http://schemas.openxmlformats.org/drawingml/2006/main" noGrp="1"/>
          </p:cNvSpPr>
          <p:nvPr/>
        </p:nvSpPr>
        <p:spPr>
          <a:xfrm xmlns:a="http://schemas.openxmlformats.org/drawingml/2006/main">
            <a:off x="4876800" y="0"/>
            <a:ext cx="2438400" cy="66675"/>
          </a:xfrm>
          <a:prstGeom xmlns:a="http://schemas.openxmlformats.org/drawingml/2006/main" prst="rect">
            <a:avLst/>
          </a:prstGeom>
          <a:solidFill xmlns:a="http://schemas.openxmlformats.org/drawingml/2006/main">
            <a:srgbClr val="FFC92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1D8692D4-49A1-4DF6-8B29-17AEA124E9F6}"/>
              </a:ext>
            </a:extLst>
          </p:cNvPr>
          <p:cNvSpPr>
            <a:spLocks xmlns:a="http://schemas.openxmlformats.org/drawingml/2006/main" noGrp="1"/>
          </p:cNvSpPr>
          <p:nvPr/>
        </p:nvSpPr>
        <p:spPr>
          <a:xfrm xmlns:a="http://schemas.openxmlformats.org/drawingml/2006/main">
            <a:off x="7315200" y="0"/>
            <a:ext cx="2438400" cy="66675"/>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79C7CE3B-A500-49C1-821D-C370512163A3}"/>
              </a:ext>
            </a:extLst>
          </p:cNvPr>
          <p:cNvSpPr>
            <a:spLocks xmlns:a="http://schemas.openxmlformats.org/drawingml/2006/main" noGrp="1"/>
          </p:cNvSpPr>
          <p:nvPr/>
        </p:nvSpPr>
        <p:spPr>
          <a:xfrm xmlns:a="http://schemas.openxmlformats.org/drawingml/2006/main">
            <a:off x="9753600" y="0"/>
            <a:ext cx="2438400" cy="66675"/>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937F9471-2AE5-4D91-8AB3-EA200CF618E1}"/>
              </a:ext>
            </a:extLst>
          </p:cNvPr>
          <p:cNvSpPr>
            <a:spLocks xmlns:a="http://schemas.openxmlformats.org/drawingml/2006/main" noGrp="1"/>
          </p:cNvSpPr>
          <p:nvPr/>
        </p:nvSpPr>
        <p:spPr>
          <a:xfrm xmlns:a="http://schemas.openxmlformats.org/drawingml/2006/main">
            <a:off x="609600" y="26670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FFC928"/>
                </a:solidFill>
                <a:latin typeface="Avenir Next"/>
                <a:ea typeface="Avenir Next"/>
                <a:cs typeface="Avenir Next"/>
              </a:defRPr>
            </a:pPr>
            <a:r>
              <a:rPr sz="825" b="1" i="0">
                <a:solidFill>
                  <a:srgbClr val="FFC928"/>
                </a:solidFill>
                <a:latin typeface="Avenir Next"/>
                <a:ea typeface="Avenir Next"/>
                <a:cs typeface="Avenir Next"/>
              </a:rPr>
              <a:t>MOTOR ORGÁNICO 2</a:t>
            </a:r>
          </a:p>
        </p:txBody>
      </p:sp>
      <p:sp>
        <p:nvSpPr>
          <p:cNvPr id="7" name="">
            <a:extLst xmlns:a="http://schemas.openxmlformats.org/drawingml/2006/main">
              <a:ext uri="{FF2B5EF4-FFF2-40B4-BE49-F238E27FC236}">
                <a16:creationId xmlns:a16="http://schemas.microsoft.com/office/drawing/2014/main" id="{943E3A87-B464-4211-9C24-37FCE83FC78B}"/>
              </a:ext>
            </a:extLst>
          </p:cNvPr>
          <p:cNvSpPr>
            <a:spLocks xmlns:a="http://schemas.openxmlformats.org/drawingml/2006/main" noGrp="1"/>
          </p:cNvSpPr>
          <p:nvPr/>
        </p:nvSpPr>
        <p:spPr>
          <a:xfrm xmlns:a="http://schemas.openxmlformats.org/drawingml/2006/main">
            <a:off x="609600" y="6534150"/>
            <a:ext cx="4762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675" b="1" i="0">
                <a:solidFill>
                  <a:srgbClr val="FFFFFF">
                    <a:alpha val="52000"/>
                  </a:srgbClr>
                </a:solidFill>
                <a:latin typeface="Avenir Next"/>
                <a:ea typeface="Avenir Next"/>
                <a:cs typeface="Avenir Next"/>
              </a:defRPr>
            </a:pPr>
            <a:r>
              <a:rPr sz="675" b="1" i="0">
                <a:solidFill>
                  <a:srgbClr val="FFFFFF">
                    <a:alpha val="52000"/>
                  </a:srgbClr>
                </a:solidFill>
                <a:latin typeface="Avenir Next"/>
                <a:ea typeface="Avenir Next"/>
                <a:cs typeface="Avenir Next"/>
              </a:rPr>
              <a:t>DOCUMENTO INTERNO · PROPUESTA EN REVISIÓN</a:t>
            </a:r>
          </a:p>
        </p:txBody>
      </p:sp>
      <p:sp>
        <p:nvSpPr>
          <p:cNvPr id="8" name="">
            <a:extLst xmlns:a="http://schemas.openxmlformats.org/drawingml/2006/main">
              <a:ext uri="{FF2B5EF4-FFF2-40B4-BE49-F238E27FC236}">
                <a16:creationId xmlns:a16="http://schemas.microsoft.com/office/drawing/2014/main" id="{B2A561AE-F107-4564-BE0A-F80B697CE2E2}"/>
              </a:ext>
            </a:extLst>
          </p:cNvPr>
          <p:cNvSpPr>
            <a:spLocks xmlns:a="http://schemas.openxmlformats.org/drawingml/2006/main" noGrp="1"/>
          </p:cNvSpPr>
          <p:nvPr/>
        </p:nvSpPr>
        <p:spPr>
          <a:xfrm xmlns:a="http://schemas.openxmlformats.org/drawingml/2006/main">
            <a:off x="11239500" y="6505575"/>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750" b="1" i="0">
                <a:solidFill>
                  <a:srgbClr val="FFFFFF">
                    <a:alpha val="52000"/>
                  </a:srgbClr>
                </a:solidFill>
                <a:latin typeface="Avenir Next"/>
                <a:ea typeface="Avenir Next"/>
                <a:cs typeface="Avenir Next"/>
              </a:defRPr>
            </a:pPr>
            <a:r>
              <a:rPr sz="750" b="1" i="0">
                <a:solidFill>
                  <a:srgbClr val="FFFFFF">
                    <a:alpha val="52000"/>
                  </a:srgbClr>
                </a:solidFill>
                <a:latin typeface="Avenir Next"/>
                <a:ea typeface="Avenir Next"/>
                <a:cs typeface="Avenir Next"/>
              </a:rPr>
              <a:t>19</a:t>
            </a:r>
          </a:p>
        </p:txBody>
      </p:sp>
      <p:sp>
        <p:nvSpPr>
          <p:cNvPr id="9" name="">
            <a:extLst xmlns:a="http://schemas.openxmlformats.org/drawingml/2006/main">
              <a:ext uri="{FF2B5EF4-FFF2-40B4-BE49-F238E27FC236}">
                <a16:creationId xmlns:a16="http://schemas.microsoft.com/office/drawing/2014/main" id="{261A9273-F417-4849-8E44-A2AB36F20771}"/>
              </a:ext>
            </a:extLst>
          </p:cNvPr>
          <p:cNvSpPr>
            <a:spLocks xmlns:a="http://schemas.openxmlformats.org/drawingml/2006/main" noGrp="1"/>
          </p:cNvSpPr>
          <p:nvPr/>
        </p:nvSpPr>
        <p:spPr>
          <a:xfrm xmlns:a="http://schemas.openxmlformats.org/drawingml/2006/main">
            <a:off x="609600" y="666750"/>
            <a:ext cx="1066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E72D78"/>
                </a:solidFill>
                <a:latin typeface="Avenir Next"/>
                <a:ea typeface="Avenir Next"/>
                <a:cs typeface="Avenir Next"/>
              </a:defRPr>
            </a:pPr>
            <a:r>
              <a:rPr sz="900" b="1" i="0">
                <a:solidFill>
                  <a:srgbClr val="E72D78"/>
                </a:solidFill>
                <a:latin typeface="Avenir Next"/>
                <a:ea typeface="Avenir Next"/>
                <a:cs typeface="Avenir Next"/>
              </a:rPr>
              <a:t>RETO ES TRADICIÓN</a:t>
            </a:r>
          </a:p>
        </p:txBody>
      </p:sp>
      <p:sp>
        <p:nvSpPr>
          <p:cNvPr id="10" name="">
            <a:extLst xmlns:a="http://schemas.openxmlformats.org/drawingml/2006/main">
              <a:ext uri="{FF2B5EF4-FFF2-40B4-BE49-F238E27FC236}">
                <a16:creationId xmlns:a16="http://schemas.microsoft.com/office/drawing/2014/main" id="{EF041492-2599-4C43-B4D1-1CF39EFC1D4E}"/>
              </a:ext>
            </a:extLst>
          </p:cNvPr>
          <p:cNvSpPr>
            <a:spLocks xmlns:a="http://schemas.openxmlformats.org/drawingml/2006/main" noGrp="1"/>
          </p:cNvSpPr>
          <p:nvPr/>
        </p:nvSpPr>
        <p:spPr>
          <a:xfrm xmlns:a="http://schemas.openxmlformats.org/drawingml/2006/main">
            <a:off x="609600" y="990600"/>
            <a:ext cx="1066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4200" b="1" i="0">
                <a:solidFill>
                  <a:srgbClr val="FFFFFF"/>
                </a:solidFill>
                <a:latin typeface="DIN Condensed"/>
                <a:ea typeface="DIN Condensed"/>
                <a:cs typeface="DIN Condensed"/>
              </a:defRPr>
            </a:pPr>
            <a:r>
              <a:rPr sz="4200" b="1" i="0">
                <a:solidFill>
                  <a:srgbClr val="FFFFFF"/>
                </a:solidFill>
                <a:latin typeface="DIN Condensed"/>
                <a:ea typeface="DIN Condensed"/>
                <a:cs typeface="DIN Condensed"/>
              </a:rPr>
              <a:t>Gana con una historia real, no con bots.</a:t>
            </a:r>
          </a:p>
        </p:txBody>
      </p:sp>
      <p:sp>
        <p:nvSpPr>
          <p:cNvPr id="11" name="">
            <a:extLst xmlns:a="http://schemas.openxmlformats.org/drawingml/2006/main">
              <a:ext uri="{FF2B5EF4-FFF2-40B4-BE49-F238E27FC236}">
                <a16:creationId xmlns:a16="http://schemas.microsoft.com/office/drawing/2014/main" id="{AA77DAF0-4034-461E-8E23-27A3662993FA}"/>
              </a:ext>
            </a:extLst>
          </p:cNvPr>
          <p:cNvSpPr>
            <a:spLocks xmlns:a="http://schemas.openxmlformats.org/drawingml/2006/main" noGrp="1"/>
          </p:cNvSpPr>
          <p:nvPr/>
        </p:nvSpPr>
        <p:spPr>
          <a:xfrm xmlns:a="http://schemas.openxmlformats.org/drawingml/2006/main">
            <a:off x="609600" y="182880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0" i="0">
                <a:solidFill>
                  <a:srgbClr val="FFFFFF">
                    <a:alpha val="78000"/>
                  </a:srgbClr>
                </a:solidFill>
                <a:latin typeface="Avenir Next"/>
                <a:ea typeface="Avenir Next"/>
                <a:cs typeface="Avenir Next"/>
              </a:defRPr>
            </a:pPr>
            <a:r>
              <a:rPr sz="1500" b="0" i="0">
                <a:solidFill>
                  <a:srgbClr val="FFFFFF">
                    <a:alpha val="78000"/>
                  </a:srgbClr>
                </a:solidFill>
                <a:latin typeface="Avenir Next"/>
                <a:ea typeface="Avenir Next"/>
                <a:cs typeface="Avenir Next"/>
              </a:rPr>
              <a:t>Video vertical de 15–45 segundos: un recuerdo, una razón para volver o un rincón que deseas mostrar.</a:t>
            </a:r>
          </a:p>
        </p:txBody>
      </p:sp>
      <p:sp>
        <p:nvSpPr>
          <p:cNvPr id="12" name="">
            <a:extLst xmlns:a="http://schemas.openxmlformats.org/drawingml/2006/main">
              <a:ext uri="{FF2B5EF4-FFF2-40B4-BE49-F238E27FC236}">
                <a16:creationId xmlns:a16="http://schemas.microsoft.com/office/drawing/2014/main" id="{017BAEBC-E0EA-42FF-8D8F-5217F6FB4180}"/>
              </a:ext>
            </a:extLst>
          </p:cNvPr>
          <p:cNvSpPr>
            <a:spLocks xmlns:a="http://schemas.openxmlformats.org/drawingml/2006/main" noGrp="1"/>
          </p:cNvSpPr>
          <p:nvPr/>
        </p:nvSpPr>
        <p:spPr>
          <a:xfrm xmlns:a="http://schemas.openxmlformats.org/drawingml/2006/main">
            <a:off x="609600" y="2933700"/>
            <a:ext cx="3333750" cy="2190750"/>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4089E741-4655-4D9C-8CE1-E0F1BA9BC17F}"/>
              </a:ext>
            </a:extLst>
          </p:cNvPr>
          <p:cNvSpPr>
            <a:spLocks xmlns:a="http://schemas.openxmlformats.org/drawingml/2006/main" noGrp="1"/>
          </p:cNvSpPr>
          <p:nvPr/>
        </p:nvSpPr>
        <p:spPr>
          <a:xfrm xmlns:a="http://schemas.openxmlformats.org/drawingml/2006/main">
            <a:off x="781050" y="3105150"/>
            <a:ext cx="2990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FFFFFF"/>
                </a:solidFill>
                <a:latin typeface="Avenir Next"/>
                <a:ea typeface="Avenir Next"/>
                <a:cs typeface="Avenir Next"/>
              </a:defRPr>
            </a:pPr>
            <a:r>
              <a:rPr sz="825" b="1" i="0">
                <a:solidFill>
                  <a:srgbClr val="FFFFFF"/>
                </a:solidFill>
                <a:latin typeface="Avenir Next"/>
                <a:ea typeface="Avenir Next"/>
                <a:cs typeface="Avenir Next"/>
              </a:rPr>
              <a:t>ABIERTO · RECOMENDADO</a:t>
            </a:r>
          </a:p>
        </p:txBody>
      </p:sp>
      <p:sp>
        <p:nvSpPr>
          <p:cNvPr id="14" name="">
            <a:extLst xmlns:a="http://schemas.openxmlformats.org/drawingml/2006/main">
              <a:ext uri="{FF2B5EF4-FFF2-40B4-BE49-F238E27FC236}">
                <a16:creationId xmlns:a16="http://schemas.microsoft.com/office/drawing/2014/main" id="{39739552-4AF2-452A-9487-FF3E54EDB138}"/>
              </a:ext>
            </a:extLst>
          </p:cNvPr>
          <p:cNvSpPr>
            <a:spLocks xmlns:a="http://schemas.openxmlformats.org/drawingml/2006/main" noGrp="1"/>
          </p:cNvSpPr>
          <p:nvPr/>
        </p:nvSpPr>
        <p:spPr>
          <a:xfrm xmlns:a="http://schemas.openxmlformats.org/drawingml/2006/main">
            <a:off x="781050" y="3581400"/>
            <a:ext cx="29908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950" b="1" i="0">
                <a:solidFill>
                  <a:srgbClr val="FFFFFF"/>
                </a:solidFill>
                <a:latin typeface="DIN Condensed"/>
                <a:ea typeface="DIN Condensed"/>
                <a:cs typeface="DIN Condensed"/>
              </a:defRPr>
            </a:pPr>
            <a:r>
              <a:rPr sz="1950" b="1" i="0">
                <a:solidFill>
                  <a:srgbClr val="FFFFFF"/>
                </a:solidFill>
                <a:latin typeface="DIN Condensed"/>
                <a:ea typeface="DIN Condensed"/>
                <a:cs typeface="DIN Condensed"/>
              </a:rPr>
              <a:t>JURADO + PREMIO FIJO</a:t>
            </a:r>
          </a:p>
        </p:txBody>
      </p:sp>
      <p:sp>
        <p:nvSpPr>
          <p:cNvPr id="15" name="">
            <a:extLst xmlns:a="http://schemas.openxmlformats.org/drawingml/2006/main">
              <a:ext uri="{FF2B5EF4-FFF2-40B4-BE49-F238E27FC236}">
                <a16:creationId xmlns:a16="http://schemas.microsoft.com/office/drawing/2014/main" id="{F486FFD4-8236-4789-B1A8-70169ED6AA5B}"/>
              </a:ext>
            </a:extLst>
          </p:cNvPr>
          <p:cNvSpPr>
            <a:spLocks xmlns:a="http://schemas.openxmlformats.org/drawingml/2006/main" noGrp="1"/>
          </p:cNvSpPr>
          <p:nvPr/>
        </p:nvSpPr>
        <p:spPr>
          <a:xfrm xmlns:a="http://schemas.openxmlformats.org/drawingml/2006/main">
            <a:off x="781050" y="4343400"/>
            <a:ext cx="2990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historia 40% · utilidad 30% · calidad 20% · cumplimiento 10%</a:t>
            </a:r>
          </a:p>
        </p:txBody>
      </p:sp>
      <p:sp>
        <p:nvSpPr>
          <p:cNvPr id="16" name="">
            <a:extLst xmlns:a="http://schemas.openxmlformats.org/drawingml/2006/main">
              <a:ext uri="{FF2B5EF4-FFF2-40B4-BE49-F238E27FC236}">
                <a16:creationId xmlns:a16="http://schemas.microsoft.com/office/drawing/2014/main" id="{5E3D29C8-8563-454F-AE8A-F300BD4F6B09}"/>
              </a:ext>
            </a:extLst>
          </p:cNvPr>
          <p:cNvSpPr>
            <a:spLocks xmlns:a="http://schemas.openxmlformats.org/drawingml/2006/main" noGrp="1"/>
          </p:cNvSpPr>
          <p:nvPr/>
        </p:nvSpPr>
        <p:spPr>
          <a:xfrm xmlns:a="http://schemas.openxmlformats.org/drawingml/2006/main">
            <a:off x="4267200" y="2933700"/>
            <a:ext cx="3333750" cy="2190750"/>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65EB364F-AA02-4717-8301-4829E90ECFC7}"/>
              </a:ext>
            </a:extLst>
          </p:cNvPr>
          <p:cNvSpPr>
            <a:spLocks xmlns:a="http://schemas.openxmlformats.org/drawingml/2006/main" noGrp="1"/>
          </p:cNvSpPr>
          <p:nvPr/>
        </p:nvSpPr>
        <p:spPr>
          <a:xfrm xmlns:a="http://schemas.openxmlformats.org/drawingml/2006/main">
            <a:off x="4438650" y="3105150"/>
            <a:ext cx="2990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FFFFFF"/>
                </a:solidFill>
                <a:latin typeface="Avenir Next"/>
                <a:ea typeface="Avenir Next"/>
                <a:cs typeface="Avenir Next"/>
              </a:defRPr>
            </a:pPr>
            <a:r>
              <a:rPr sz="825" b="1" i="0">
                <a:solidFill>
                  <a:srgbClr val="FFFFFF"/>
                </a:solidFill>
                <a:latin typeface="Avenir Next"/>
                <a:ea typeface="Avenir Next"/>
                <a:cs typeface="Avenir Next"/>
              </a:rPr>
              <a:t>SOLO PILOTO CONTRATADO</a:t>
            </a:r>
          </a:p>
        </p:txBody>
      </p:sp>
      <p:sp>
        <p:nvSpPr>
          <p:cNvPr id="18" name="">
            <a:extLst xmlns:a="http://schemas.openxmlformats.org/drawingml/2006/main">
              <a:ext uri="{FF2B5EF4-FFF2-40B4-BE49-F238E27FC236}">
                <a16:creationId xmlns:a16="http://schemas.microsoft.com/office/drawing/2014/main" id="{A2D6D75A-BE5E-4612-AA76-FCA28C13E6C5}"/>
              </a:ext>
            </a:extLst>
          </p:cNvPr>
          <p:cNvSpPr>
            <a:spLocks xmlns:a="http://schemas.openxmlformats.org/drawingml/2006/main" noGrp="1"/>
          </p:cNvSpPr>
          <p:nvPr/>
        </p:nvSpPr>
        <p:spPr>
          <a:xfrm xmlns:a="http://schemas.openxmlformats.org/drawingml/2006/main">
            <a:off x="4438650" y="3581400"/>
            <a:ext cx="29908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950" b="1" i="0">
                <a:solidFill>
                  <a:srgbClr val="FFFFFF"/>
                </a:solidFill>
                <a:latin typeface="DIN Condensed"/>
                <a:ea typeface="DIN Condensed"/>
                <a:cs typeface="DIN Condensed"/>
              </a:defRPr>
            </a:pPr>
            <a:r>
              <a:rPr sz="1950" b="1" i="0">
                <a:solidFill>
                  <a:srgbClr val="FFFFFF"/>
                </a:solidFill>
                <a:latin typeface="DIN Condensed"/>
                <a:ea typeface="DIN Condensed"/>
                <a:cs typeface="DIN Condensed"/>
              </a:rPr>
              <a:t>HITO 1M AUDITADO</a:t>
            </a:r>
          </a:p>
        </p:txBody>
      </p:sp>
      <p:sp>
        <p:nvSpPr>
          <p:cNvPr id="19" name="">
            <a:extLst xmlns:a="http://schemas.openxmlformats.org/drawingml/2006/main">
              <a:ext uri="{FF2B5EF4-FFF2-40B4-BE49-F238E27FC236}">
                <a16:creationId xmlns:a16="http://schemas.microsoft.com/office/drawing/2014/main" id="{418CA4AA-E78F-4579-9CCD-636F229A3919}"/>
              </a:ext>
            </a:extLst>
          </p:cNvPr>
          <p:cNvSpPr>
            <a:spLocks xmlns:a="http://schemas.openxmlformats.org/drawingml/2006/main" noGrp="1"/>
          </p:cNvSpPr>
          <p:nvPr/>
        </p:nvSpPr>
        <p:spPr>
          <a:xfrm xmlns:a="http://schemas.openxmlformats.org/drawingml/2006/main">
            <a:off x="4438650" y="4343400"/>
            <a:ext cx="2990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un bono fijo y máximo · cupo cerrado · tráfico inválido excluido</a:t>
            </a:r>
          </a:p>
        </p:txBody>
      </p:sp>
      <p:sp>
        <p:nvSpPr>
          <p:cNvPr id="20" name="">
            <a:extLst xmlns:a="http://schemas.openxmlformats.org/drawingml/2006/main">
              <a:ext uri="{FF2B5EF4-FFF2-40B4-BE49-F238E27FC236}">
                <a16:creationId xmlns:a16="http://schemas.microsoft.com/office/drawing/2014/main" id="{45AE0856-2919-47B4-A090-BC56E23B12DD}"/>
              </a:ext>
            </a:extLst>
          </p:cNvPr>
          <p:cNvSpPr>
            <a:spLocks xmlns:a="http://schemas.openxmlformats.org/drawingml/2006/main" noGrp="1"/>
          </p:cNvSpPr>
          <p:nvPr/>
        </p:nvSpPr>
        <p:spPr>
          <a:xfrm xmlns:a="http://schemas.openxmlformats.org/drawingml/2006/main">
            <a:off x="7924800" y="2933700"/>
            <a:ext cx="3333750" cy="2190750"/>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7F1CD5D1-9EF5-483C-A9FE-0953DEAAC33E}"/>
              </a:ext>
            </a:extLst>
          </p:cNvPr>
          <p:cNvSpPr>
            <a:spLocks xmlns:a="http://schemas.openxmlformats.org/drawingml/2006/main" noGrp="1"/>
          </p:cNvSpPr>
          <p:nvPr/>
        </p:nvSpPr>
        <p:spPr>
          <a:xfrm xmlns:a="http://schemas.openxmlformats.org/drawingml/2006/main">
            <a:off x="8096250" y="3105150"/>
            <a:ext cx="2990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FFFFFF"/>
                </a:solidFill>
                <a:latin typeface="Avenir Next"/>
                <a:ea typeface="Avenir Next"/>
                <a:cs typeface="Avenir Next"/>
              </a:defRPr>
            </a:pPr>
            <a:r>
              <a:rPr sz="825" b="1" i="0">
                <a:solidFill>
                  <a:srgbClr val="FFFFFF"/>
                </a:solidFill>
                <a:latin typeface="Avenir Next"/>
                <a:ea typeface="Avenir Next"/>
                <a:cs typeface="Avenir Next"/>
              </a:rPr>
              <a:t>MOVILIZACIÓN</a:t>
            </a:r>
          </a:p>
        </p:txBody>
      </p:sp>
      <p:sp>
        <p:nvSpPr>
          <p:cNvPr id="22" name="">
            <a:extLst xmlns:a="http://schemas.openxmlformats.org/drawingml/2006/main">
              <a:ext uri="{FF2B5EF4-FFF2-40B4-BE49-F238E27FC236}">
                <a16:creationId xmlns:a16="http://schemas.microsoft.com/office/drawing/2014/main" id="{CB562B65-F4B9-42D0-AD65-8459B34AF828}"/>
              </a:ext>
            </a:extLst>
          </p:cNvPr>
          <p:cNvSpPr>
            <a:spLocks xmlns:a="http://schemas.openxmlformats.org/drawingml/2006/main" noGrp="1"/>
          </p:cNvSpPr>
          <p:nvPr/>
        </p:nvSpPr>
        <p:spPr>
          <a:xfrm xmlns:a="http://schemas.openxmlformats.org/drawingml/2006/main">
            <a:off x="8096250" y="3581400"/>
            <a:ext cx="29908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950" b="1" i="0">
                <a:solidFill>
                  <a:srgbClr val="FFFFFF"/>
                </a:solidFill>
                <a:latin typeface="DIN Condensed"/>
                <a:ea typeface="DIN Condensed"/>
                <a:cs typeface="DIN Condensed"/>
              </a:defRPr>
            </a:pPr>
            <a:r>
              <a:rPr sz="1950" b="1" i="0">
                <a:solidFill>
                  <a:srgbClr val="FFFFFF"/>
                </a:solidFill>
                <a:latin typeface="DIN Condensed"/>
                <a:ea typeface="DIN Condensed"/>
                <a:cs typeface="DIN Condensed"/>
              </a:rPr>
              <a:t>TRAE A TU GENTE</a:t>
            </a:r>
          </a:p>
        </p:txBody>
      </p:sp>
      <p:sp>
        <p:nvSpPr>
          <p:cNvPr id="23" name="">
            <a:extLst xmlns:a="http://schemas.openxmlformats.org/drawingml/2006/main">
              <a:ext uri="{FF2B5EF4-FFF2-40B4-BE49-F238E27FC236}">
                <a16:creationId xmlns:a16="http://schemas.microsoft.com/office/drawing/2014/main" id="{9EFD2BFC-30D5-4A8F-96CF-110BE8A2FB7E}"/>
              </a:ext>
            </a:extLst>
          </p:cNvPr>
          <p:cNvSpPr>
            <a:spLocks xmlns:a="http://schemas.openxmlformats.org/drawingml/2006/main" noGrp="1"/>
          </p:cNvSpPr>
          <p:nvPr/>
        </p:nvSpPr>
        <p:spPr>
          <a:xfrm xmlns:a="http://schemas.openxmlformats.org/drawingml/2006/main">
            <a:off x="8096250" y="4343400"/>
            <a:ext cx="2990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ingreso único conciliado y deduplicado · beneficio limitado por grupo</a:t>
            </a:r>
          </a:p>
        </p:txBody>
      </p:sp>
      <p:sp>
        <p:nvSpPr>
          <p:cNvPr id="24" name="">
            <a:extLst xmlns:a="http://schemas.openxmlformats.org/drawingml/2006/main">
              <a:ext uri="{FF2B5EF4-FFF2-40B4-BE49-F238E27FC236}">
                <a16:creationId xmlns:a16="http://schemas.microsoft.com/office/drawing/2014/main" id="{456E90FA-1C42-45F4-B44B-7206D3E3FE40}"/>
              </a:ext>
            </a:extLst>
          </p:cNvPr>
          <p:cNvSpPr>
            <a:spLocks xmlns:a="http://schemas.openxmlformats.org/drawingml/2006/main" noGrp="1"/>
          </p:cNvSpPr>
          <p:nvPr/>
        </p:nvSpPr>
        <p:spPr>
          <a:xfrm xmlns:a="http://schemas.openxmlformats.org/drawingml/2006/main">
            <a:off x="609600" y="5562600"/>
            <a:ext cx="10744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975" b="1" i="0">
                <a:solidFill>
                  <a:srgbClr val="FFC928"/>
                </a:solidFill>
                <a:latin typeface="Avenir Next"/>
                <a:ea typeface="Avenir Next"/>
                <a:cs typeface="Avenir Next"/>
              </a:defRPr>
            </a:pPr>
            <a:r>
              <a:rPr sz="975" b="1" i="0">
                <a:solidFill>
                  <a:srgbClr val="FFC928"/>
                </a:solidFill>
                <a:latin typeface="Avenir Next"/>
                <a:ea typeface="Avenir Next"/>
                <a:cs typeface="Avenir Next"/>
              </a:rPr>
              <a:t>GANADORES · VALOR · IMPUESTOS · DATOS · VERIFICACIÓN · DERECHOS · FECHAS · RECLAMOS: TODO ANTES DE ABRIR</a:t>
            </a:r>
          </a:p>
        </p:txBody>
      </p:sp>
    </p:spTree>
    <p:extLst>
      <p:ext uri="{BB962C8B-B14F-4D97-AF65-F5344CB8AC3E}">
        <p14:creationId xmlns:p14="http://schemas.microsoft.com/office/powerpoint/2010/main" val="2039824486"/>
      </p:ext>
    </p:extLst>
  </p:cSld>
</p:sld>
</file>

<file path=ppt/slides/slide20.xml><?xml version="1.0" encoding="utf-8"?>
<p:sld xmlns:p="http://schemas.openxmlformats.org/presentationml/2006/main">
  <p:cSld>
    <p:bg>
      <p:bgPr>
        <a:solidFill xmlns:a="http://schemas.openxmlformats.org/drawingml/2006/main">
          <a:srgbClr val="FFF7EA"/>
        </a:solidFill>
      </p:bgPr>
    </p:bg>
    <p:spTree>
      <p:nvGrpSpPr>
        <p:cNvPr id="1" name=""/>
        <p:cNvGrpSpPr/>
        <p:nvPr/>
      </p:nvGrpSpPr>
      <p:grpSpPr>
        <a:xfrm xmlns:a="http://schemas.openxmlformats.org/drawingml/2006/main"/>
      </p:grpSpPr>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dc8a0dd05627473f"/>
          <a:srcRect xmlns:a="http://schemas.openxmlformats.org/drawingml/2006/main" l="19842" t="0" r="19842" b="0"/>
          <a:stretch xmlns:a="http://schemas.openxmlformats.org/drawingml/2006/main">
            <a:fillRect l="0" t="0" r="0" b="0"/>
          </a:stretch>
        </p:blipFill>
        <p:spPr>
          <a:xfrm xmlns:a="http://schemas.openxmlformats.org/drawingml/2006/main">
            <a:off x="0" y="0"/>
            <a:ext cx="61912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6046554-57E9-44F8-9236-B82A1E8ABFBC}"/>
              </a:ext>
            </a:extLst>
          </p:cNvPr>
          <p:cNvSpPr>
            <a:spLocks xmlns:a="http://schemas.openxmlformats.org/drawingml/2006/main" noGrp="1"/>
          </p:cNvSpPr>
          <p:nvPr/>
        </p:nvSpPr>
        <p:spPr>
          <a:xfrm xmlns:a="http://schemas.openxmlformats.org/drawingml/2006/main">
            <a:off x="0" y="0"/>
            <a:ext cx="6191250" cy="6858000"/>
          </a:xfrm>
          <a:prstGeom xmlns:a="http://schemas.openxmlformats.org/drawingml/2006/main" prst="rect">
            <a:avLst/>
          </a:prstGeom>
          <a:gradFill xmlns:a="http://schemas.openxmlformats.org/drawingml/2006/main">
            <a:gsLst>
              <a:gs pos="0">
                <a:srgbClr val="315BFF">
                  <a:alpha val="36000"/>
                </a:srgbClr>
              </a:gs>
              <a:gs pos="55000">
                <a:srgbClr val="160A22">
                  <a:alpha val="8000"/>
                </a:srgbClr>
              </a:gs>
              <a:gs pos="100000">
                <a:srgbClr val="160A22">
                  <a:alpha val="40000"/>
                </a:srgbClr>
              </a:gs>
            </a:gsLst>
            <a:lin ang="0"/>
          </a:gra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2A85AAE-33A9-428D-A771-6248B841139F}"/>
              </a:ext>
            </a:extLst>
          </p:cNvPr>
          <p:cNvSpPr>
            <a:spLocks xmlns:a="http://schemas.openxmlformats.org/drawingml/2006/main" noGrp="1"/>
          </p:cNvSpPr>
          <p:nvPr/>
        </p:nvSpPr>
        <p:spPr>
          <a:xfrm xmlns:a="http://schemas.openxmlformats.org/drawingml/2006/main">
            <a:off x="0" y="0"/>
            <a:ext cx="2438400" cy="66675"/>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4AEAAC4-A562-455E-BA79-62AF7D95B92F}"/>
              </a:ext>
            </a:extLst>
          </p:cNvPr>
          <p:cNvSpPr>
            <a:spLocks xmlns:a="http://schemas.openxmlformats.org/drawingml/2006/main" noGrp="1"/>
          </p:cNvSpPr>
          <p:nvPr/>
        </p:nvSpPr>
        <p:spPr>
          <a:xfrm xmlns:a="http://schemas.openxmlformats.org/drawingml/2006/main">
            <a:off x="2438400" y="0"/>
            <a:ext cx="2438400" cy="66675"/>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1D0B02F-3577-47B3-A31E-2CA09C23D47D}"/>
              </a:ext>
            </a:extLst>
          </p:cNvPr>
          <p:cNvSpPr>
            <a:spLocks xmlns:a="http://schemas.openxmlformats.org/drawingml/2006/main" noGrp="1"/>
          </p:cNvSpPr>
          <p:nvPr/>
        </p:nvSpPr>
        <p:spPr>
          <a:xfrm xmlns:a="http://schemas.openxmlformats.org/drawingml/2006/main">
            <a:off x="4876800" y="0"/>
            <a:ext cx="2438400" cy="66675"/>
          </a:xfrm>
          <a:prstGeom xmlns:a="http://schemas.openxmlformats.org/drawingml/2006/main" prst="rect">
            <a:avLst/>
          </a:prstGeom>
          <a:solidFill xmlns:a="http://schemas.openxmlformats.org/drawingml/2006/main">
            <a:srgbClr val="FFC92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0E770EB1-7175-413D-AE1B-A055EA8F5512}"/>
              </a:ext>
            </a:extLst>
          </p:cNvPr>
          <p:cNvSpPr>
            <a:spLocks xmlns:a="http://schemas.openxmlformats.org/drawingml/2006/main" noGrp="1"/>
          </p:cNvSpPr>
          <p:nvPr/>
        </p:nvSpPr>
        <p:spPr>
          <a:xfrm xmlns:a="http://schemas.openxmlformats.org/drawingml/2006/main">
            <a:off x="7315200" y="0"/>
            <a:ext cx="2438400" cy="66675"/>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A463DDD-1AAB-496A-B45C-213E3E81FC0C}"/>
              </a:ext>
            </a:extLst>
          </p:cNvPr>
          <p:cNvSpPr>
            <a:spLocks xmlns:a="http://schemas.openxmlformats.org/drawingml/2006/main" noGrp="1"/>
          </p:cNvSpPr>
          <p:nvPr/>
        </p:nvSpPr>
        <p:spPr>
          <a:xfrm xmlns:a="http://schemas.openxmlformats.org/drawingml/2006/main">
            <a:off x="9753600" y="0"/>
            <a:ext cx="2438400" cy="66675"/>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14A7338-8745-446D-9B11-5B77239494CF}"/>
              </a:ext>
            </a:extLst>
          </p:cNvPr>
          <p:cNvSpPr>
            <a:spLocks xmlns:a="http://schemas.openxmlformats.org/drawingml/2006/main" noGrp="1"/>
          </p:cNvSpPr>
          <p:nvPr/>
        </p:nvSpPr>
        <p:spPr>
          <a:xfrm xmlns:a="http://schemas.openxmlformats.org/drawingml/2006/main">
            <a:off x="609600" y="26670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E72D78"/>
                </a:solidFill>
                <a:latin typeface="Avenir Next"/>
                <a:ea typeface="Avenir Next"/>
                <a:cs typeface="Avenir Next"/>
              </a:defRPr>
            </a:pPr>
            <a:r>
              <a:rPr sz="825" b="1" i="0">
                <a:solidFill>
                  <a:srgbClr val="E72D78"/>
                </a:solidFill>
                <a:latin typeface="Avenir Next"/>
                <a:ea typeface="Avenir Next"/>
                <a:cs typeface="Avenir Next"/>
              </a:rPr>
              <a:t>MOTORES ORGÁNICOS 3 Y 4</a:t>
            </a:r>
          </a:p>
        </p:txBody>
      </p:sp>
      <p:sp>
        <p:nvSpPr>
          <p:cNvPr id="9" name="">
            <a:extLst xmlns:a="http://schemas.openxmlformats.org/drawingml/2006/main">
              <a:ext uri="{FF2B5EF4-FFF2-40B4-BE49-F238E27FC236}">
                <a16:creationId xmlns:a16="http://schemas.microsoft.com/office/drawing/2014/main" id="{F75A9A9E-DCF2-4846-8329-FA88D0D83117}"/>
              </a:ext>
            </a:extLst>
          </p:cNvPr>
          <p:cNvSpPr>
            <a:spLocks xmlns:a="http://schemas.openxmlformats.org/drawingml/2006/main" noGrp="1"/>
          </p:cNvSpPr>
          <p:nvPr/>
        </p:nvSpPr>
        <p:spPr>
          <a:xfrm xmlns:a="http://schemas.openxmlformats.org/drawingml/2006/main">
            <a:off x="609600" y="6534150"/>
            <a:ext cx="4762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675" b="1" i="0">
                <a:solidFill>
                  <a:srgbClr val="25112C">
                    <a:alpha val="55000"/>
                  </a:srgbClr>
                </a:solidFill>
                <a:latin typeface="Avenir Next"/>
                <a:ea typeface="Avenir Next"/>
                <a:cs typeface="Avenir Next"/>
              </a:defRPr>
            </a:pPr>
            <a:r>
              <a:rPr sz="675" b="1" i="0">
                <a:solidFill>
                  <a:srgbClr val="25112C">
                    <a:alpha val="55000"/>
                  </a:srgbClr>
                </a:solidFill>
                <a:latin typeface="Avenir Next"/>
                <a:ea typeface="Avenir Next"/>
                <a:cs typeface="Avenir Next"/>
              </a:rPr>
              <a:t>DOCUMENTO INTERNO · PROPUESTA EN REVISIÓN</a:t>
            </a:r>
          </a:p>
        </p:txBody>
      </p:sp>
      <p:sp>
        <p:nvSpPr>
          <p:cNvPr id="10" name="">
            <a:extLst xmlns:a="http://schemas.openxmlformats.org/drawingml/2006/main">
              <a:ext uri="{FF2B5EF4-FFF2-40B4-BE49-F238E27FC236}">
                <a16:creationId xmlns:a16="http://schemas.microsoft.com/office/drawing/2014/main" id="{72EC382E-1D3A-47E0-8D68-EFD5123E2DDD}"/>
              </a:ext>
            </a:extLst>
          </p:cNvPr>
          <p:cNvSpPr>
            <a:spLocks xmlns:a="http://schemas.openxmlformats.org/drawingml/2006/main" noGrp="1"/>
          </p:cNvSpPr>
          <p:nvPr/>
        </p:nvSpPr>
        <p:spPr>
          <a:xfrm xmlns:a="http://schemas.openxmlformats.org/drawingml/2006/main">
            <a:off x="11239500" y="6505575"/>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750" b="1" i="0">
                <a:solidFill>
                  <a:srgbClr val="25112C">
                    <a:alpha val="55000"/>
                  </a:srgbClr>
                </a:solidFill>
                <a:latin typeface="Avenir Next"/>
                <a:ea typeface="Avenir Next"/>
                <a:cs typeface="Avenir Next"/>
              </a:defRPr>
            </a:pPr>
            <a:r>
              <a:rPr sz="750" b="1" i="0">
                <a:solidFill>
                  <a:srgbClr val="25112C">
                    <a:alpha val="55000"/>
                  </a:srgbClr>
                </a:solidFill>
                <a:latin typeface="Avenir Next"/>
                <a:ea typeface="Avenir Next"/>
                <a:cs typeface="Avenir Next"/>
              </a:rPr>
              <a:t>20</a:t>
            </a:r>
          </a:p>
        </p:txBody>
      </p:sp>
      <p:sp>
        <p:nvSpPr>
          <p:cNvPr id="11" name="">
            <a:extLst xmlns:a="http://schemas.openxmlformats.org/drawingml/2006/main">
              <a:ext uri="{FF2B5EF4-FFF2-40B4-BE49-F238E27FC236}">
                <a16:creationId xmlns:a16="http://schemas.microsoft.com/office/drawing/2014/main" id="{2614DCD3-90C9-40F3-BEB0-1539861AD2BE}"/>
              </a:ext>
            </a:extLst>
          </p:cNvPr>
          <p:cNvSpPr>
            <a:spLocks xmlns:a="http://schemas.openxmlformats.org/drawingml/2006/main" noGrp="1"/>
          </p:cNvSpPr>
          <p:nvPr/>
        </p:nvSpPr>
        <p:spPr>
          <a:xfrm xmlns:a="http://schemas.openxmlformats.org/drawingml/2006/main">
            <a:off x="6705600" y="7239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E72D78"/>
                </a:solidFill>
                <a:latin typeface="Avenir Next"/>
                <a:ea typeface="Avenir Next"/>
                <a:cs typeface="Avenir Next"/>
              </a:defRPr>
            </a:pPr>
            <a:r>
              <a:rPr sz="900" b="1" i="0">
                <a:solidFill>
                  <a:srgbClr val="E72D78"/>
                </a:solidFill>
                <a:latin typeface="Avenir Next"/>
                <a:ea typeface="Avenir Next"/>
                <a:cs typeface="Avenir Next"/>
              </a:rPr>
              <a:t>PARTICIPACIÓN FAMILIAR</a:t>
            </a:r>
          </a:p>
        </p:txBody>
      </p:sp>
      <p:sp>
        <p:nvSpPr>
          <p:cNvPr id="12" name="">
            <a:extLst xmlns:a="http://schemas.openxmlformats.org/drawingml/2006/main">
              <a:ext uri="{FF2B5EF4-FFF2-40B4-BE49-F238E27FC236}">
                <a16:creationId xmlns:a16="http://schemas.microsoft.com/office/drawing/2014/main" id="{0DCDE0E3-49E7-4DD5-B5C3-2BEA7982035B}"/>
              </a:ext>
            </a:extLst>
          </p:cNvPr>
          <p:cNvSpPr>
            <a:spLocks xmlns:a="http://schemas.openxmlformats.org/drawingml/2006/main" noGrp="1"/>
          </p:cNvSpPr>
          <p:nvPr/>
        </p:nvSpPr>
        <p:spPr>
          <a:xfrm xmlns:a="http://schemas.openxmlformats.org/drawingml/2006/main">
            <a:off x="6705600" y="1047750"/>
            <a:ext cx="49530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147"/>
          </a:bodyPr>
          <a:lstStyle xmlns:a="http://schemas.openxmlformats.org/drawingml/2006/main"/>
          <a:p xmlns:a="http://schemas.openxmlformats.org/drawingml/2006/main">
            <a:pPr algn="l">
              <a:lnSpc>
                <a:spcPct val="92000"/>
              </a:lnSpc>
              <a:buNone/>
              <a:defRPr sz="3600" b="1" i="0">
                <a:solidFill>
                  <a:srgbClr val="25112C"/>
                </a:solidFill>
                <a:latin typeface="DIN Condensed"/>
                <a:ea typeface="DIN Condensed"/>
                <a:cs typeface="DIN Condensed"/>
              </a:defRPr>
            </a:pPr>
            <a:r>
              <a:rPr sz="3600" b="1" i="0">
                <a:solidFill>
                  <a:srgbClr val="25112C"/>
                </a:solidFill>
                <a:latin typeface="DIN Condensed"/>
                <a:ea typeface="DIN Condensed"/>
                <a:cs typeface="DIN Condensed"/>
              </a:rPr>
              <a:t>Recuerdos, niños y descubrimientos que dan ganas de volver.</a:t>
            </a:r>
          </a:p>
        </p:txBody>
      </p:sp>
      <p:sp>
        <p:nvSpPr>
          <p:cNvPr id="13" name="">
            <a:extLst xmlns:a="http://schemas.openxmlformats.org/drawingml/2006/main">
              <a:ext uri="{FF2B5EF4-FFF2-40B4-BE49-F238E27FC236}">
                <a16:creationId xmlns:a16="http://schemas.microsoft.com/office/drawing/2014/main" id="{CDB90987-2F23-4DDA-BB6D-591772A526B2}"/>
              </a:ext>
            </a:extLst>
          </p:cNvPr>
          <p:cNvSpPr>
            <a:spLocks xmlns:a="http://schemas.openxmlformats.org/drawingml/2006/main" noGrp="1"/>
          </p:cNvSpPr>
          <p:nvPr/>
        </p:nvSpPr>
        <p:spPr>
          <a:xfrm xmlns:a="http://schemas.openxmlformats.org/drawingml/2006/main">
            <a:off x="6705600" y="2400300"/>
            <a:ext cx="4953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0" i="0">
                <a:solidFill>
                  <a:srgbClr val="6D6470"/>
                </a:solidFill>
                <a:latin typeface="Avenir Next"/>
                <a:ea typeface="Avenir Next"/>
                <a:cs typeface="Avenir Next"/>
              </a:defRPr>
            </a:pPr>
            <a:r>
              <a:rPr sz="1500" b="0" i="0">
                <a:solidFill>
                  <a:srgbClr val="6D6470"/>
                </a:solidFill>
                <a:latin typeface="Avenir Next"/>
                <a:ea typeface="Avenir Next"/>
                <a:cs typeface="Avenir Next"/>
              </a:rPr>
              <a:t>La dinámica debe producir historias útiles y seguras; no pedir datos innecesarios ni usar menores como premio publicitario.</a:t>
            </a:r>
          </a:p>
        </p:txBody>
      </p:sp>
      <p:sp>
        <p:nvSpPr>
          <p:cNvPr id="14" name="">
            <a:extLst xmlns:a="http://schemas.openxmlformats.org/drawingml/2006/main">
              <a:ext uri="{FF2B5EF4-FFF2-40B4-BE49-F238E27FC236}">
                <a16:creationId xmlns:a16="http://schemas.microsoft.com/office/drawing/2014/main" id="{0351D136-1C96-412B-8883-C145D37BA87E}"/>
              </a:ext>
            </a:extLst>
          </p:cNvPr>
          <p:cNvSpPr>
            <a:spLocks xmlns:a="http://schemas.openxmlformats.org/drawingml/2006/main" noGrp="1"/>
          </p:cNvSpPr>
          <p:nvPr/>
        </p:nvSpPr>
        <p:spPr>
          <a:xfrm xmlns:a="http://schemas.openxmlformats.org/drawingml/2006/main">
            <a:off x="6705600" y="3676650"/>
            <a:ext cx="190500" cy="190500"/>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EABC86A6-7761-4444-B048-AB50A6C2E782}"/>
              </a:ext>
            </a:extLst>
          </p:cNvPr>
          <p:cNvSpPr>
            <a:spLocks xmlns:a="http://schemas.openxmlformats.org/drawingml/2006/main" noGrp="1"/>
          </p:cNvSpPr>
          <p:nvPr/>
        </p:nvSpPr>
        <p:spPr>
          <a:xfrm xmlns:a="http://schemas.openxmlformats.org/drawingml/2006/main">
            <a:off x="7029450" y="3619500"/>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25112C"/>
                </a:solidFill>
                <a:latin typeface="DIN Condensed"/>
                <a:ea typeface="DIN Condensed"/>
                <a:cs typeface="DIN Condensed"/>
              </a:defRPr>
            </a:pPr>
            <a:r>
              <a:rPr sz="1200" b="1" i="0">
                <a:solidFill>
                  <a:srgbClr val="25112C"/>
                </a:solidFill>
                <a:latin typeface="DIN Condensed"/>
                <a:ea typeface="DIN Condensed"/>
                <a:cs typeface="DIN Condensed"/>
              </a:rPr>
              <a:t>EL RECUERDO QUE VUELVE</a:t>
            </a:r>
          </a:p>
        </p:txBody>
      </p:sp>
      <p:sp>
        <p:nvSpPr>
          <p:cNvPr id="16" name="">
            <a:extLst xmlns:a="http://schemas.openxmlformats.org/drawingml/2006/main">
              <a:ext uri="{FF2B5EF4-FFF2-40B4-BE49-F238E27FC236}">
                <a16:creationId xmlns:a16="http://schemas.microsoft.com/office/drawing/2014/main" id="{DBE57BAF-51F3-4A13-81E2-758E2E5E53F8}"/>
              </a:ext>
            </a:extLst>
          </p:cNvPr>
          <p:cNvSpPr>
            <a:spLocks xmlns:a="http://schemas.openxmlformats.org/drawingml/2006/main" noGrp="1"/>
          </p:cNvSpPr>
          <p:nvPr/>
        </p:nvSpPr>
        <p:spPr>
          <a:xfrm xmlns:a="http://schemas.openxmlformats.org/drawingml/2006/main">
            <a:off x="8934450" y="3638550"/>
            <a:ext cx="26860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0" i="0">
                <a:solidFill>
                  <a:srgbClr val="6D6470"/>
                </a:solidFill>
                <a:latin typeface="Avenir Next"/>
                <a:ea typeface="Avenir Next"/>
                <a:cs typeface="Avenir Next"/>
              </a:defRPr>
            </a:pPr>
            <a:r>
              <a:rPr sz="900" b="0" i="0">
                <a:solidFill>
                  <a:srgbClr val="6D6470"/>
                </a:solidFill>
                <a:latin typeface="Avenir Next"/>
                <a:ea typeface="Avenir Next"/>
                <a:cs typeface="Avenir Next"/>
              </a:rPr>
              <a:t>Cuenta tu mejor experiencia o completa: vuelvo porque…</a:t>
            </a:r>
          </a:p>
        </p:txBody>
      </p:sp>
      <p:sp>
        <p:nvSpPr>
          <p:cNvPr id="17" name="">
            <a:extLst xmlns:a="http://schemas.openxmlformats.org/drawingml/2006/main">
              <a:ext uri="{FF2B5EF4-FFF2-40B4-BE49-F238E27FC236}">
                <a16:creationId xmlns:a16="http://schemas.microsoft.com/office/drawing/2014/main" id="{6C1000F1-4597-4AFF-A0BB-2ACB17B351DB}"/>
              </a:ext>
            </a:extLst>
          </p:cNvPr>
          <p:cNvSpPr>
            <a:spLocks xmlns:a="http://schemas.openxmlformats.org/drawingml/2006/main" noGrp="1"/>
          </p:cNvSpPr>
          <p:nvPr/>
        </p:nvSpPr>
        <p:spPr>
          <a:xfrm xmlns:a="http://schemas.openxmlformats.org/drawingml/2006/main">
            <a:off x="6705600" y="4286250"/>
            <a:ext cx="190500" cy="190500"/>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4DF9B1A8-C1D2-47D9-B11F-E94BE35D6EE0}"/>
              </a:ext>
            </a:extLst>
          </p:cNvPr>
          <p:cNvSpPr>
            <a:spLocks xmlns:a="http://schemas.openxmlformats.org/drawingml/2006/main" noGrp="1"/>
          </p:cNvSpPr>
          <p:nvPr/>
        </p:nvSpPr>
        <p:spPr>
          <a:xfrm xmlns:a="http://schemas.openxmlformats.org/drawingml/2006/main">
            <a:off x="7029450" y="4229100"/>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25112C"/>
                </a:solidFill>
                <a:latin typeface="DIN Condensed"/>
                <a:ea typeface="DIN Condensed"/>
                <a:cs typeface="DIN Condensed"/>
              </a:defRPr>
            </a:pPr>
            <a:r>
              <a:rPr sz="1200" b="1" i="0">
                <a:solidFill>
                  <a:srgbClr val="25112C"/>
                </a:solidFill>
                <a:latin typeface="DIN Condensed"/>
                <a:ea typeface="DIN Condensed"/>
                <a:cs typeface="DIN Condensed"/>
              </a:rPr>
              <a:t>FOTO FAMILIAR</a:t>
            </a:r>
          </a:p>
        </p:txBody>
      </p:sp>
      <p:sp>
        <p:nvSpPr>
          <p:cNvPr id="19" name="">
            <a:extLst xmlns:a="http://schemas.openxmlformats.org/drawingml/2006/main">
              <a:ext uri="{FF2B5EF4-FFF2-40B4-BE49-F238E27FC236}">
                <a16:creationId xmlns:a16="http://schemas.microsoft.com/office/drawing/2014/main" id="{71E9FFFB-C765-4A90-A0C5-4CBAE096C120}"/>
              </a:ext>
            </a:extLst>
          </p:cNvPr>
          <p:cNvSpPr>
            <a:spLocks xmlns:a="http://schemas.openxmlformats.org/drawingml/2006/main" noGrp="1"/>
          </p:cNvSpPr>
          <p:nvPr/>
        </p:nvSpPr>
        <p:spPr>
          <a:xfrm xmlns:a="http://schemas.openxmlformats.org/drawingml/2006/main">
            <a:off x="8934450" y="4248150"/>
            <a:ext cx="26860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0" i="0">
                <a:solidFill>
                  <a:srgbClr val="6D6470"/>
                </a:solidFill>
                <a:latin typeface="Avenir Next"/>
                <a:ea typeface="Avenir Next"/>
                <a:cs typeface="Avenir Next"/>
              </a:defRPr>
            </a:pPr>
            <a:r>
              <a:rPr sz="900" b="0" i="0">
                <a:solidFill>
                  <a:srgbClr val="6D6470"/>
                </a:solidFill>
                <a:latin typeface="Avenir Next"/>
                <a:ea typeface="Avenir Next"/>
                <a:cs typeface="Avenir Next"/>
              </a:rPr>
              <a:t>adulto responsable + sorteo auditable de pases aprobados</a:t>
            </a:r>
          </a:p>
        </p:txBody>
      </p:sp>
      <p:sp>
        <p:nvSpPr>
          <p:cNvPr id="20" name="">
            <a:extLst xmlns:a="http://schemas.openxmlformats.org/drawingml/2006/main">
              <a:ext uri="{FF2B5EF4-FFF2-40B4-BE49-F238E27FC236}">
                <a16:creationId xmlns:a16="http://schemas.microsoft.com/office/drawing/2014/main" id="{876DCC8A-5E2C-484F-9C79-5D85C44792F9}"/>
              </a:ext>
            </a:extLst>
          </p:cNvPr>
          <p:cNvSpPr>
            <a:spLocks xmlns:a="http://schemas.openxmlformats.org/drawingml/2006/main" noGrp="1"/>
          </p:cNvSpPr>
          <p:nvPr/>
        </p:nvSpPr>
        <p:spPr>
          <a:xfrm xmlns:a="http://schemas.openxmlformats.org/drawingml/2006/main">
            <a:off x="6705600" y="4895850"/>
            <a:ext cx="190500" cy="190500"/>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99CB85BD-C54C-41A5-8D53-C79A1FA006C3}"/>
              </a:ext>
            </a:extLst>
          </p:cNvPr>
          <p:cNvSpPr>
            <a:spLocks xmlns:a="http://schemas.openxmlformats.org/drawingml/2006/main" noGrp="1"/>
          </p:cNvSpPr>
          <p:nvPr/>
        </p:nvSpPr>
        <p:spPr>
          <a:xfrm xmlns:a="http://schemas.openxmlformats.org/drawingml/2006/main">
            <a:off x="7029450" y="4838700"/>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25112C"/>
                </a:solidFill>
                <a:latin typeface="DIN Condensed"/>
                <a:ea typeface="DIN Condensed"/>
                <a:cs typeface="DIN Condensed"/>
              </a:defRPr>
            </a:pPr>
            <a:r>
              <a:rPr sz="1200" b="1" i="0">
                <a:solidFill>
                  <a:srgbClr val="25112C"/>
                </a:solidFill>
                <a:latin typeface="DIN Condensed"/>
                <a:ea typeface="DIN Condensed"/>
                <a:cs typeface="DIN Condensed"/>
              </a:rPr>
              <a:t>PEQUEÑOS EXPLORADORES</a:t>
            </a:r>
          </a:p>
        </p:txBody>
      </p:sp>
      <p:sp>
        <p:nvSpPr>
          <p:cNvPr id="22" name="">
            <a:extLst xmlns:a="http://schemas.openxmlformats.org/drawingml/2006/main">
              <a:ext uri="{FF2B5EF4-FFF2-40B4-BE49-F238E27FC236}">
                <a16:creationId xmlns:a16="http://schemas.microsoft.com/office/drawing/2014/main" id="{9542D3F0-F208-45DA-A3A0-4F76CBD31F5E}"/>
              </a:ext>
            </a:extLst>
          </p:cNvPr>
          <p:cNvSpPr>
            <a:spLocks xmlns:a="http://schemas.openxmlformats.org/drawingml/2006/main" noGrp="1"/>
          </p:cNvSpPr>
          <p:nvPr/>
        </p:nvSpPr>
        <p:spPr>
          <a:xfrm xmlns:a="http://schemas.openxmlformats.org/drawingml/2006/main">
            <a:off x="8934450" y="4857750"/>
            <a:ext cx="26860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0" i="0">
                <a:solidFill>
                  <a:srgbClr val="6D6470"/>
                </a:solidFill>
                <a:latin typeface="Avenir Next"/>
                <a:ea typeface="Avenir Next"/>
                <a:cs typeface="Avenir Next"/>
              </a:defRPr>
            </a:pPr>
            <a:r>
              <a:rPr sz="900" b="0" i="0">
                <a:solidFill>
                  <a:srgbClr val="6D6470"/>
                </a:solidFill>
                <a:latin typeface="Avenir Next"/>
                <a:ea typeface="Avenir Next"/>
                <a:cs typeface="Avenir Next"/>
              </a:rPr>
              <a:t>dibuja o arma tu ruta ideal; certificado para todos</a:t>
            </a:r>
          </a:p>
        </p:txBody>
      </p:sp>
      <p:sp>
        <p:nvSpPr>
          <p:cNvPr id="23" name="">
            <a:extLst xmlns:a="http://schemas.openxmlformats.org/drawingml/2006/main">
              <a:ext uri="{FF2B5EF4-FFF2-40B4-BE49-F238E27FC236}">
                <a16:creationId xmlns:a16="http://schemas.microsoft.com/office/drawing/2014/main" id="{CAF192A1-38F8-46E4-BD67-201FF659FB99}"/>
              </a:ext>
            </a:extLst>
          </p:cNvPr>
          <p:cNvSpPr>
            <a:spLocks xmlns:a="http://schemas.openxmlformats.org/drawingml/2006/main" noGrp="1"/>
          </p:cNvSpPr>
          <p:nvPr/>
        </p:nvSpPr>
        <p:spPr>
          <a:xfrm xmlns:a="http://schemas.openxmlformats.org/drawingml/2006/main">
            <a:off x="6705600" y="5505450"/>
            <a:ext cx="190500" cy="190500"/>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EB680FCC-CA4C-4A5F-9B9E-01B7CC67E520}"/>
              </a:ext>
            </a:extLst>
          </p:cNvPr>
          <p:cNvSpPr>
            <a:spLocks xmlns:a="http://schemas.openxmlformats.org/drawingml/2006/main" noGrp="1"/>
          </p:cNvSpPr>
          <p:nvPr/>
        </p:nvSpPr>
        <p:spPr>
          <a:xfrm xmlns:a="http://schemas.openxmlformats.org/drawingml/2006/main">
            <a:off x="7029450" y="5448300"/>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25112C"/>
                </a:solidFill>
                <a:latin typeface="DIN Condensed"/>
                <a:ea typeface="DIN Condensed"/>
                <a:cs typeface="DIN Condensed"/>
              </a:defRPr>
            </a:pPr>
            <a:r>
              <a:rPr sz="1200" b="1" i="0">
                <a:solidFill>
                  <a:srgbClr val="25112C"/>
                </a:solidFill>
                <a:latin typeface="DIN Condensed"/>
                <a:ea typeface="DIN Condensed"/>
                <a:cs typeface="DIN Condensed"/>
              </a:rPr>
              <a:t>DESCUBRIMIENTOS DEL TERRITORIO</a:t>
            </a:r>
          </a:p>
        </p:txBody>
      </p:sp>
      <p:sp>
        <p:nvSpPr>
          <p:cNvPr id="25" name="">
            <a:extLst xmlns:a="http://schemas.openxmlformats.org/drawingml/2006/main">
              <a:ext uri="{FF2B5EF4-FFF2-40B4-BE49-F238E27FC236}">
                <a16:creationId xmlns:a16="http://schemas.microsoft.com/office/drawing/2014/main" id="{76174320-940C-4510-9778-9A251C160550}"/>
              </a:ext>
            </a:extLst>
          </p:cNvPr>
          <p:cNvSpPr>
            <a:spLocks xmlns:a="http://schemas.openxmlformats.org/drawingml/2006/main" noGrp="1"/>
          </p:cNvSpPr>
          <p:nvPr/>
        </p:nvSpPr>
        <p:spPr>
          <a:xfrm xmlns:a="http://schemas.openxmlformats.org/drawingml/2006/main">
            <a:off x="8934450" y="5467350"/>
            <a:ext cx="26860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0" i="0">
                <a:solidFill>
                  <a:srgbClr val="6D6470"/>
                </a:solidFill>
                <a:latin typeface="Avenir Next"/>
                <a:ea typeface="Avenir Next"/>
                <a:cs typeface="Avenir Next"/>
              </a:defRPr>
            </a:pPr>
            <a:r>
              <a:rPr sz="900" b="0" i="0">
                <a:solidFill>
                  <a:srgbClr val="6D6470"/>
                </a:solidFill>
                <a:latin typeface="Avenir Next"/>
                <a:ea typeface="Avenir Next"/>
                <a:cs typeface="Avenir Next"/>
              </a:rPr>
              <a:t>paisaje, animal, plaza o historia auténtica y segura</a:t>
            </a:r>
          </a:p>
        </p:txBody>
      </p:sp>
      <p:sp>
        <p:nvSpPr>
          <p:cNvPr id="26" name="">
            <a:extLst xmlns:a="http://schemas.openxmlformats.org/drawingml/2006/main">
              <a:ext uri="{FF2B5EF4-FFF2-40B4-BE49-F238E27FC236}">
                <a16:creationId xmlns:a16="http://schemas.microsoft.com/office/drawing/2014/main" id="{4DF8372A-FA67-4139-B733-F23B281359E4}"/>
              </a:ext>
            </a:extLst>
          </p:cNvPr>
          <p:cNvSpPr>
            <a:spLocks xmlns:a="http://schemas.openxmlformats.org/drawingml/2006/main" noGrp="1"/>
          </p:cNvSpPr>
          <p:nvPr/>
        </p:nvSpPr>
        <p:spPr>
          <a:xfrm xmlns:a="http://schemas.openxmlformats.org/drawingml/2006/main">
            <a:off x="6705600" y="6038850"/>
            <a:ext cx="4914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825" b="1" i="0">
                <a:solidFill>
                  <a:srgbClr val="E72D78"/>
                </a:solidFill>
                <a:latin typeface="Avenir Next"/>
                <a:ea typeface="Avenir Next"/>
                <a:cs typeface="Avenir Next"/>
              </a:defRPr>
            </a:pPr>
            <a:r>
              <a:rPr sz="825" b="1" i="0">
                <a:solidFill>
                  <a:srgbClr val="E72D78"/>
                </a:solidFill>
                <a:latin typeface="Avenir Next"/>
                <a:ea typeface="Avenir Next"/>
                <a:cs typeface="Avenir Next"/>
              </a:rPr>
              <a:t>MENORES: PARTICIPAR, PUBLICAR Y PAUTAR EXIGEN PERMISOS SEPARADOS · DATOS MÍNIMOS · SIN ESCUELA, UBICACIÓN NI APELLIDO</a:t>
            </a:r>
          </a:p>
        </p:txBody>
      </p:sp>
    </p:spTree>
    <p:extLst>
      <p:ext uri="{BB962C8B-B14F-4D97-AF65-F5344CB8AC3E}">
        <p14:creationId xmlns:p14="http://schemas.microsoft.com/office/powerpoint/2010/main" val="1479807967"/>
      </p:ext>
    </p:extLst>
  </p:cSld>
</p:sld>
</file>

<file path=ppt/slides/slide21.xml><?xml version="1.0" encoding="utf-8"?>
<p:sld xmlns:p="http://schemas.openxmlformats.org/presentationml/2006/main">
  <p:cSld>
    <p:bg>
      <p:bgPr>
        <a:solidFill xmlns:a="http://schemas.openxmlformats.org/drawingml/2006/main">
          <a:srgbClr val="160A22"/>
        </a:solidFill>
      </p:bgPr>
    </p:bg>
    <p:spTree>
      <p:nvGrpSpPr>
        <p:cNvPr id="1" name=""/>
        <p:cNvGrpSpPr/>
        <p:nvPr/>
      </p:nvGrpSpPr>
      <p:grpSpPr>
        <a:xfrm xmlns:a="http://schemas.openxmlformats.org/drawingml/2006/main"/>
      </p:grpSpPr>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739da224402e4344"/>
          <a:srcRect xmlns:a="http://schemas.openxmlformats.org/drawingml/2006/main" l="27344" t="0" r="27344" b="0"/>
          <a:stretch xmlns:a="http://schemas.openxmlformats.org/drawingml/2006/main">
            <a:fillRect l="0" t="0" r="0" b="0"/>
          </a:stretch>
        </p:blipFill>
        <p:spPr>
          <a:xfrm xmlns:a="http://schemas.openxmlformats.org/drawingml/2006/main">
            <a:off x="6667500" y="0"/>
            <a:ext cx="55245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F51DD98-0E86-4729-8214-37734FDB94D4}"/>
              </a:ext>
            </a:extLst>
          </p:cNvPr>
          <p:cNvSpPr>
            <a:spLocks xmlns:a="http://schemas.openxmlformats.org/drawingml/2006/main" noGrp="1"/>
          </p:cNvSpPr>
          <p:nvPr/>
        </p:nvSpPr>
        <p:spPr>
          <a:xfrm xmlns:a="http://schemas.openxmlformats.org/drawingml/2006/main">
            <a:off x="5810250" y="0"/>
            <a:ext cx="2857500" cy="6858000"/>
          </a:xfrm>
          <a:prstGeom xmlns:a="http://schemas.openxmlformats.org/drawingml/2006/main" prst="rect">
            <a:avLst/>
          </a:prstGeom>
          <a:gradFill xmlns:a="http://schemas.openxmlformats.org/drawingml/2006/main">
            <a:gsLst>
              <a:gs pos="0">
                <a:srgbClr val="160A22"/>
              </a:gs>
              <a:gs pos="100000">
                <a:srgbClr val="160A22">
                  <a:alpha val="0"/>
                </a:srgbClr>
              </a:gs>
            </a:gsLst>
            <a:lin ang="5400000"/>
          </a:gra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6670239B-0535-4A5A-A9CB-8364EF89D0CB}"/>
              </a:ext>
            </a:extLst>
          </p:cNvPr>
          <p:cNvSpPr>
            <a:spLocks xmlns:a="http://schemas.openxmlformats.org/drawingml/2006/main" noGrp="1"/>
          </p:cNvSpPr>
          <p:nvPr/>
        </p:nvSpPr>
        <p:spPr>
          <a:xfrm xmlns:a="http://schemas.openxmlformats.org/drawingml/2006/main">
            <a:off x="0" y="0"/>
            <a:ext cx="2438400" cy="66675"/>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50E6EEB-8C9F-4B87-ADAD-A04889396775}"/>
              </a:ext>
            </a:extLst>
          </p:cNvPr>
          <p:cNvSpPr>
            <a:spLocks xmlns:a="http://schemas.openxmlformats.org/drawingml/2006/main" noGrp="1"/>
          </p:cNvSpPr>
          <p:nvPr/>
        </p:nvSpPr>
        <p:spPr>
          <a:xfrm xmlns:a="http://schemas.openxmlformats.org/drawingml/2006/main">
            <a:off x="2438400" y="0"/>
            <a:ext cx="2438400" cy="66675"/>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F84F2A7A-9D72-43F9-BF31-0658EE90B8EE}"/>
              </a:ext>
            </a:extLst>
          </p:cNvPr>
          <p:cNvSpPr>
            <a:spLocks xmlns:a="http://schemas.openxmlformats.org/drawingml/2006/main" noGrp="1"/>
          </p:cNvSpPr>
          <p:nvPr/>
        </p:nvSpPr>
        <p:spPr>
          <a:xfrm xmlns:a="http://schemas.openxmlformats.org/drawingml/2006/main">
            <a:off x="4876800" y="0"/>
            <a:ext cx="2438400" cy="66675"/>
          </a:xfrm>
          <a:prstGeom xmlns:a="http://schemas.openxmlformats.org/drawingml/2006/main" prst="rect">
            <a:avLst/>
          </a:prstGeom>
          <a:solidFill xmlns:a="http://schemas.openxmlformats.org/drawingml/2006/main">
            <a:srgbClr val="FFC92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3D99DBBC-8BAD-4C62-95C4-100942667C4A}"/>
              </a:ext>
            </a:extLst>
          </p:cNvPr>
          <p:cNvSpPr>
            <a:spLocks xmlns:a="http://schemas.openxmlformats.org/drawingml/2006/main" noGrp="1"/>
          </p:cNvSpPr>
          <p:nvPr/>
        </p:nvSpPr>
        <p:spPr>
          <a:xfrm xmlns:a="http://schemas.openxmlformats.org/drawingml/2006/main">
            <a:off x="7315200" y="0"/>
            <a:ext cx="2438400" cy="66675"/>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3FEF7856-A734-4098-9FEC-F4D3004AA7EA}"/>
              </a:ext>
            </a:extLst>
          </p:cNvPr>
          <p:cNvSpPr>
            <a:spLocks xmlns:a="http://schemas.openxmlformats.org/drawingml/2006/main" noGrp="1"/>
          </p:cNvSpPr>
          <p:nvPr/>
        </p:nvSpPr>
        <p:spPr>
          <a:xfrm xmlns:a="http://schemas.openxmlformats.org/drawingml/2006/main">
            <a:off x="9753600" y="0"/>
            <a:ext cx="2438400" cy="66675"/>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2D5DD77C-5D1F-40E7-AC69-300613B69634}"/>
              </a:ext>
            </a:extLst>
          </p:cNvPr>
          <p:cNvSpPr>
            <a:spLocks xmlns:a="http://schemas.openxmlformats.org/drawingml/2006/main" noGrp="1"/>
          </p:cNvSpPr>
          <p:nvPr/>
        </p:nvSpPr>
        <p:spPr>
          <a:xfrm xmlns:a="http://schemas.openxmlformats.org/drawingml/2006/main">
            <a:off x="609600" y="26670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FFC928"/>
                </a:solidFill>
                <a:latin typeface="Avenir Next"/>
                <a:ea typeface="Avenir Next"/>
                <a:cs typeface="Avenir Next"/>
              </a:defRPr>
            </a:pPr>
            <a:r>
              <a:rPr sz="825" b="1" i="0">
                <a:solidFill>
                  <a:srgbClr val="FFC928"/>
                </a:solidFill>
                <a:latin typeface="Avenir Next"/>
                <a:ea typeface="Avenir Next"/>
                <a:cs typeface="Avenir Next"/>
              </a:rPr>
              <a:t>DIRECCIÓN DE ARTE</a:t>
            </a:r>
          </a:p>
        </p:txBody>
      </p:sp>
      <p:sp>
        <p:nvSpPr>
          <p:cNvPr id="9" name="">
            <a:extLst xmlns:a="http://schemas.openxmlformats.org/drawingml/2006/main">
              <a:ext uri="{FF2B5EF4-FFF2-40B4-BE49-F238E27FC236}">
                <a16:creationId xmlns:a16="http://schemas.microsoft.com/office/drawing/2014/main" id="{29BEE7B9-94DD-43CC-BB92-C608EBED3312}"/>
              </a:ext>
            </a:extLst>
          </p:cNvPr>
          <p:cNvSpPr>
            <a:spLocks xmlns:a="http://schemas.openxmlformats.org/drawingml/2006/main" noGrp="1"/>
          </p:cNvSpPr>
          <p:nvPr/>
        </p:nvSpPr>
        <p:spPr>
          <a:xfrm xmlns:a="http://schemas.openxmlformats.org/drawingml/2006/main">
            <a:off x="609600" y="6534150"/>
            <a:ext cx="4762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675" b="1" i="0">
                <a:solidFill>
                  <a:srgbClr val="FFFFFF">
                    <a:alpha val="52000"/>
                  </a:srgbClr>
                </a:solidFill>
                <a:latin typeface="Avenir Next"/>
                <a:ea typeface="Avenir Next"/>
                <a:cs typeface="Avenir Next"/>
              </a:defRPr>
            </a:pPr>
            <a:r>
              <a:rPr sz="675" b="1" i="0">
                <a:solidFill>
                  <a:srgbClr val="FFFFFF">
                    <a:alpha val="52000"/>
                  </a:srgbClr>
                </a:solidFill>
                <a:latin typeface="Avenir Next"/>
                <a:ea typeface="Avenir Next"/>
                <a:cs typeface="Avenir Next"/>
              </a:rPr>
              <a:t>DOCUMENTO INTERNO · PROPUESTA EN REVISIÓN</a:t>
            </a:r>
          </a:p>
        </p:txBody>
      </p:sp>
      <p:sp>
        <p:nvSpPr>
          <p:cNvPr id="10" name="">
            <a:extLst xmlns:a="http://schemas.openxmlformats.org/drawingml/2006/main">
              <a:ext uri="{FF2B5EF4-FFF2-40B4-BE49-F238E27FC236}">
                <a16:creationId xmlns:a16="http://schemas.microsoft.com/office/drawing/2014/main" id="{81247A89-84B8-4832-B23A-7F6A5CE0D101}"/>
              </a:ext>
            </a:extLst>
          </p:cNvPr>
          <p:cNvSpPr>
            <a:spLocks xmlns:a="http://schemas.openxmlformats.org/drawingml/2006/main" noGrp="1"/>
          </p:cNvSpPr>
          <p:nvPr/>
        </p:nvSpPr>
        <p:spPr>
          <a:xfrm xmlns:a="http://schemas.openxmlformats.org/drawingml/2006/main">
            <a:off x="11239500" y="6505575"/>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750" b="1" i="0">
                <a:solidFill>
                  <a:srgbClr val="FFFFFF">
                    <a:alpha val="52000"/>
                  </a:srgbClr>
                </a:solidFill>
                <a:latin typeface="Avenir Next"/>
                <a:ea typeface="Avenir Next"/>
                <a:cs typeface="Avenir Next"/>
              </a:defRPr>
            </a:pPr>
            <a:r>
              <a:rPr sz="750" b="1" i="0">
                <a:solidFill>
                  <a:srgbClr val="FFFFFF">
                    <a:alpha val="52000"/>
                  </a:srgbClr>
                </a:solidFill>
                <a:latin typeface="Avenir Next"/>
                <a:ea typeface="Avenir Next"/>
                <a:cs typeface="Avenir Next"/>
              </a:rPr>
              <a:t>21</a:t>
            </a:r>
          </a:p>
        </p:txBody>
      </p:sp>
      <p:sp>
        <p:nvSpPr>
          <p:cNvPr id="11" name="">
            <a:extLst xmlns:a="http://schemas.openxmlformats.org/drawingml/2006/main">
              <a:ext uri="{FF2B5EF4-FFF2-40B4-BE49-F238E27FC236}">
                <a16:creationId xmlns:a16="http://schemas.microsoft.com/office/drawing/2014/main" id="{FCDE3F7E-00DE-4925-8A98-633355E557D0}"/>
              </a:ext>
            </a:extLst>
          </p:cNvPr>
          <p:cNvSpPr>
            <a:spLocks xmlns:a="http://schemas.openxmlformats.org/drawingml/2006/main" noGrp="1"/>
          </p:cNvSpPr>
          <p:nvPr/>
        </p:nvSpPr>
        <p:spPr>
          <a:xfrm xmlns:a="http://schemas.openxmlformats.org/drawingml/2006/main">
            <a:off x="609600" y="666750"/>
            <a:ext cx="5619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E72D78"/>
                </a:solidFill>
                <a:latin typeface="Avenir Next"/>
                <a:ea typeface="Avenir Next"/>
                <a:cs typeface="Avenir Next"/>
              </a:defRPr>
            </a:pPr>
            <a:r>
              <a:rPr sz="900" b="1" i="0">
                <a:solidFill>
                  <a:srgbClr val="E72D78"/>
                </a:solidFill>
                <a:latin typeface="Avenir Next"/>
                <a:ea typeface="Avenir Next"/>
                <a:cs typeface="Avenir Next"/>
              </a:rPr>
              <a:t>TERRITORIO VISUAL</a:t>
            </a:r>
          </a:p>
        </p:txBody>
      </p:sp>
      <p:sp>
        <p:nvSpPr>
          <p:cNvPr id="12" name="">
            <a:extLst xmlns:a="http://schemas.openxmlformats.org/drawingml/2006/main">
              <a:ext uri="{FF2B5EF4-FFF2-40B4-BE49-F238E27FC236}">
                <a16:creationId xmlns:a16="http://schemas.microsoft.com/office/drawing/2014/main" id="{265B6192-B580-47C3-931D-7EBB7D48AF7E}"/>
              </a:ext>
            </a:extLst>
          </p:cNvPr>
          <p:cNvSpPr>
            <a:spLocks xmlns:a="http://schemas.openxmlformats.org/drawingml/2006/main" noGrp="1"/>
          </p:cNvSpPr>
          <p:nvPr/>
        </p:nvSpPr>
        <p:spPr>
          <a:xfrm xmlns:a="http://schemas.openxmlformats.org/drawingml/2006/main">
            <a:off x="609600" y="990600"/>
            <a:ext cx="56197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4500" b="1" i="0">
                <a:solidFill>
                  <a:srgbClr val="FFFFFF"/>
                </a:solidFill>
                <a:latin typeface="DIN Condensed"/>
                <a:ea typeface="DIN Condensed"/>
                <a:cs typeface="DIN Condensed"/>
              </a:defRPr>
            </a:pPr>
            <a:r>
              <a:rPr sz="4500" b="1" i="0">
                <a:solidFill>
                  <a:srgbClr val="FFFFFF"/>
                </a:solidFill>
                <a:latin typeface="DIN Condensed"/>
                <a:ea typeface="DIN Condensed"/>
                <a:cs typeface="DIN Condensed"/>
              </a:rPr>
              <a:t>Feria, teatro y humanidad real.</a:t>
            </a:r>
          </a:p>
        </p:txBody>
      </p:sp>
      <p:sp>
        <p:nvSpPr>
          <p:cNvPr id="13" name="">
            <a:extLst xmlns:a="http://schemas.openxmlformats.org/drawingml/2006/main">
              <a:ext uri="{FF2B5EF4-FFF2-40B4-BE49-F238E27FC236}">
                <a16:creationId xmlns:a16="http://schemas.microsoft.com/office/drawing/2014/main" id="{33A3EDF1-9BE3-42E8-BFDB-FDE0341FCB02}"/>
              </a:ext>
            </a:extLst>
          </p:cNvPr>
          <p:cNvSpPr>
            <a:spLocks xmlns:a="http://schemas.openxmlformats.org/drawingml/2006/main" noGrp="1"/>
          </p:cNvSpPr>
          <p:nvPr/>
        </p:nvSpPr>
        <p:spPr>
          <a:xfrm xmlns:a="http://schemas.openxmlformats.org/drawingml/2006/main">
            <a:off x="609600" y="2228850"/>
            <a:ext cx="561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0" i="0">
                <a:solidFill>
                  <a:srgbClr val="FFFFFF">
                    <a:alpha val="78000"/>
                  </a:srgbClr>
                </a:solidFill>
                <a:latin typeface="Avenir Next"/>
                <a:ea typeface="Avenir Next"/>
                <a:cs typeface="Avenir Next"/>
              </a:defRPr>
            </a:pPr>
            <a:r>
              <a:rPr sz="1500" b="0" i="0">
                <a:solidFill>
                  <a:srgbClr val="FFFFFF">
                    <a:alpha val="78000"/>
                  </a:srgbClr>
                </a:solidFill>
                <a:latin typeface="Avenir Next"/>
                <a:ea typeface="Avenir Next"/>
                <a:cs typeface="Avenir Next"/>
              </a:rPr>
              <a:t>Melancolía luminosa + alegría + color + espectáculo. Escala que asombra sin borrar el vínculo.</a:t>
            </a:r>
          </a:p>
        </p:txBody>
      </p:sp>
      <p:sp>
        <p:nvSpPr>
          <p:cNvPr id="14" name="">
            <a:extLst xmlns:a="http://schemas.openxmlformats.org/drawingml/2006/main">
              <a:ext uri="{FF2B5EF4-FFF2-40B4-BE49-F238E27FC236}">
                <a16:creationId xmlns:a16="http://schemas.microsoft.com/office/drawing/2014/main" id="{5244FC26-BF40-4B4B-B426-0B08D8E4399A}"/>
              </a:ext>
            </a:extLst>
          </p:cNvPr>
          <p:cNvSpPr>
            <a:spLocks xmlns:a="http://schemas.openxmlformats.org/drawingml/2006/main" noGrp="1"/>
          </p:cNvSpPr>
          <p:nvPr/>
        </p:nvSpPr>
        <p:spPr>
          <a:xfrm xmlns:a="http://schemas.openxmlformats.org/drawingml/2006/main">
            <a:off x="609600" y="4324350"/>
            <a:ext cx="2247900" cy="285750"/>
          </a:xfrm>
          <a:prstGeom xmlns:a="http://schemas.openxmlformats.org/drawingml/2006/main" prst="roundRect">
            <a:avLst>
              <a:gd name="adj" fmla="val 50000"/>
            </a:avLst>
          </a:prstGeom>
          <a:solidFill xmlns:a="http://schemas.openxmlformats.org/drawingml/2006/main">
            <a:srgbClr val="E72D7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4D704D29-D20E-45D8-938A-F9BB01E772CD}"/>
              </a:ext>
            </a:extLst>
          </p:cNvPr>
          <p:cNvSpPr>
            <a:spLocks xmlns:a="http://schemas.openxmlformats.org/drawingml/2006/main" noGrp="1"/>
          </p:cNvSpPr>
          <p:nvPr/>
        </p:nvSpPr>
        <p:spPr>
          <a:xfrm xmlns:a="http://schemas.openxmlformats.org/drawingml/2006/main">
            <a:off x="704850" y="4371975"/>
            <a:ext cx="2057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825" b="1" i="0">
                <a:solidFill>
                  <a:srgbClr val="FFFFFF"/>
                </a:solidFill>
                <a:latin typeface="Avenir Next"/>
                <a:ea typeface="Avenir Next"/>
                <a:cs typeface="Avenir Next"/>
              </a:defRPr>
            </a:pPr>
            <a:r>
              <a:rPr sz="825" b="1" i="0">
                <a:solidFill>
                  <a:srgbClr val="FFFFFF"/>
                </a:solidFill>
                <a:latin typeface="Avenir Next"/>
                <a:ea typeface="Avenir Next"/>
                <a:cs typeface="Avenir Next"/>
              </a:rPr>
              <a:t>MELANCOLÍA LUMINOSA</a:t>
            </a:r>
          </a:p>
        </p:txBody>
      </p:sp>
      <p:sp>
        <p:nvSpPr>
          <p:cNvPr id="16" name="">
            <a:extLst xmlns:a="http://schemas.openxmlformats.org/drawingml/2006/main">
              <a:ext uri="{FF2B5EF4-FFF2-40B4-BE49-F238E27FC236}">
                <a16:creationId xmlns:a16="http://schemas.microsoft.com/office/drawing/2014/main" id="{27BB2A0F-D0D5-4F61-BA2B-F39CF9208BAB}"/>
              </a:ext>
            </a:extLst>
          </p:cNvPr>
          <p:cNvSpPr>
            <a:spLocks xmlns:a="http://schemas.openxmlformats.org/drawingml/2006/main" noGrp="1"/>
          </p:cNvSpPr>
          <p:nvPr/>
        </p:nvSpPr>
        <p:spPr>
          <a:xfrm xmlns:a="http://schemas.openxmlformats.org/drawingml/2006/main">
            <a:off x="3086100" y="4324350"/>
            <a:ext cx="2247900" cy="285750"/>
          </a:xfrm>
          <a:prstGeom xmlns:a="http://schemas.openxmlformats.org/drawingml/2006/main" prst="roundRect">
            <a:avLst>
              <a:gd name="adj" fmla="val 50000"/>
            </a:avLst>
          </a:prstGeom>
          <a:solidFill xmlns:a="http://schemas.openxmlformats.org/drawingml/2006/main">
            <a:srgbClr val="FF6A1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6533827A-4FBB-4707-A862-1E9CB3E5114A}"/>
              </a:ext>
            </a:extLst>
          </p:cNvPr>
          <p:cNvSpPr>
            <a:spLocks xmlns:a="http://schemas.openxmlformats.org/drawingml/2006/main" noGrp="1"/>
          </p:cNvSpPr>
          <p:nvPr/>
        </p:nvSpPr>
        <p:spPr>
          <a:xfrm xmlns:a="http://schemas.openxmlformats.org/drawingml/2006/main">
            <a:off x="3181350" y="4371975"/>
            <a:ext cx="2057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825" b="1" i="0">
                <a:solidFill>
                  <a:srgbClr val="FFFFFF"/>
                </a:solidFill>
                <a:latin typeface="Avenir Next"/>
                <a:ea typeface="Avenir Next"/>
                <a:cs typeface="Avenir Next"/>
              </a:defRPr>
            </a:pPr>
            <a:r>
              <a:rPr sz="825" b="1" i="0">
                <a:solidFill>
                  <a:srgbClr val="FFFFFF"/>
                </a:solidFill>
                <a:latin typeface="Avenir Next"/>
                <a:ea typeface="Avenir Next"/>
                <a:cs typeface="Avenir Next"/>
              </a:rPr>
              <a:t>FERIA EN MOVIMIENTO</a:t>
            </a:r>
          </a:p>
        </p:txBody>
      </p:sp>
      <p:sp>
        <p:nvSpPr>
          <p:cNvPr id="18" name="">
            <a:extLst xmlns:a="http://schemas.openxmlformats.org/drawingml/2006/main">
              <a:ext uri="{FF2B5EF4-FFF2-40B4-BE49-F238E27FC236}">
                <a16:creationId xmlns:a16="http://schemas.microsoft.com/office/drawing/2014/main" id="{725D9970-4702-458C-B6B6-F472C53D38BE}"/>
              </a:ext>
            </a:extLst>
          </p:cNvPr>
          <p:cNvSpPr>
            <a:spLocks xmlns:a="http://schemas.openxmlformats.org/drawingml/2006/main" noGrp="1"/>
          </p:cNvSpPr>
          <p:nvPr/>
        </p:nvSpPr>
        <p:spPr>
          <a:xfrm xmlns:a="http://schemas.openxmlformats.org/drawingml/2006/main">
            <a:off x="609600" y="4838700"/>
            <a:ext cx="2247900" cy="285750"/>
          </a:xfrm>
          <a:prstGeom xmlns:a="http://schemas.openxmlformats.org/drawingml/2006/main" prst="roundRect">
            <a:avLst>
              <a:gd name="adj" fmla="val 50000"/>
            </a:avLst>
          </a:prstGeom>
          <a:solidFill xmlns:a="http://schemas.openxmlformats.org/drawingml/2006/main">
            <a:srgbClr val="315BF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76D3CBA2-2637-4D15-8D40-ACB45CEEEF9E}"/>
              </a:ext>
            </a:extLst>
          </p:cNvPr>
          <p:cNvSpPr>
            <a:spLocks xmlns:a="http://schemas.openxmlformats.org/drawingml/2006/main" noGrp="1"/>
          </p:cNvSpPr>
          <p:nvPr/>
        </p:nvSpPr>
        <p:spPr>
          <a:xfrm xmlns:a="http://schemas.openxmlformats.org/drawingml/2006/main">
            <a:off x="704850" y="4886325"/>
            <a:ext cx="2057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825" b="1" i="0">
                <a:solidFill>
                  <a:srgbClr val="FFFFFF"/>
                </a:solidFill>
                <a:latin typeface="Avenir Next"/>
                <a:ea typeface="Avenir Next"/>
                <a:cs typeface="Avenir Next"/>
              </a:defRPr>
            </a:pPr>
            <a:r>
              <a:rPr sz="825" b="1" i="0">
                <a:solidFill>
                  <a:srgbClr val="FFFFFF"/>
                </a:solidFill>
                <a:latin typeface="Avenir Next"/>
                <a:ea typeface="Avenir Next"/>
                <a:cs typeface="Avenir Next"/>
              </a:rPr>
              <a:t>NOCHE DE GRAN ESCALA</a:t>
            </a:r>
          </a:p>
        </p:txBody>
      </p:sp>
      <p:sp>
        <p:nvSpPr>
          <p:cNvPr id="20" name="">
            <a:extLst xmlns:a="http://schemas.openxmlformats.org/drawingml/2006/main">
              <a:ext uri="{FF2B5EF4-FFF2-40B4-BE49-F238E27FC236}">
                <a16:creationId xmlns:a16="http://schemas.microsoft.com/office/drawing/2014/main" id="{EB4FC605-3CA8-4086-9C16-5ABB6EAB5882}"/>
              </a:ext>
            </a:extLst>
          </p:cNvPr>
          <p:cNvSpPr>
            <a:spLocks xmlns:a="http://schemas.openxmlformats.org/drawingml/2006/main" noGrp="1"/>
          </p:cNvSpPr>
          <p:nvPr/>
        </p:nvSpPr>
        <p:spPr>
          <a:xfrm xmlns:a="http://schemas.openxmlformats.org/drawingml/2006/main">
            <a:off x="3086100" y="4838700"/>
            <a:ext cx="2247900" cy="285750"/>
          </a:xfrm>
          <a:prstGeom xmlns:a="http://schemas.openxmlformats.org/drawingml/2006/main" prst="roundRect">
            <a:avLst>
              <a:gd name="adj" fmla="val 50000"/>
            </a:avLst>
          </a:prstGeom>
          <a:solidFill xmlns:a="http://schemas.openxmlformats.org/drawingml/2006/main">
            <a:srgbClr val="00AFA0"/>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B7EEB8A0-40F4-4A29-A369-7040D374EDE4}"/>
              </a:ext>
            </a:extLst>
          </p:cNvPr>
          <p:cNvSpPr>
            <a:spLocks xmlns:a="http://schemas.openxmlformats.org/drawingml/2006/main" noGrp="1"/>
          </p:cNvSpPr>
          <p:nvPr/>
        </p:nvSpPr>
        <p:spPr>
          <a:xfrm xmlns:a="http://schemas.openxmlformats.org/drawingml/2006/main">
            <a:off x="3181350" y="4886325"/>
            <a:ext cx="2057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825" b="1" i="0">
                <a:solidFill>
                  <a:srgbClr val="FFFFFF"/>
                </a:solidFill>
                <a:latin typeface="Avenir Next"/>
                <a:ea typeface="Avenir Next"/>
                <a:cs typeface="Avenir Next"/>
              </a:defRPr>
            </a:pPr>
            <a:r>
              <a:rPr sz="825" b="1" i="0">
                <a:solidFill>
                  <a:srgbClr val="FFFFFF"/>
                </a:solidFill>
                <a:latin typeface="Avenir Next"/>
                <a:ea typeface="Avenir Next"/>
                <a:cs typeface="Avenir Next"/>
              </a:rPr>
              <a:t>ORIENTACIÓN CLARA</a:t>
            </a:r>
          </a:p>
        </p:txBody>
      </p:sp>
      <p:sp>
        <p:nvSpPr>
          <p:cNvPr id="22" name="">
            <a:extLst xmlns:a="http://schemas.openxmlformats.org/drawingml/2006/main">
              <a:ext uri="{FF2B5EF4-FFF2-40B4-BE49-F238E27FC236}">
                <a16:creationId xmlns:a16="http://schemas.microsoft.com/office/drawing/2014/main" id="{2BABD3D4-123F-4F99-A864-47FAE2D72CBD}"/>
              </a:ext>
            </a:extLst>
          </p:cNvPr>
          <p:cNvSpPr>
            <a:spLocks xmlns:a="http://schemas.openxmlformats.org/drawingml/2006/main" noGrp="1"/>
          </p:cNvSpPr>
          <p:nvPr/>
        </p:nvSpPr>
        <p:spPr>
          <a:xfrm xmlns:a="http://schemas.openxmlformats.org/drawingml/2006/main">
            <a:off x="609600" y="5467350"/>
            <a:ext cx="4953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0" i="0">
                <a:solidFill>
                  <a:srgbClr val="FFFFFF">
                    <a:alpha val="76000"/>
                  </a:srgbClr>
                </a:solidFill>
                <a:latin typeface="Avenir Next"/>
                <a:ea typeface="Avenir Next"/>
                <a:cs typeface="Avenir Next"/>
              </a:defRPr>
            </a:pPr>
            <a:r>
              <a:rPr sz="1200" b="0" i="0">
                <a:solidFill>
                  <a:srgbClr val="FFFFFF">
                    <a:alpha val="76000"/>
                  </a:srgbClr>
                </a:solidFill>
                <a:latin typeface="Avenir Next"/>
                <a:ea typeface="Avenir Next"/>
                <a:cs typeface="Avenir Next"/>
              </a:rPr>
              <a:t>Referencia emocional de gran espectáculo; nunca copiar vestuario, escena, repertorio o identidad protegida.</a:t>
            </a:r>
          </a:p>
        </p:txBody>
      </p:sp>
    </p:spTree>
    <p:extLst>
      <p:ext uri="{BB962C8B-B14F-4D97-AF65-F5344CB8AC3E}">
        <p14:creationId xmlns:p14="http://schemas.microsoft.com/office/powerpoint/2010/main" val="414713694"/>
      </p:ext>
    </p:extLst>
  </p:cSld>
</p:sld>
</file>

<file path=ppt/slides/slide22.xml><?xml version="1.0" encoding="utf-8"?>
<p:sld xmlns:p="http://schemas.openxmlformats.org/presentationml/2006/main">
  <p:cSld>
    <p:bg>
      <p:bgPr>
        <a:solidFill xmlns:a="http://schemas.openxmlformats.org/drawingml/2006/main">
          <a:srgbClr val="FFF7EA"/>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C9864A52-FB29-490C-A3E3-36ED019B2133}"/>
              </a:ext>
            </a:extLst>
          </p:cNvPr>
          <p:cNvSpPr>
            <a:spLocks xmlns:a="http://schemas.openxmlformats.org/drawingml/2006/main" noGrp="1"/>
          </p:cNvSpPr>
          <p:nvPr/>
        </p:nvSpPr>
        <p:spPr>
          <a:xfrm xmlns:a="http://schemas.openxmlformats.org/drawingml/2006/main">
            <a:off x="0" y="0"/>
            <a:ext cx="2438400" cy="66675"/>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27CFDE8-BF4B-4C20-810D-D2210DC4ABAE}"/>
              </a:ext>
            </a:extLst>
          </p:cNvPr>
          <p:cNvSpPr>
            <a:spLocks xmlns:a="http://schemas.openxmlformats.org/drawingml/2006/main" noGrp="1"/>
          </p:cNvSpPr>
          <p:nvPr/>
        </p:nvSpPr>
        <p:spPr>
          <a:xfrm xmlns:a="http://schemas.openxmlformats.org/drawingml/2006/main">
            <a:off x="2438400" y="0"/>
            <a:ext cx="2438400" cy="66675"/>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644DA4B-6DC8-40B8-BC33-28854397C6D2}"/>
              </a:ext>
            </a:extLst>
          </p:cNvPr>
          <p:cNvSpPr>
            <a:spLocks xmlns:a="http://schemas.openxmlformats.org/drawingml/2006/main" noGrp="1"/>
          </p:cNvSpPr>
          <p:nvPr/>
        </p:nvSpPr>
        <p:spPr>
          <a:xfrm xmlns:a="http://schemas.openxmlformats.org/drawingml/2006/main">
            <a:off x="4876800" y="0"/>
            <a:ext cx="2438400" cy="66675"/>
          </a:xfrm>
          <a:prstGeom xmlns:a="http://schemas.openxmlformats.org/drawingml/2006/main" prst="rect">
            <a:avLst/>
          </a:prstGeom>
          <a:solidFill xmlns:a="http://schemas.openxmlformats.org/drawingml/2006/main">
            <a:srgbClr val="FFC92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FA97992-6F8C-462A-BA41-8A77AD1870E7}"/>
              </a:ext>
            </a:extLst>
          </p:cNvPr>
          <p:cNvSpPr>
            <a:spLocks xmlns:a="http://schemas.openxmlformats.org/drawingml/2006/main" noGrp="1"/>
          </p:cNvSpPr>
          <p:nvPr/>
        </p:nvSpPr>
        <p:spPr>
          <a:xfrm xmlns:a="http://schemas.openxmlformats.org/drawingml/2006/main">
            <a:off x="7315200" y="0"/>
            <a:ext cx="2438400" cy="66675"/>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E6F96E03-605C-4382-87BD-B214EF45DA63}"/>
              </a:ext>
            </a:extLst>
          </p:cNvPr>
          <p:cNvSpPr>
            <a:spLocks xmlns:a="http://schemas.openxmlformats.org/drawingml/2006/main" noGrp="1"/>
          </p:cNvSpPr>
          <p:nvPr/>
        </p:nvSpPr>
        <p:spPr>
          <a:xfrm xmlns:a="http://schemas.openxmlformats.org/drawingml/2006/main">
            <a:off x="9753600" y="0"/>
            <a:ext cx="2438400" cy="66675"/>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E1D579A5-450B-4FF5-97D1-60E730FAB522}"/>
              </a:ext>
            </a:extLst>
          </p:cNvPr>
          <p:cNvSpPr>
            <a:spLocks xmlns:a="http://schemas.openxmlformats.org/drawingml/2006/main" noGrp="1"/>
          </p:cNvSpPr>
          <p:nvPr/>
        </p:nvSpPr>
        <p:spPr>
          <a:xfrm xmlns:a="http://schemas.openxmlformats.org/drawingml/2006/main">
            <a:off x="609600" y="26670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E72D78"/>
                </a:solidFill>
                <a:latin typeface="Avenir Next"/>
                <a:ea typeface="Avenir Next"/>
                <a:cs typeface="Avenir Next"/>
              </a:defRPr>
            </a:pPr>
            <a:r>
              <a:rPr sz="825" b="1" i="0">
                <a:solidFill>
                  <a:srgbClr val="E72D78"/>
                </a:solidFill>
                <a:latin typeface="Avenir Next"/>
                <a:ea typeface="Avenir Next"/>
                <a:cs typeface="Avenir Next"/>
              </a:rPr>
              <a:t>SISTEMA GRÁFICO Y FOTOGRAFÍA</a:t>
            </a:r>
          </a:p>
        </p:txBody>
      </p:sp>
      <p:sp>
        <p:nvSpPr>
          <p:cNvPr id="7" name="">
            <a:extLst xmlns:a="http://schemas.openxmlformats.org/drawingml/2006/main">
              <a:ext uri="{FF2B5EF4-FFF2-40B4-BE49-F238E27FC236}">
                <a16:creationId xmlns:a16="http://schemas.microsoft.com/office/drawing/2014/main" id="{7EFF14D9-BE21-4942-AF04-BEDA0CA0BE3E}"/>
              </a:ext>
            </a:extLst>
          </p:cNvPr>
          <p:cNvSpPr>
            <a:spLocks xmlns:a="http://schemas.openxmlformats.org/drawingml/2006/main" noGrp="1"/>
          </p:cNvSpPr>
          <p:nvPr/>
        </p:nvSpPr>
        <p:spPr>
          <a:xfrm xmlns:a="http://schemas.openxmlformats.org/drawingml/2006/main">
            <a:off x="609600" y="6534150"/>
            <a:ext cx="4762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675" b="1" i="0">
                <a:solidFill>
                  <a:srgbClr val="25112C">
                    <a:alpha val="55000"/>
                  </a:srgbClr>
                </a:solidFill>
                <a:latin typeface="Avenir Next"/>
                <a:ea typeface="Avenir Next"/>
                <a:cs typeface="Avenir Next"/>
              </a:defRPr>
            </a:pPr>
            <a:r>
              <a:rPr sz="675" b="1" i="0">
                <a:solidFill>
                  <a:srgbClr val="25112C">
                    <a:alpha val="55000"/>
                  </a:srgbClr>
                </a:solidFill>
                <a:latin typeface="Avenir Next"/>
                <a:ea typeface="Avenir Next"/>
                <a:cs typeface="Avenir Next"/>
              </a:rPr>
              <a:t>DOCUMENTO INTERNO · PROPUESTA EN REVISIÓN</a:t>
            </a:r>
          </a:p>
        </p:txBody>
      </p:sp>
      <p:sp>
        <p:nvSpPr>
          <p:cNvPr id="8" name="">
            <a:extLst xmlns:a="http://schemas.openxmlformats.org/drawingml/2006/main">
              <a:ext uri="{FF2B5EF4-FFF2-40B4-BE49-F238E27FC236}">
                <a16:creationId xmlns:a16="http://schemas.microsoft.com/office/drawing/2014/main" id="{C888D7D8-1BD1-4726-85CE-1ABB253A98E2}"/>
              </a:ext>
            </a:extLst>
          </p:cNvPr>
          <p:cNvSpPr>
            <a:spLocks xmlns:a="http://schemas.openxmlformats.org/drawingml/2006/main" noGrp="1"/>
          </p:cNvSpPr>
          <p:nvPr/>
        </p:nvSpPr>
        <p:spPr>
          <a:xfrm xmlns:a="http://schemas.openxmlformats.org/drawingml/2006/main">
            <a:off x="11239500" y="6505575"/>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750" b="1" i="0">
                <a:solidFill>
                  <a:srgbClr val="25112C">
                    <a:alpha val="55000"/>
                  </a:srgbClr>
                </a:solidFill>
                <a:latin typeface="Avenir Next"/>
                <a:ea typeface="Avenir Next"/>
                <a:cs typeface="Avenir Next"/>
              </a:defRPr>
            </a:pPr>
            <a:r>
              <a:rPr sz="750" b="1" i="0">
                <a:solidFill>
                  <a:srgbClr val="25112C">
                    <a:alpha val="55000"/>
                  </a:srgbClr>
                </a:solidFill>
                <a:latin typeface="Avenir Next"/>
                <a:ea typeface="Avenir Next"/>
                <a:cs typeface="Avenir Next"/>
              </a:rPr>
              <a:t>22</a:t>
            </a:r>
          </a:p>
        </p:txBody>
      </p:sp>
      <p:sp>
        <p:nvSpPr>
          <p:cNvPr id="9" name="">
            <a:extLst xmlns:a="http://schemas.openxmlformats.org/drawingml/2006/main">
              <a:ext uri="{FF2B5EF4-FFF2-40B4-BE49-F238E27FC236}">
                <a16:creationId xmlns:a16="http://schemas.microsoft.com/office/drawing/2014/main" id="{E3FB7608-59BB-473E-9068-8BA54893C9DA}"/>
              </a:ext>
            </a:extLst>
          </p:cNvPr>
          <p:cNvSpPr>
            <a:spLocks xmlns:a="http://schemas.openxmlformats.org/drawingml/2006/main" noGrp="1"/>
          </p:cNvSpPr>
          <p:nvPr/>
        </p:nvSpPr>
        <p:spPr>
          <a:xfrm xmlns:a="http://schemas.openxmlformats.org/drawingml/2006/main">
            <a:off x="609600" y="666750"/>
            <a:ext cx="1066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E72D78"/>
                </a:solidFill>
                <a:latin typeface="Avenir Next"/>
                <a:ea typeface="Avenir Next"/>
                <a:cs typeface="Avenir Next"/>
              </a:defRPr>
            </a:pPr>
            <a:r>
              <a:rPr sz="900" b="1" i="0">
                <a:solidFill>
                  <a:srgbClr val="E72D78"/>
                </a:solidFill>
                <a:latin typeface="Avenir Next"/>
                <a:ea typeface="Avenir Next"/>
                <a:cs typeface="Avenir Next"/>
              </a:rPr>
              <a:t>COMPOSICIÓN</a:t>
            </a:r>
          </a:p>
        </p:txBody>
      </p:sp>
      <p:sp>
        <p:nvSpPr>
          <p:cNvPr id="10" name="">
            <a:extLst xmlns:a="http://schemas.openxmlformats.org/drawingml/2006/main">
              <a:ext uri="{FF2B5EF4-FFF2-40B4-BE49-F238E27FC236}">
                <a16:creationId xmlns:a16="http://schemas.microsoft.com/office/drawing/2014/main" id="{5085BB6F-0D40-4060-ADC8-EC955BBB7AAB}"/>
              </a:ext>
            </a:extLst>
          </p:cNvPr>
          <p:cNvSpPr>
            <a:spLocks xmlns:a="http://schemas.openxmlformats.org/drawingml/2006/main" noGrp="1"/>
          </p:cNvSpPr>
          <p:nvPr/>
        </p:nvSpPr>
        <p:spPr>
          <a:xfrm xmlns:a="http://schemas.openxmlformats.org/drawingml/2006/main">
            <a:off x="609600" y="990600"/>
            <a:ext cx="1066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4200" b="1" i="0">
                <a:solidFill>
                  <a:srgbClr val="25112C"/>
                </a:solidFill>
                <a:latin typeface="DIN Condensed"/>
                <a:ea typeface="DIN Condensed"/>
                <a:cs typeface="DIN Condensed"/>
              </a:defRPr>
            </a:pPr>
            <a:r>
              <a:rPr sz="4200" b="1" i="0">
                <a:solidFill>
                  <a:srgbClr val="25112C"/>
                </a:solidFill>
                <a:latin typeface="DIN Condensed"/>
                <a:ea typeface="DIN Condensed"/>
                <a:cs typeface="DIN Condensed"/>
              </a:rPr>
              <a:t>Una idea domina. Una persona la vuelve real.</a:t>
            </a:r>
          </a:p>
        </p:txBody>
      </p:sp>
      <p:sp>
        <p:nvSpPr>
          <p:cNvPr id="11" name="">
            <a:extLst xmlns:a="http://schemas.openxmlformats.org/drawingml/2006/main">
              <a:ext uri="{FF2B5EF4-FFF2-40B4-BE49-F238E27FC236}">
                <a16:creationId xmlns:a16="http://schemas.microsoft.com/office/drawing/2014/main" id="{0B4BAB13-57B0-41EA-9AE4-19CB6C7963D9}"/>
              </a:ext>
            </a:extLst>
          </p:cNvPr>
          <p:cNvSpPr>
            <a:spLocks xmlns:a="http://schemas.openxmlformats.org/drawingml/2006/main" noGrp="1"/>
          </p:cNvSpPr>
          <p:nvPr/>
        </p:nvSpPr>
        <p:spPr>
          <a:xfrm xmlns:a="http://schemas.openxmlformats.org/drawingml/2006/main">
            <a:off x="609600" y="182880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0" i="0">
                <a:solidFill>
                  <a:srgbClr val="6D6470"/>
                </a:solidFill>
                <a:latin typeface="Avenir Next"/>
                <a:ea typeface="Avenir Next"/>
                <a:cs typeface="Avenir Next"/>
              </a:defRPr>
            </a:pPr>
            <a:r>
              <a:rPr sz="1500" b="0" i="0">
                <a:solidFill>
                  <a:srgbClr val="6D6470"/>
                </a:solidFill>
                <a:latin typeface="Avenir Next"/>
                <a:ea typeface="Avenir Next"/>
                <a:cs typeface="Avenir Next"/>
              </a:rPr>
              <a:t>La jerarquía debe sentirse editorial; la fotografía aporta vínculo, contexto y prueba humana.</a:t>
            </a:r>
          </a:p>
        </p:txBody>
      </p:sp>
      <p:sp>
        <p:nvSpPr>
          <p:cNvPr id="12" name="">
            <a:extLst xmlns:a="http://schemas.openxmlformats.org/drawingml/2006/main">
              <a:ext uri="{FF2B5EF4-FFF2-40B4-BE49-F238E27FC236}">
                <a16:creationId xmlns:a16="http://schemas.microsoft.com/office/drawing/2014/main" id="{A691830A-81A2-4547-B553-C0F76418AB32}"/>
              </a:ext>
            </a:extLst>
          </p:cNvPr>
          <p:cNvSpPr>
            <a:spLocks xmlns:a="http://schemas.openxmlformats.org/drawingml/2006/main" noGrp="1"/>
          </p:cNvSpPr>
          <p:nvPr/>
        </p:nvSpPr>
        <p:spPr>
          <a:xfrm xmlns:a="http://schemas.openxmlformats.org/drawingml/2006/main">
            <a:off x="609600" y="2724150"/>
            <a:ext cx="609600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80000"/>
              </a:lnSpc>
              <a:buNone/>
              <a:defRPr sz="7950" b="1" i="0">
                <a:solidFill>
                  <a:srgbClr val="160A22"/>
                </a:solidFill>
                <a:latin typeface="DIN Condensed"/>
                <a:ea typeface="DIN Condensed"/>
                <a:cs typeface="DIN Condensed"/>
              </a:defRPr>
            </a:pPr>
            <a:r>
              <a:rPr sz="7950" b="1" i="0">
                <a:solidFill>
                  <a:srgbClr val="160A22"/>
                </a:solidFill>
                <a:latin typeface="DIN Condensed"/>
                <a:ea typeface="DIN Condensed"/>
                <a:cs typeface="DIN Condensed"/>
              </a:rPr>
              <a:t>TRADICIÓN</a:t>
            </a:r>
          </a:p>
        </p:txBody>
      </p:sp>
      <p:sp>
        <p:nvSpPr>
          <p:cNvPr id="13" name="">
            <a:extLst xmlns:a="http://schemas.openxmlformats.org/drawingml/2006/main">
              <a:ext uri="{FF2B5EF4-FFF2-40B4-BE49-F238E27FC236}">
                <a16:creationId xmlns:a16="http://schemas.microsoft.com/office/drawing/2014/main" id="{634444E0-3340-4003-83A0-C45F8AAFB805}"/>
              </a:ext>
            </a:extLst>
          </p:cNvPr>
          <p:cNvSpPr>
            <a:spLocks xmlns:a="http://schemas.openxmlformats.org/drawingml/2006/main" noGrp="1"/>
          </p:cNvSpPr>
          <p:nvPr/>
        </p:nvSpPr>
        <p:spPr>
          <a:xfrm xmlns:a="http://schemas.openxmlformats.org/drawingml/2006/main">
            <a:off x="666750" y="4019550"/>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E72D78"/>
                </a:solidFill>
                <a:latin typeface="Avenir Next"/>
                <a:ea typeface="Avenir Next"/>
                <a:cs typeface="Avenir Next"/>
              </a:defRPr>
            </a:pPr>
            <a:r>
              <a:rPr sz="1050" b="1" i="0">
                <a:solidFill>
                  <a:srgbClr val="E72D78"/>
                </a:solidFill>
                <a:latin typeface="Avenir Next"/>
                <a:ea typeface="Avenir Next"/>
                <a:cs typeface="Avenir Next"/>
              </a:rPr>
              <a:t>DIN CONDENSED · PROPUESTA DE VOZ DISPLAY*</a:t>
            </a:r>
          </a:p>
        </p:txBody>
      </p:sp>
      <p:sp>
        <p:nvSpPr>
          <p:cNvPr id="14" name="">
            <a:extLst xmlns:a="http://schemas.openxmlformats.org/drawingml/2006/main">
              <a:ext uri="{FF2B5EF4-FFF2-40B4-BE49-F238E27FC236}">
                <a16:creationId xmlns:a16="http://schemas.microsoft.com/office/drawing/2014/main" id="{D8DA0E6F-DBEE-43B9-A43E-23ED6243776B}"/>
              </a:ext>
            </a:extLst>
          </p:cNvPr>
          <p:cNvSpPr>
            <a:spLocks xmlns:a="http://schemas.openxmlformats.org/drawingml/2006/main" noGrp="1"/>
          </p:cNvSpPr>
          <p:nvPr/>
        </p:nvSpPr>
        <p:spPr>
          <a:xfrm xmlns:a="http://schemas.openxmlformats.org/drawingml/2006/main">
            <a:off x="666750" y="4514850"/>
            <a:ext cx="5715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00" b="0" i="0">
                <a:solidFill>
                  <a:srgbClr val="25112C"/>
                </a:solidFill>
                <a:latin typeface="Avenir Next"/>
                <a:ea typeface="Avenir Next"/>
                <a:cs typeface="Avenir Next"/>
              </a:defRPr>
            </a:pPr>
            <a:r>
              <a:rPr sz="1500" b="0" i="0">
                <a:solidFill>
                  <a:srgbClr val="25112C"/>
                </a:solidFill>
                <a:latin typeface="Avenir Next"/>
                <a:ea typeface="Avenir Next"/>
                <a:cs typeface="Avenir Next"/>
              </a:rPr>
              <a:t>Display condensada para impacto. Sans clara para lectura. Archivo real y fechado para demostrar familia, comercio, escala y descubrimiento.</a:t>
            </a:r>
          </a:p>
        </p:txBody>
      </p:sp>
      <p:sp>
        <p:nvSpPr>
          <p:cNvPr id="15" name="">
            <a:extLst xmlns:a="http://schemas.openxmlformats.org/drawingml/2006/main">
              <a:ext uri="{FF2B5EF4-FFF2-40B4-BE49-F238E27FC236}">
                <a16:creationId xmlns:a16="http://schemas.microsoft.com/office/drawing/2014/main" id="{4CE1C656-0CC1-47C2-8D9B-87C69AD7F3FB}"/>
              </a:ext>
            </a:extLst>
          </p:cNvPr>
          <p:cNvSpPr>
            <a:spLocks xmlns:a="http://schemas.openxmlformats.org/drawingml/2006/main" noGrp="1"/>
          </p:cNvSpPr>
          <p:nvPr/>
        </p:nvSpPr>
        <p:spPr>
          <a:xfrm xmlns:a="http://schemas.openxmlformats.org/drawingml/2006/main">
            <a:off x="666750" y="54673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1" i="0">
                <a:solidFill>
                  <a:srgbClr val="00AFA0"/>
                </a:solidFill>
                <a:latin typeface="Avenir Next"/>
                <a:ea typeface="Avenir Next"/>
                <a:cs typeface="Avenir Next"/>
              </a:defRPr>
            </a:pPr>
            <a:r>
              <a:rPr sz="975" b="1" i="0">
                <a:solidFill>
                  <a:srgbClr val="00AFA0"/>
                </a:solidFill>
                <a:latin typeface="Avenir Next"/>
                <a:ea typeface="Avenir Next"/>
                <a:cs typeface="Avenir Next"/>
              </a:rPr>
              <a:t>AVENIR NEXT · PROPUESTA PARA LECTURA Y DATOS*</a:t>
            </a:r>
          </a:p>
        </p:txBody>
      </p:sp>
      <p:sp>
        <p:nvSpPr>
          <p:cNvPr id="16" name="">
            <a:extLst xmlns:a="http://schemas.openxmlformats.org/drawingml/2006/main">
              <a:ext uri="{FF2B5EF4-FFF2-40B4-BE49-F238E27FC236}">
                <a16:creationId xmlns:a16="http://schemas.microsoft.com/office/drawing/2014/main" id="{F0AAA0C4-CEC0-48B4-BEC1-1FA48D9B3DA0}"/>
              </a:ext>
            </a:extLst>
          </p:cNvPr>
          <p:cNvSpPr>
            <a:spLocks xmlns:a="http://schemas.openxmlformats.org/drawingml/2006/main" noGrp="1"/>
          </p:cNvSpPr>
          <p:nvPr/>
        </p:nvSpPr>
        <p:spPr>
          <a:xfrm xmlns:a="http://schemas.openxmlformats.org/drawingml/2006/main">
            <a:off x="666750" y="5810250"/>
            <a:ext cx="533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0" i="0">
                <a:solidFill>
                  <a:srgbClr val="6D6470"/>
                </a:solidFill>
                <a:latin typeface="Avenir Next"/>
                <a:ea typeface="Avenir Next"/>
                <a:cs typeface="Avenir Next"/>
              </a:defRPr>
            </a:pPr>
            <a:r>
              <a:rPr sz="900" b="0" i="0">
                <a:solidFill>
                  <a:srgbClr val="6D6470"/>
                </a:solidFill>
                <a:latin typeface="Avenir Next"/>
                <a:ea typeface="Avenir Next"/>
                <a:cs typeface="Avenir Next"/>
              </a:rPr>
              <a:t>* Sujeto a disponibilidad y licencias tipográficas.</a:t>
            </a:r>
          </a:p>
        </p:txBody>
      </p:sp>
      <p:sp>
        <p:nvSpPr>
          <p:cNvPr id="17" name="">
            <a:extLst xmlns:a="http://schemas.openxmlformats.org/drawingml/2006/main">
              <a:ext uri="{FF2B5EF4-FFF2-40B4-BE49-F238E27FC236}">
                <a16:creationId xmlns:a16="http://schemas.microsoft.com/office/drawing/2014/main" id="{88F9D044-2047-4516-A656-50E2A9644364}"/>
              </a:ext>
            </a:extLst>
          </p:cNvPr>
          <p:cNvSpPr>
            <a:spLocks xmlns:a="http://schemas.openxmlformats.org/drawingml/2006/main" noGrp="1"/>
          </p:cNvSpPr>
          <p:nvPr/>
        </p:nvSpPr>
        <p:spPr>
          <a:xfrm xmlns:a="http://schemas.openxmlformats.org/drawingml/2006/main">
            <a:off x="7162800" y="2724150"/>
            <a:ext cx="2038350" cy="2571750"/>
          </a:xfrm>
          <a:prstGeom xmlns:a="http://schemas.openxmlformats.org/drawingml/2006/main" prst="rect">
            <a:avLst/>
          </a:prstGeom>
          <a:solidFill xmlns:a="http://schemas.openxmlformats.org/drawingml/2006/main">
            <a:srgbClr val="FFE2D6"/>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799BC77F-EE49-4BF9-9D7D-78BE9C546DE5}"/>
              </a:ext>
            </a:extLst>
          </p:cNvPr>
          <p:cNvSpPr>
            <a:spLocks xmlns:a="http://schemas.openxmlformats.org/drawingml/2006/main" noGrp="1"/>
          </p:cNvSpPr>
          <p:nvPr/>
        </p:nvSpPr>
        <p:spPr>
          <a:xfrm xmlns:a="http://schemas.openxmlformats.org/drawingml/2006/main">
            <a:off x="7162800" y="2724150"/>
            <a:ext cx="609600" cy="57150"/>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951E49CE-6B94-4E73-A727-68B50BA7AAF5}"/>
              </a:ext>
            </a:extLst>
          </p:cNvPr>
          <p:cNvSpPr>
            <a:spLocks xmlns:a="http://schemas.openxmlformats.org/drawingml/2006/main" noGrp="1"/>
          </p:cNvSpPr>
          <p:nvPr/>
        </p:nvSpPr>
        <p:spPr>
          <a:xfrm xmlns:a="http://schemas.openxmlformats.org/drawingml/2006/main">
            <a:off x="7334250" y="2914650"/>
            <a:ext cx="1695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FF6A1A"/>
                </a:solidFill>
                <a:latin typeface="Avenir Next"/>
                <a:ea typeface="Avenir Next"/>
                <a:cs typeface="Avenir Next"/>
              </a:defRPr>
            </a:pPr>
            <a:r>
              <a:rPr sz="825" b="1" i="0">
                <a:solidFill>
                  <a:srgbClr val="FF6A1A"/>
                </a:solidFill>
                <a:latin typeface="Avenir Next"/>
                <a:ea typeface="Avenir Next"/>
                <a:cs typeface="Avenir Next"/>
              </a:rPr>
              <a:t>REGLA 1–2–3</a:t>
            </a:r>
          </a:p>
        </p:txBody>
      </p:sp>
      <p:sp>
        <p:nvSpPr>
          <p:cNvPr id="20" name="">
            <a:extLst xmlns:a="http://schemas.openxmlformats.org/drawingml/2006/main">
              <a:ext uri="{FF2B5EF4-FFF2-40B4-BE49-F238E27FC236}">
                <a16:creationId xmlns:a16="http://schemas.microsoft.com/office/drawing/2014/main" id="{EF8DC9BA-ADC3-4514-B090-1E7442D65BA9}"/>
              </a:ext>
            </a:extLst>
          </p:cNvPr>
          <p:cNvSpPr>
            <a:spLocks xmlns:a="http://schemas.openxmlformats.org/drawingml/2006/main" noGrp="1"/>
          </p:cNvSpPr>
          <p:nvPr/>
        </p:nvSpPr>
        <p:spPr>
          <a:xfrm xmlns:a="http://schemas.openxmlformats.org/drawingml/2006/main">
            <a:off x="7334250" y="3238500"/>
            <a:ext cx="1695450" cy="1905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4000"/>
              </a:lnSpc>
              <a:buNone/>
              <a:defRPr sz="1725" b="1" i="0">
                <a:solidFill>
                  <a:srgbClr val="25112C"/>
                </a:solidFill>
                <a:latin typeface="Avenir Next"/>
                <a:ea typeface="Avenir Next"/>
                <a:cs typeface="Avenir Next"/>
              </a:defRPr>
            </a:pPr>
            <a:r>
              <a:rPr sz="1725" b="1" i="0">
                <a:solidFill>
                  <a:srgbClr val="25112C"/>
                </a:solidFill>
                <a:latin typeface="Avenir Next"/>
                <a:ea typeface="Avenir Next"/>
                <a:cs typeface="Avenir Next"/>
              </a:rPr>
              <a:t>1 idea dominante</a:t>
            </a:r>
          </a:p>
          <a:p xmlns:a="http://schemas.openxmlformats.org/drawingml/2006/main">
            <a:pPr algn="l">
              <a:lnSpc>
                <a:spcPct val="114000"/>
              </a:lnSpc>
              <a:buNone/>
              <a:defRPr sz="1725" b="1" i="0">
                <a:solidFill>
                  <a:srgbClr val="25112C"/>
                </a:solidFill>
                <a:latin typeface="Avenir Next"/>
                <a:ea typeface="Avenir Next"/>
                <a:cs typeface="Avenir Next"/>
              </a:defRPr>
            </a:pPr>
            <a:r>
              <a:rPr sz="1725" b="1" i="0">
                <a:solidFill>
                  <a:srgbClr val="25112C"/>
                </a:solidFill>
                <a:latin typeface="Avenir Next"/>
                <a:ea typeface="Avenir Next"/>
                <a:cs typeface="Avenir Next"/>
              </a:rPr>
              <a:t>2 apoyos visuales</a:t>
            </a:r>
          </a:p>
          <a:p xmlns:a="http://schemas.openxmlformats.org/drawingml/2006/main">
            <a:pPr algn="l">
              <a:lnSpc>
                <a:spcPct val="114000"/>
              </a:lnSpc>
              <a:buNone/>
              <a:defRPr sz="1725" b="1" i="0">
                <a:solidFill>
                  <a:srgbClr val="25112C"/>
                </a:solidFill>
                <a:latin typeface="Avenir Next"/>
                <a:ea typeface="Avenir Next"/>
                <a:cs typeface="Avenir Next"/>
              </a:defRPr>
            </a:pPr>
            <a:r>
              <a:rPr sz="1725" b="1" i="0">
                <a:solidFill>
                  <a:srgbClr val="25112C"/>
                </a:solidFill>
                <a:latin typeface="Avenir Next"/>
                <a:ea typeface="Avenir Next"/>
                <a:cs typeface="Avenir Next"/>
              </a:rPr>
              <a:t>3 niveles de jerarquía</a:t>
            </a:r>
          </a:p>
        </p:txBody>
      </p:sp>
      <p:sp>
        <p:nvSpPr>
          <p:cNvPr id="21" name="">
            <a:extLst xmlns:a="http://schemas.openxmlformats.org/drawingml/2006/main">
              <a:ext uri="{FF2B5EF4-FFF2-40B4-BE49-F238E27FC236}">
                <a16:creationId xmlns:a16="http://schemas.microsoft.com/office/drawing/2014/main" id="{BB9857AB-CC85-4276-A7E4-F7C0654AF978}"/>
              </a:ext>
            </a:extLst>
          </p:cNvPr>
          <p:cNvSpPr>
            <a:spLocks xmlns:a="http://schemas.openxmlformats.org/drawingml/2006/main" noGrp="1"/>
          </p:cNvSpPr>
          <p:nvPr/>
        </p:nvSpPr>
        <p:spPr>
          <a:xfrm xmlns:a="http://schemas.openxmlformats.org/drawingml/2006/main">
            <a:off x="9372600" y="2724150"/>
            <a:ext cx="2000250" cy="2571750"/>
          </a:xfrm>
          <a:prstGeom xmlns:a="http://schemas.openxmlformats.org/drawingml/2006/main" prst="rect">
            <a:avLst/>
          </a:prstGeom>
          <a:solidFill xmlns:a="http://schemas.openxmlformats.org/drawingml/2006/main">
            <a:srgbClr val="F2E7FF"/>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7EB7C965-92CB-471B-9E97-181552F400F6}"/>
              </a:ext>
            </a:extLst>
          </p:cNvPr>
          <p:cNvSpPr>
            <a:spLocks xmlns:a="http://schemas.openxmlformats.org/drawingml/2006/main" noGrp="1"/>
          </p:cNvSpPr>
          <p:nvPr/>
        </p:nvSpPr>
        <p:spPr>
          <a:xfrm xmlns:a="http://schemas.openxmlformats.org/drawingml/2006/main">
            <a:off x="9372600" y="2724150"/>
            <a:ext cx="609600" cy="57150"/>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794BBF0C-B941-4D93-961E-5FC12CC63FAB}"/>
              </a:ext>
            </a:extLst>
          </p:cNvPr>
          <p:cNvSpPr>
            <a:spLocks xmlns:a="http://schemas.openxmlformats.org/drawingml/2006/main" noGrp="1"/>
          </p:cNvSpPr>
          <p:nvPr/>
        </p:nvSpPr>
        <p:spPr>
          <a:xfrm xmlns:a="http://schemas.openxmlformats.org/drawingml/2006/main">
            <a:off x="9544050" y="2914650"/>
            <a:ext cx="1657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E72D78"/>
                </a:solidFill>
                <a:latin typeface="Avenir Next"/>
                <a:ea typeface="Avenir Next"/>
                <a:cs typeface="Avenir Next"/>
              </a:defRPr>
            </a:pPr>
            <a:r>
              <a:rPr sz="825" b="1" i="0">
                <a:solidFill>
                  <a:srgbClr val="E72D78"/>
                </a:solidFill>
                <a:latin typeface="Avenir Next"/>
                <a:ea typeface="Avenir Next"/>
                <a:cs typeface="Avenir Next"/>
              </a:rPr>
              <a:t>LA CÁMARA BUSCA</a:t>
            </a:r>
          </a:p>
        </p:txBody>
      </p:sp>
      <p:sp>
        <p:nvSpPr>
          <p:cNvPr id="24" name="">
            <a:extLst xmlns:a="http://schemas.openxmlformats.org/drawingml/2006/main">
              <a:ext uri="{FF2B5EF4-FFF2-40B4-BE49-F238E27FC236}">
                <a16:creationId xmlns:a16="http://schemas.microsoft.com/office/drawing/2014/main" id="{75BAEC22-8E3C-4460-A495-6D1C26173A60}"/>
              </a:ext>
            </a:extLst>
          </p:cNvPr>
          <p:cNvSpPr>
            <a:spLocks xmlns:a="http://schemas.openxmlformats.org/drawingml/2006/main" noGrp="1"/>
          </p:cNvSpPr>
          <p:nvPr/>
        </p:nvSpPr>
        <p:spPr>
          <a:xfrm xmlns:a="http://schemas.openxmlformats.org/drawingml/2006/main">
            <a:off x="9544050" y="3238500"/>
            <a:ext cx="1657350" cy="1905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4000"/>
              </a:lnSpc>
              <a:buNone/>
              <a:defRPr sz="1275" b="1" i="0">
                <a:solidFill>
                  <a:srgbClr val="25112C"/>
                </a:solidFill>
                <a:latin typeface="Avenir Next"/>
                <a:ea typeface="Avenir Next"/>
                <a:cs typeface="Avenir Next"/>
              </a:defRPr>
            </a:pPr>
            <a:r>
              <a:rPr sz="1275" b="1" i="0">
                <a:solidFill>
                  <a:srgbClr val="25112C"/>
                </a:solidFill>
                <a:latin typeface="Avenir Next"/>
                <a:ea typeface="Avenir Next"/>
                <a:cs typeface="Avenir Next"/>
              </a:rPr>
              <a:t>vínculos</a:t>
            </a:r>
          </a:p>
          <a:p xmlns:a="http://schemas.openxmlformats.org/drawingml/2006/main">
            <a:pPr algn="l">
              <a:lnSpc>
                <a:spcPct val="114000"/>
              </a:lnSpc>
              <a:buNone/>
              <a:defRPr sz="1275" b="1" i="0">
                <a:solidFill>
                  <a:srgbClr val="25112C"/>
                </a:solidFill>
                <a:latin typeface="Avenir Next"/>
                <a:ea typeface="Avenir Next"/>
                <a:cs typeface="Avenir Next"/>
              </a:defRPr>
            </a:pPr>
            <a:r>
              <a:rPr sz="1275" b="1" i="0">
                <a:solidFill>
                  <a:srgbClr val="25112C"/>
                </a:solidFill>
                <a:latin typeface="Avenir Next"/>
                <a:ea typeface="Avenir Next"/>
                <a:cs typeface="Avenir Next"/>
              </a:rPr>
              <a:t>manos y gestos</a:t>
            </a:r>
          </a:p>
          <a:p xmlns:a="http://schemas.openxmlformats.org/drawingml/2006/main">
            <a:pPr algn="l">
              <a:lnSpc>
                <a:spcPct val="114000"/>
              </a:lnSpc>
              <a:buNone/>
              <a:defRPr sz="1275" b="1" i="0">
                <a:solidFill>
                  <a:srgbClr val="25112C"/>
                </a:solidFill>
                <a:latin typeface="Avenir Next"/>
                <a:ea typeface="Avenir Next"/>
                <a:cs typeface="Avenir Next"/>
              </a:defRPr>
            </a:pPr>
            <a:r>
              <a:rPr sz="1275" b="1" i="0">
                <a:solidFill>
                  <a:srgbClr val="25112C"/>
                </a:solidFill>
                <a:latin typeface="Avenir Next"/>
                <a:ea typeface="Avenir Next"/>
                <a:cs typeface="Avenir Next"/>
              </a:rPr>
              <a:t>hallazgos</a:t>
            </a:r>
          </a:p>
          <a:p xmlns:a="http://schemas.openxmlformats.org/drawingml/2006/main">
            <a:pPr algn="l">
              <a:lnSpc>
                <a:spcPct val="114000"/>
              </a:lnSpc>
              <a:buNone/>
              <a:defRPr sz="1275" b="1" i="0">
                <a:solidFill>
                  <a:srgbClr val="25112C"/>
                </a:solidFill>
                <a:latin typeface="Avenir Next"/>
                <a:ea typeface="Avenir Next"/>
                <a:cs typeface="Avenir Next"/>
              </a:defRPr>
            </a:pPr>
            <a:r>
              <a:rPr sz="1275" b="1" i="0">
                <a:solidFill>
                  <a:srgbClr val="25112C"/>
                </a:solidFill>
                <a:latin typeface="Avenir Next"/>
                <a:ea typeface="Avenir Next"/>
                <a:cs typeface="Avenir Next"/>
              </a:rPr>
              <a:t>alegría no forzada</a:t>
            </a:r>
          </a:p>
        </p:txBody>
      </p:sp>
    </p:spTree>
    <p:extLst>
      <p:ext uri="{BB962C8B-B14F-4D97-AF65-F5344CB8AC3E}">
        <p14:creationId xmlns:p14="http://schemas.microsoft.com/office/powerpoint/2010/main" val="793899739"/>
      </p:ext>
    </p:extLst>
  </p:cSld>
</p:sld>
</file>

<file path=ppt/slides/slide23.xml><?xml version="1.0" encoding="utf-8"?>
<p:sld xmlns:p="http://schemas.openxmlformats.org/presentationml/2006/main">
  <p:cSld>
    <p:bg>
      <p:bgPr>
        <a:solidFill xmlns:a="http://schemas.openxmlformats.org/drawingml/2006/main">
          <a:srgbClr val="160A22"/>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507FF529-6EA2-4EAD-B213-0DCD95A49B27}"/>
              </a:ext>
            </a:extLst>
          </p:cNvPr>
          <p:cNvSpPr>
            <a:spLocks xmlns:a="http://schemas.openxmlformats.org/drawingml/2006/main" noGrp="1"/>
          </p:cNvSpPr>
          <p:nvPr/>
        </p:nvSpPr>
        <p:spPr>
          <a:xfrm xmlns:a="http://schemas.openxmlformats.org/drawingml/2006/main">
            <a:off x="0" y="0"/>
            <a:ext cx="2438400" cy="66675"/>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AC9B2F8-16B4-49E1-8A1A-94C9D85DF906}"/>
              </a:ext>
            </a:extLst>
          </p:cNvPr>
          <p:cNvSpPr>
            <a:spLocks xmlns:a="http://schemas.openxmlformats.org/drawingml/2006/main" noGrp="1"/>
          </p:cNvSpPr>
          <p:nvPr/>
        </p:nvSpPr>
        <p:spPr>
          <a:xfrm xmlns:a="http://schemas.openxmlformats.org/drawingml/2006/main">
            <a:off x="2438400" y="0"/>
            <a:ext cx="2438400" cy="66675"/>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62ED2DEE-0EC1-4728-894D-62937EFE97F3}"/>
              </a:ext>
            </a:extLst>
          </p:cNvPr>
          <p:cNvSpPr>
            <a:spLocks xmlns:a="http://schemas.openxmlformats.org/drawingml/2006/main" noGrp="1"/>
          </p:cNvSpPr>
          <p:nvPr/>
        </p:nvSpPr>
        <p:spPr>
          <a:xfrm xmlns:a="http://schemas.openxmlformats.org/drawingml/2006/main">
            <a:off x="4876800" y="0"/>
            <a:ext cx="2438400" cy="66675"/>
          </a:xfrm>
          <a:prstGeom xmlns:a="http://schemas.openxmlformats.org/drawingml/2006/main" prst="rect">
            <a:avLst/>
          </a:prstGeom>
          <a:solidFill xmlns:a="http://schemas.openxmlformats.org/drawingml/2006/main">
            <a:srgbClr val="FFC92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5DED169-B2B9-4E64-A0A6-D4A3DBD7F780}"/>
              </a:ext>
            </a:extLst>
          </p:cNvPr>
          <p:cNvSpPr>
            <a:spLocks xmlns:a="http://schemas.openxmlformats.org/drawingml/2006/main" noGrp="1"/>
          </p:cNvSpPr>
          <p:nvPr/>
        </p:nvSpPr>
        <p:spPr>
          <a:xfrm xmlns:a="http://schemas.openxmlformats.org/drawingml/2006/main">
            <a:off x="7315200" y="0"/>
            <a:ext cx="2438400" cy="66675"/>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E5A46F8-816C-4319-B4FF-164E0A48CC25}"/>
              </a:ext>
            </a:extLst>
          </p:cNvPr>
          <p:cNvSpPr>
            <a:spLocks xmlns:a="http://schemas.openxmlformats.org/drawingml/2006/main" noGrp="1"/>
          </p:cNvSpPr>
          <p:nvPr/>
        </p:nvSpPr>
        <p:spPr>
          <a:xfrm xmlns:a="http://schemas.openxmlformats.org/drawingml/2006/main">
            <a:off x="9753600" y="0"/>
            <a:ext cx="2438400" cy="66675"/>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2FE9E77-8FA9-4EB1-843B-F592F43220FA}"/>
              </a:ext>
            </a:extLst>
          </p:cNvPr>
          <p:cNvSpPr>
            <a:spLocks xmlns:a="http://schemas.openxmlformats.org/drawingml/2006/main" noGrp="1"/>
          </p:cNvSpPr>
          <p:nvPr/>
        </p:nvSpPr>
        <p:spPr>
          <a:xfrm xmlns:a="http://schemas.openxmlformats.org/drawingml/2006/main">
            <a:off x="609600" y="26670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FFC928"/>
                </a:solidFill>
                <a:latin typeface="Avenir Next"/>
                <a:ea typeface="Avenir Next"/>
                <a:cs typeface="Avenir Next"/>
              </a:defRPr>
            </a:pPr>
            <a:r>
              <a:rPr sz="825" b="1" i="0">
                <a:solidFill>
                  <a:srgbClr val="FFC928"/>
                </a:solidFill>
                <a:latin typeface="Avenir Next"/>
                <a:ea typeface="Avenir Next"/>
                <a:cs typeface="Avenir Next"/>
              </a:rPr>
              <a:t>COLOR</a:t>
            </a:r>
          </a:p>
        </p:txBody>
      </p:sp>
      <p:sp>
        <p:nvSpPr>
          <p:cNvPr id="7" name="">
            <a:extLst xmlns:a="http://schemas.openxmlformats.org/drawingml/2006/main">
              <a:ext uri="{FF2B5EF4-FFF2-40B4-BE49-F238E27FC236}">
                <a16:creationId xmlns:a16="http://schemas.microsoft.com/office/drawing/2014/main" id="{C84F657F-E5DA-423C-8D80-302944EBA684}"/>
              </a:ext>
            </a:extLst>
          </p:cNvPr>
          <p:cNvSpPr>
            <a:spLocks xmlns:a="http://schemas.openxmlformats.org/drawingml/2006/main" noGrp="1"/>
          </p:cNvSpPr>
          <p:nvPr/>
        </p:nvSpPr>
        <p:spPr>
          <a:xfrm xmlns:a="http://schemas.openxmlformats.org/drawingml/2006/main">
            <a:off x="609600" y="6534150"/>
            <a:ext cx="4762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675" b="1" i="0">
                <a:solidFill>
                  <a:srgbClr val="FFFFFF">
                    <a:alpha val="52000"/>
                  </a:srgbClr>
                </a:solidFill>
                <a:latin typeface="Avenir Next"/>
                <a:ea typeface="Avenir Next"/>
                <a:cs typeface="Avenir Next"/>
              </a:defRPr>
            </a:pPr>
            <a:r>
              <a:rPr sz="675" b="1" i="0">
                <a:solidFill>
                  <a:srgbClr val="FFFFFF">
                    <a:alpha val="52000"/>
                  </a:srgbClr>
                </a:solidFill>
                <a:latin typeface="Avenir Next"/>
                <a:ea typeface="Avenir Next"/>
                <a:cs typeface="Avenir Next"/>
              </a:rPr>
              <a:t>DOCUMENTO INTERNO · PROPUESTA EN REVISIÓN</a:t>
            </a:r>
          </a:p>
        </p:txBody>
      </p:sp>
      <p:sp>
        <p:nvSpPr>
          <p:cNvPr id="8" name="">
            <a:extLst xmlns:a="http://schemas.openxmlformats.org/drawingml/2006/main">
              <a:ext uri="{FF2B5EF4-FFF2-40B4-BE49-F238E27FC236}">
                <a16:creationId xmlns:a16="http://schemas.microsoft.com/office/drawing/2014/main" id="{545F6BAA-AB90-487D-87CF-E717CDB8E160}"/>
              </a:ext>
            </a:extLst>
          </p:cNvPr>
          <p:cNvSpPr>
            <a:spLocks xmlns:a="http://schemas.openxmlformats.org/drawingml/2006/main" noGrp="1"/>
          </p:cNvSpPr>
          <p:nvPr/>
        </p:nvSpPr>
        <p:spPr>
          <a:xfrm xmlns:a="http://schemas.openxmlformats.org/drawingml/2006/main">
            <a:off x="11239500" y="6505575"/>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750" b="1" i="0">
                <a:solidFill>
                  <a:srgbClr val="FFFFFF">
                    <a:alpha val="52000"/>
                  </a:srgbClr>
                </a:solidFill>
                <a:latin typeface="Avenir Next"/>
                <a:ea typeface="Avenir Next"/>
                <a:cs typeface="Avenir Next"/>
              </a:defRPr>
            </a:pPr>
            <a:r>
              <a:rPr sz="750" b="1" i="0">
                <a:solidFill>
                  <a:srgbClr val="FFFFFF">
                    <a:alpha val="52000"/>
                  </a:srgbClr>
                </a:solidFill>
                <a:latin typeface="Avenir Next"/>
                <a:ea typeface="Avenir Next"/>
                <a:cs typeface="Avenir Next"/>
              </a:rPr>
              <a:t>23</a:t>
            </a:r>
          </a:p>
        </p:txBody>
      </p:sp>
      <p:sp>
        <p:nvSpPr>
          <p:cNvPr id="9" name="">
            <a:extLst xmlns:a="http://schemas.openxmlformats.org/drawingml/2006/main">
              <a:ext uri="{FF2B5EF4-FFF2-40B4-BE49-F238E27FC236}">
                <a16:creationId xmlns:a16="http://schemas.microsoft.com/office/drawing/2014/main" id="{1455B547-91BF-4FD0-9366-47D2240B8B5C}"/>
              </a:ext>
            </a:extLst>
          </p:cNvPr>
          <p:cNvSpPr>
            <a:spLocks xmlns:a="http://schemas.openxmlformats.org/drawingml/2006/main" noGrp="1"/>
          </p:cNvSpPr>
          <p:nvPr/>
        </p:nvSpPr>
        <p:spPr>
          <a:xfrm xmlns:a="http://schemas.openxmlformats.org/drawingml/2006/main">
            <a:off x="609600" y="666750"/>
            <a:ext cx="1066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E72D78"/>
                </a:solidFill>
                <a:latin typeface="Avenir Next"/>
                <a:ea typeface="Avenir Next"/>
                <a:cs typeface="Avenir Next"/>
              </a:defRPr>
            </a:pPr>
            <a:r>
              <a:rPr sz="900" b="1" i="0">
                <a:solidFill>
                  <a:srgbClr val="E72D78"/>
                </a:solidFill>
                <a:latin typeface="Avenir Next"/>
                <a:ea typeface="Avenir Next"/>
                <a:cs typeface="Avenir Next"/>
              </a:rPr>
              <a:t>LA PALETA TIENE TRABAJO</a:t>
            </a:r>
          </a:p>
        </p:txBody>
      </p:sp>
      <p:sp>
        <p:nvSpPr>
          <p:cNvPr id="10" name="">
            <a:extLst xmlns:a="http://schemas.openxmlformats.org/drawingml/2006/main">
              <a:ext uri="{FF2B5EF4-FFF2-40B4-BE49-F238E27FC236}">
                <a16:creationId xmlns:a16="http://schemas.microsoft.com/office/drawing/2014/main" id="{64274CD9-1CDF-4FF8-A139-F34B07E8D503}"/>
              </a:ext>
            </a:extLst>
          </p:cNvPr>
          <p:cNvSpPr>
            <a:spLocks xmlns:a="http://schemas.openxmlformats.org/drawingml/2006/main" noGrp="1"/>
          </p:cNvSpPr>
          <p:nvPr/>
        </p:nvSpPr>
        <p:spPr>
          <a:xfrm xmlns:a="http://schemas.openxmlformats.org/drawingml/2006/main">
            <a:off x="609600" y="990600"/>
            <a:ext cx="1066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4050" b="1" i="0">
                <a:solidFill>
                  <a:srgbClr val="FFFFFF"/>
                </a:solidFill>
                <a:latin typeface="DIN Condensed"/>
                <a:ea typeface="DIN Condensed"/>
                <a:cs typeface="DIN Condensed"/>
              </a:defRPr>
            </a:pPr>
            <a:r>
              <a:rPr sz="4050" b="1" i="0">
                <a:solidFill>
                  <a:srgbClr val="FFFFFF"/>
                </a:solidFill>
                <a:latin typeface="DIN Condensed"/>
                <a:ea typeface="DIN Condensed"/>
                <a:cs typeface="DIN Condensed"/>
              </a:rPr>
              <a:t>Cada color orienta una fase y una emoción.</a:t>
            </a:r>
          </a:p>
        </p:txBody>
      </p:sp>
      <p:sp>
        <p:nvSpPr>
          <p:cNvPr id="11" name="">
            <a:extLst xmlns:a="http://schemas.openxmlformats.org/drawingml/2006/main">
              <a:ext uri="{FF2B5EF4-FFF2-40B4-BE49-F238E27FC236}">
                <a16:creationId xmlns:a16="http://schemas.microsoft.com/office/drawing/2014/main" id="{B3E0DE66-704E-43E4-874E-231E06DAD114}"/>
              </a:ext>
            </a:extLst>
          </p:cNvPr>
          <p:cNvSpPr>
            <a:spLocks xmlns:a="http://schemas.openxmlformats.org/drawingml/2006/main" noGrp="1"/>
          </p:cNvSpPr>
          <p:nvPr/>
        </p:nvSpPr>
        <p:spPr>
          <a:xfrm xmlns:a="http://schemas.openxmlformats.org/drawingml/2006/main">
            <a:off x="609600" y="182880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0" i="0">
                <a:solidFill>
                  <a:srgbClr val="FFFFFF">
                    <a:alpha val="78000"/>
                  </a:srgbClr>
                </a:solidFill>
                <a:latin typeface="Avenir Next"/>
                <a:ea typeface="Avenir Next"/>
                <a:cs typeface="Avenir Next"/>
              </a:defRPr>
            </a:pPr>
            <a:r>
              <a:rPr sz="1500" b="0" i="0">
                <a:solidFill>
                  <a:srgbClr val="FFFFFF">
                    <a:alpha val="78000"/>
                  </a:srgbClr>
                </a:solidFill>
                <a:latin typeface="Avenir Next"/>
                <a:ea typeface="Avenir Next"/>
                <a:cs typeface="Avenir Next"/>
              </a:rPr>
              <a:t>El sistema es colorido porque la feria lo es; la disciplina evita que se convierta en ruido.</a:t>
            </a:r>
          </a:p>
        </p:txBody>
      </p:sp>
      <p:sp>
        <p:nvSpPr>
          <p:cNvPr id="12" name="">
            <a:extLst xmlns:a="http://schemas.openxmlformats.org/drawingml/2006/main">
              <a:ext uri="{FF2B5EF4-FFF2-40B4-BE49-F238E27FC236}">
                <a16:creationId xmlns:a16="http://schemas.microsoft.com/office/drawing/2014/main" id="{FAB4B35B-3534-4B54-8CF1-A6074E6A0819}"/>
              </a:ext>
            </a:extLst>
          </p:cNvPr>
          <p:cNvSpPr>
            <a:spLocks xmlns:a="http://schemas.openxmlformats.org/drawingml/2006/main" noGrp="1"/>
          </p:cNvSpPr>
          <p:nvPr/>
        </p:nvSpPr>
        <p:spPr>
          <a:xfrm xmlns:a="http://schemas.openxmlformats.org/drawingml/2006/main">
            <a:off x="609600" y="2838450"/>
            <a:ext cx="1600200" cy="2381250"/>
          </a:xfrm>
          <a:prstGeom xmlns:a="http://schemas.openxmlformats.org/drawingml/2006/main" prst="rect">
            <a:avLst/>
          </a:prstGeom>
          <a:solidFill xmlns:a="http://schemas.openxmlformats.org/drawingml/2006/main">
            <a:srgbClr val="2B0D3B"/>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0560E444-54C2-4577-B735-24F36B06F2F8}"/>
              </a:ext>
            </a:extLst>
          </p:cNvPr>
          <p:cNvSpPr>
            <a:spLocks xmlns:a="http://schemas.openxmlformats.org/drawingml/2006/main" noGrp="1"/>
          </p:cNvSpPr>
          <p:nvPr/>
        </p:nvSpPr>
        <p:spPr>
          <a:xfrm xmlns:a="http://schemas.openxmlformats.org/drawingml/2006/main">
            <a:off x="742950" y="4362450"/>
            <a:ext cx="133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425" b="1" i="0">
                <a:solidFill>
                  <a:srgbClr val="FFFFFF"/>
                </a:solidFill>
                <a:latin typeface="DIN Condensed"/>
                <a:ea typeface="DIN Condensed"/>
                <a:cs typeface="DIN Condensed"/>
              </a:defRPr>
            </a:pPr>
            <a:r>
              <a:rPr sz="1425" b="1" i="0">
                <a:solidFill>
                  <a:srgbClr val="FFFFFF"/>
                </a:solidFill>
                <a:latin typeface="DIN Condensed"/>
                <a:ea typeface="DIN Condensed"/>
                <a:cs typeface="DIN Condensed"/>
              </a:rPr>
              <a:t>MEMORIA</a:t>
            </a:r>
          </a:p>
        </p:txBody>
      </p:sp>
      <p:sp>
        <p:nvSpPr>
          <p:cNvPr id="14" name="">
            <a:extLst xmlns:a="http://schemas.openxmlformats.org/drawingml/2006/main">
              <a:ext uri="{FF2B5EF4-FFF2-40B4-BE49-F238E27FC236}">
                <a16:creationId xmlns:a16="http://schemas.microsoft.com/office/drawing/2014/main" id="{0B9A4D19-CF6C-48BF-94A6-F430B21A0528}"/>
              </a:ext>
            </a:extLst>
          </p:cNvPr>
          <p:cNvSpPr>
            <a:spLocks xmlns:a="http://schemas.openxmlformats.org/drawingml/2006/main" noGrp="1"/>
          </p:cNvSpPr>
          <p:nvPr/>
        </p:nvSpPr>
        <p:spPr>
          <a:xfrm xmlns:a="http://schemas.openxmlformats.org/drawingml/2006/main">
            <a:off x="742950" y="4762500"/>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FFFFFF">
                    <a:alpha val="82000"/>
                  </a:srgbClr>
                </a:solidFill>
                <a:latin typeface="Avenir Next"/>
                <a:ea typeface="Avenir Next"/>
                <a:cs typeface="Avenir Next"/>
              </a:defRPr>
            </a:pPr>
            <a:r>
              <a:rPr sz="900" b="1" i="0">
                <a:solidFill>
                  <a:srgbClr val="FFFFFF">
                    <a:alpha val="82000"/>
                  </a:srgbClr>
                </a:solidFill>
                <a:latin typeface="Avenir Next"/>
                <a:ea typeface="Avenir Next"/>
                <a:cs typeface="Avenir Next"/>
              </a:rPr>
              <a:t>profundidad</a:t>
            </a:r>
          </a:p>
        </p:txBody>
      </p:sp>
      <p:sp>
        <p:nvSpPr>
          <p:cNvPr id="15" name="">
            <a:extLst xmlns:a="http://schemas.openxmlformats.org/drawingml/2006/main">
              <a:ext uri="{FF2B5EF4-FFF2-40B4-BE49-F238E27FC236}">
                <a16:creationId xmlns:a16="http://schemas.microsoft.com/office/drawing/2014/main" id="{0AABCD73-1221-41A3-9390-C0220A226EFF}"/>
              </a:ext>
            </a:extLst>
          </p:cNvPr>
          <p:cNvSpPr>
            <a:spLocks xmlns:a="http://schemas.openxmlformats.org/drawingml/2006/main" noGrp="1"/>
          </p:cNvSpPr>
          <p:nvPr/>
        </p:nvSpPr>
        <p:spPr>
          <a:xfrm xmlns:a="http://schemas.openxmlformats.org/drawingml/2006/main">
            <a:off x="2438400" y="2838450"/>
            <a:ext cx="1600200" cy="2381250"/>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E9211B1F-BE4D-484C-9D9B-01D9E242D480}"/>
              </a:ext>
            </a:extLst>
          </p:cNvPr>
          <p:cNvSpPr>
            <a:spLocks xmlns:a="http://schemas.openxmlformats.org/drawingml/2006/main" noGrp="1"/>
          </p:cNvSpPr>
          <p:nvPr/>
        </p:nvSpPr>
        <p:spPr>
          <a:xfrm xmlns:a="http://schemas.openxmlformats.org/drawingml/2006/main">
            <a:off x="2571750" y="4362450"/>
            <a:ext cx="133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425" b="1" i="0">
                <a:solidFill>
                  <a:srgbClr val="FFFFFF"/>
                </a:solidFill>
                <a:latin typeface="DIN Condensed"/>
                <a:ea typeface="DIN Condensed"/>
                <a:cs typeface="DIN Condensed"/>
              </a:defRPr>
            </a:pPr>
            <a:r>
              <a:rPr sz="1425" b="1" i="0">
                <a:solidFill>
                  <a:srgbClr val="FFFFFF"/>
                </a:solidFill>
                <a:latin typeface="DIN Condensed"/>
                <a:ea typeface="DIN Condensed"/>
                <a:cs typeface="DIN Condensed"/>
              </a:rPr>
              <a:t>LLAMADA</a:t>
            </a:r>
          </a:p>
        </p:txBody>
      </p:sp>
      <p:sp>
        <p:nvSpPr>
          <p:cNvPr id="17" name="">
            <a:extLst xmlns:a="http://schemas.openxmlformats.org/drawingml/2006/main">
              <a:ext uri="{FF2B5EF4-FFF2-40B4-BE49-F238E27FC236}">
                <a16:creationId xmlns:a16="http://schemas.microsoft.com/office/drawing/2014/main" id="{B5ACB5A6-DB82-49A5-9A94-20B5D5F0B7C8}"/>
              </a:ext>
            </a:extLst>
          </p:cNvPr>
          <p:cNvSpPr>
            <a:spLocks xmlns:a="http://schemas.openxmlformats.org/drawingml/2006/main" noGrp="1"/>
          </p:cNvSpPr>
          <p:nvPr/>
        </p:nvSpPr>
        <p:spPr>
          <a:xfrm xmlns:a="http://schemas.openxmlformats.org/drawingml/2006/main">
            <a:off x="2571750" y="4762500"/>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FFFFFF">
                    <a:alpha val="82000"/>
                  </a:srgbClr>
                </a:solidFill>
                <a:latin typeface="Avenir Next"/>
                <a:ea typeface="Avenir Next"/>
                <a:cs typeface="Avenir Next"/>
              </a:defRPr>
            </a:pPr>
            <a:r>
              <a:rPr sz="900" b="1" i="0">
                <a:solidFill>
                  <a:srgbClr val="FFFFFF">
                    <a:alpha val="82000"/>
                  </a:srgbClr>
                </a:solidFill>
                <a:latin typeface="Avenir Next"/>
                <a:ea typeface="Avenir Next"/>
                <a:cs typeface="Avenir Next"/>
              </a:rPr>
              <a:t>emoción</a:t>
            </a:r>
          </a:p>
        </p:txBody>
      </p:sp>
      <p:sp>
        <p:nvSpPr>
          <p:cNvPr id="18" name="">
            <a:extLst xmlns:a="http://schemas.openxmlformats.org/drawingml/2006/main">
              <a:ext uri="{FF2B5EF4-FFF2-40B4-BE49-F238E27FC236}">
                <a16:creationId xmlns:a16="http://schemas.microsoft.com/office/drawing/2014/main" id="{A986948E-88E8-4275-9903-CC719D09F5BA}"/>
              </a:ext>
            </a:extLst>
          </p:cNvPr>
          <p:cNvSpPr>
            <a:spLocks xmlns:a="http://schemas.openxmlformats.org/drawingml/2006/main" noGrp="1"/>
          </p:cNvSpPr>
          <p:nvPr/>
        </p:nvSpPr>
        <p:spPr>
          <a:xfrm xmlns:a="http://schemas.openxmlformats.org/drawingml/2006/main">
            <a:off x="4267200" y="2838450"/>
            <a:ext cx="1600200" cy="2381250"/>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7F836980-AB1E-4AF6-9DEC-D18B6BDFEB48}"/>
              </a:ext>
            </a:extLst>
          </p:cNvPr>
          <p:cNvSpPr>
            <a:spLocks xmlns:a="http://schemas.openxmlformats.org/drawingml/2006/main" noGrp="1"/>
          </p:cNvSpPr>
          <p:nvPr/>
        </p:nvSpPr>
        <p:spPr>
          <a:xfrm xmlns:a="http://schemas.openxmlformats.org/drawingml/2006/main">
            <a:off x="4400550" y="4362450"/>
            <a:ext cx="133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425" b="1" i="0">
                <a:solidFill>
                  <a:srgbClr val="FFFFFF"/>
                </a:solidFill>
                <a:latin typeface="DIN Condensed"/>
                <a:ea typeface="DIN Condensed"/>
                <a:cs typeface="DIN Condensed"/>
              </a:defRPr>
            </a:pPr>
            <a:r>
              <a:rPr sz="1425" b="1" i="0">
                <a:solidFill>
                  <a:srgbClr val="FFFFFF"/>
                </a:solidFill>
                <a:latin typeface="DIN Condensed"/>
                <a:ea typeface="DIN Condensed"/>
                <a:cs typeface="DIN Condensed"/>
              </a:rPr>
              <a:t>FERIA</a:t>
            </a:r>
          </a:p>
        </p:txBody>
      </p:sp>
      <p:sp>
        <p:nvSpPr>
          <p:cNvPr id="20" name="">
            <a:extLst xmlns:a="http://schemas.openxmlformats.org/drawingml/2006/main">
              <a:ext uri="{FF2B5EF4-FFF2-40B4-BE49-F238E27FC236}">
                <a16:creationId xmlns:a16="http://schemas.microsoft.com/office/drawing/2014/main" id="{86F1EE25-DCCD-49BB-9859-348B54B9E03E}"/>
              </a:ext>
            </a:extLst>
          </p:cNvPr>
          <p:cNvSpPr>
            <a:spLocks xmlns:a="http://schemas.openxmlformats.org/drawingml/2006/main" noGrp="1"/>
          </p:cNvSpPr>
          <p:nvPr/>
        </p:nvSpPr>
        <p:spPr>
          <a:xfrm xmlns:a="http://schemas.openxmlformats.org/drawingml/2006/main">
            <a:off x="4400550" y="4762500"/>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FFFFFF">
                    <a:alpha val="82000"/>
                  </a:srgbClr>
                </a:solidFill>
                <a:latin typeface="Avenir Next"/>
                <a:ea typeface="Avenir Next"/>
                <a:cs typeface="Avenir Next"/>
              </a:defRPr>
            </a:pPr>
            <a:r>
              <a:rPr sz="900" b="1" i="0">
                <a:solidFill>
                  <a:srgbClr val="FFFFFF">
                    <a:alpha val="82000"/>
                  </a:srgbClr>
                </a:solidFill>
                <a:latin typeface="Avenir Next"/>
                <a:ea typeface="Avenir Next"/>
                <a:cs typeface="Avenir Next"/>
              </a:rPr>
              <a:t>movimiento</a:t>
            </a:r>
          </a:p>
        </p:txBody>
      </p:sp>
      <p:sp>
        <p:nvSpPr>
          <p:cNvPr id="21" name="">
            <a:extLst xmlns:a="http://schemas.openxmlformats.org/drawingml/2006/main">
              <a:ext uri="{FF2B5EF4-FFF2-40B4-BE49-F238E27FC236}">
                <a16:creationId xmlns:a16="http://schemas.microsoft.com/office/drawing/2014/main" id="{6D5E43B2-E9AF-4E3F-9344-FF2CD18D8CE8}"/>
              </a:ext>
            </a:extLst>
          </p:cNvPr>
          <p:cNvSpPr>
            <a:spLocks xmlns:a="http://schemas.openxmlformats.org/drawingml/2006/main" noGrp="1"/>
          </p:cNvSpPr>
          <p:nvPr/>
        </p:nvSpPr>
        <p:spPr>
          <a:xfrm xmlns:a="http://schemas.openxmlformats.org/drawingml/2006/main">
            <a:off x="6096000" y="2838450"/>
            <a:ext cx="1600200" cy="2381250"/>
          </a:xfrm>
          <a:prstGeom xmlns:a="http://schemas.openxmlformats.org/drawingml/2006/main" prst="rect">
            <a:avLst/>
          </a:prstGeom>
          <a:solidFill xmlns:a="http://schemas.openxmlformats.org/drawingml/2006/main">
            <a:srgbClr val="FFC928"/>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5652BBB7-5C91-4828-8173-DBFA7E5BD11B}"/>
              </a:ext>
            </a:extLst>
          </p:cNvPr>
          <p:cNvSpPr>
            <a:spLocks xmlns:a="http://schemas.openxmlformats.org/drawingml/2006/main" noGrp="1"/>
          </p:cNvSpPr>
          <p:nvPr/>
        </p:nvSpPr>
        <p:spPr>
          <a:xfrm xmlns:a="http://schemas.openxmlformats.org/drawingml/2006/main">
            <a:off x="6229350" y="4362450"/>
            <a:ext cx="133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425" b="1" i="0">
                <a:solidFill>
                  <a:srgbClr val="FFFFFF"/>
                </a:solidFill>
                <a:latin typeface="DIN Condensed"/>
                <a:ea typeface="DIN Condensed"/>
                <a:cs typeface="DIN Condensed"/>
              </a:defRPr>
            </a:pPr>
            <a:r>
              <a:rPr sz="1425" b="1" i="0">
                <a:solidFill>
                  <a:srgbClr val="FFFFFF"/>
                </a:solidFill>
                <a:latin typeface="DIN Condensed"/>
                <a:ea typeface="DIN Condensed"/>
                <a:cs typeface="DIN Condensed"/>
              </a:rPr>
              <a:t>ENERGÍA</a:t>
            </a:r>
          </a:p>
        </p:txBody>
      </p:sp>
      <p:sp>
        <p:nvSpPr>
          <p:cNvPr id="23" name="">
            <a:extLst xmlns:a="http://schemas.openxmlformats.org/drawingml/2006/main">
              <a:ext uri="{FF2B5EF4-FFF2-40B4-BE49-F238E27FC236}">
                <a16:creationId xmlns:a16="http://schemas.microsoft.com/office/drawing/2014/main" id="{241B9E6C-ABB5-4EB7-B077-C4EC9350DAA1}"/>
              </a:ext>
            </a:extLst>
          </p:cNvPr>
          <p:cNvSpPr>
            <a:spLocks xmlns:a="http://schemas.openxmlformats.org/drawingml/2006/main" noGrp="1"/>
          </p:cNvSpPr>
          <p:nvPr/>
        </p:nvSpPr>
        <p:spPr>
          <a:xfrm xmlns:a="http://schemas.openxmlformats.org/drawingml/2006/main">
            <a:off x="6229350" y="4762500"/>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FFFFFF">
                    <a:alpha val="82000"/>
                  </a:srgbClr>
                </a:solidFill>
                <a:latin typeface="Avenir Next"/>
                <a:ea typeface="Avenir Next"/>
                <a:cs typeface="Avenir Next"/>
              </a:defRPr>
            </a:pPr>
            <a:r>
              <a:rPr sz="900" b="1" i="0">
                <a:solidFill>
                  <a:srgbClr val="FFFFFF">
                    <a:alpha val="82000"/>
                  </a:srgbClr>
                </a:solidFill>
                <a:latin typeface="Avenir Next"/>
                <a:ea typeface="Avenir Next"/>
                <a:cs typeface="Avenir Next"/>
              </a:rPr>
              <a:t>celebración</a:t>
            </a:r>
          </a:p>
        </p:txBody>
      </p:sp>
      <p:sp>
        <p:nvSpPr>
          <p:cNvPr id="24" name="">
            <a:extLst xmlns:a="http://schemas.openxmlformats.org/drawingml/2006/main">
              <a:ext uri="{FF2B5EF4-FFF2-40B4-BE49-F238E27FC236}">
                <a16:creationId xmlns:a16="http://schemas.microsoft.com/office/drawing/2014/main" id="{E5D9EDA9-7C1B-45EB-8C40-D98A743D1FA1}"/>
              </a:ext>
            </a:extLst>
          </p:cNvPr>
          <p:cNvSpPr>
            <a:spLocks xmlns:a="http://schemas.openxmlformats.org/drawingml/2006/main" noGrp="1"/>
          </p:cNvSpPr>
          <p:nvPr/>
        </p:nvSpPr>
        <p:spPr>
          <a:xfrm xmlns:a="http://schemas.openxmlformats.org/drawingml/2006/main">
            <a:off x="7924800" y="2838450"/>
            <a:ext cx="1600200" cy="2381250"/>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5EB6950C-40B1-41B4-9419-0DAFD5DF0E4E}"/>
              </a:ext>
            </a:extLst>
          </p:cNvPr>
          <p:cNvSpPr>
            <a:spLocks xmlns:a="http://schemas.openxmlformats.org/drawingml/2006/main" noGrp="1"/>
          </p:cNvSpPr>
          <p:nvPr/>
        </p:nvSpPr>
        <p:spPr>
          <a:xfrm xmlns:a="http://schemas.openxmlformats.org/drawingml/2006/main">
            <a:off x="8058150" y="4362450"/>
            <a:ext cx="133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425" b="1" i="0">
                <a:solidFill>
                  <a:srgbClr val="FFFFFF"/>
                </a:solidFill>
                <a:latin typeface="DIN Condensed"/>
                <a:ea typeface="DIN Condensed"/>
                <a:cs typeface="DIN Condensed"/>
              </a:defRPr>
            </a:pPr>
            <a:r>
              <a:rPr sz="1425" b="1" i="0">
                <a:solidFill>
                  <a:srgbClr val="FFFFFF"/>
                </a:solidFill>
                <a:latin typeface="DIN Condensed"/>
                <a:ea typeface="DIN Condensed"/>
                <a:cs typeface="DIN Condensed"/>
              </a:rPr>
              <a:t>SERVICIO</a:t>
            </a:r>
          </a:p>
        </p:txBody>
      </p:sp>
      <p:sp>
        <p:nvSpPr>
          <p:cNvPr id="26" name="">
            <a:extLst xmlns:a="http://schemas.openxmlformats.org/drawingml/2006/main">
              <a:ext uri="{FF2B5EF4-FFF2-40B4-BE49-F238E27FC236}">
                <a16:creationId xmlns:a16="http://schemas.microsoft.com/office/drawing/2014/main" id="{89A1D221-E6F7-4B98-A6FF-4D2D632CD3B4}"/>
              </a:ext>
            </a:extLst>
          </p:cNvPr>
          <p:cNvSpPr>
            <a:spLocks xmlns:a="http://schemas.openxmlformats.org/drawingml/2006/main" noGrp="1"/>
          </p:cNvSpPr>
          <p:nvPr/>
        </p:nvSpPr>
        <p:spPr>
          <a:xfrm xmlns:a="http://schemas.openxmlformats.org/drawingml/2006/main">
            <a:off x="8058150" y="4762500"/>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FFFFFF">
                    <a:alpha val="82000"/>
                  </a:srgbClr>
                </a:solidFill>
                <a:latin typeface="Avenir Next"/>
                <a:ea typeface="Avenir Next"/>
                <a:cs typeface="Avenir Next"/>
              </a:defRPr>
            </a:pPr>
            <a:r>
              <a:rPr sz="900" b="1" i="0">
                <a:solidFill>
                  <a:srgbClr val="FFFFFF">
                    <a:alpha val="82000"/>
                  </a:srgbClr>
                </a:solidFill>
                <a:latin typeface="Avenir Next"/>
                <a:ea typeface="Avenir Next"/>
                <a:cs typeface="Avenir Next"/>
              </a:rPr>
              <a:t>orientación</a:t>
            </a:r>
          </a:p>
        </p:txBody>
      </p:sp>
      <p:sp>
        <p:nvSpPr>
          <p:cNvPr id="27" name="">
            <a:extLst xmlns:a="http://schemas.openxmlformats.org/drawingml/2006/main">
              <a:ext uri="{FF2B5EF4-FFF2-40B4-BE49-F238E27FC236}">
                <a16:creationId xmlns:a16="http://schemas.microsoft.com/office/drawing/2014/main" id="{9BF85B81-4542-4FEF-A31C-F79E5D5B80E2}"/>
              </a:ext>
            </a:extLst>
          </p:cNvPr>
          <p:cNvSpPr>
            <a:spLocks xmlns:a="http://schemas.openxmlformats.org/drawingml/2006/main" noGrp="1"/>
          </p:cNvSpPr>
          <p:nvPr/>
        </p:nvSpPr>
        <p:spPr>
          <a:xfrm xmlns:a="http://schemas.openxmlformats.org/drawingml/2006/main">
            <a:off x="9753600" y="2838450"/>
            <a:ext cx="1600200" cy="2381250"/>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ECEE2F71-7FDD-4798-84FA-463FDD930487}"/>
              </a:ext>
            </a:extLst>
          </p:cNvPr>
          <p:cNvSpPr>
            <a:spLocks xmlns:a="http://schemas.openxmlformats.org/drawingml/2006/main" noGrp="1"/>
          </p:cNvSpPr>
          <p:nvPr/>
        </p:nvSpPr>
        <p:spPr>
          <a:xfrm xmlns:a="http://schemas.openxmlformats.org/drawingml/2006/main">
            <a:off x="9886950" y="4362450"/>
            <a:ext cx="133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425" b="1" i="0">
                <a:solidFill>
                  <a:srgbClr val="FFFFFF"/>
                </a:solidFill>
                <a:latin typeface="DIN Condensed"/>
                <a:ea typeface="DIN Condensed"/>
                <a:cs typeface="DIN Condensed"/>
              </a:defRPr>
            </a:pPr>
            <a:r>
              <a:rPr sz="1425" b="1" i="0">
                <a:solidFill>
                  <a:srgbClr val="FFFFFF"/>
                </a:solidFill>
                <a:latin typeface="DIN Condensed"/>
                <a:ea typeface="DIN Condensed"/>
                <a:cs typeface="DIN Condensed"/>
              </a:rPr>
              <a:t>NOCHE</a:t>
            </a:r>
          </a:p>
        </p:txBody>
      </p:sp>
      <p:sp>
        <p:nvSpPr>
          <p:cNvPr id="29" name="">
            <a:extLst xmlns:a="http://schemas.openxmlformats.org/drawingml/2006/main">
              <a:ext uri="{FF2B5EF4-FFF2-40B4-BE49-F238E27FC236}">
                <a16:creationId xmlns:a16="http://schemas.microsoft.com/office/drawing/2014/main" id="{F3D2E3EE-615A-4CC0-A2BB-3C12A547A352}"/>
              </a:ext>
            </a:extLst>
          </p:cNvPr>
          <p:cNvSpPr>
            <a:spLocks xmlns:a="http://schemas.openxmlformats.org/drawingml/2006/main" noGrp="1"/>
          </p:cNvSpPr>
          <p:nvPr/>
        </p:nvSpPr>
        <p:spPr>
          <a:xfrm xmlns:a="http://schemas.openxmlformats.org/drawingml/2006/main">
            <a:off x="9886950" y="4762500"/>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FFFFFF">
                    <a:alpha val="82000"/>
                  </a:srgbClr>
                </a:solidFill>
                <a:latin typeface="Avenir Next"/>
                <a:ea typeface="Avenir Next"/>
                <a:cs typeface="Avenir Next"/>
              </a:defRPr>
            </a:pPr>
            <a:r>
              <a:rPr sz="900" b="1" i="0">
                <a:solidFill>
                  <a:srgbClr val="FFFFFF">
                    <a:alpha val="82000"/>
                  </a:srgbClr>
                </a:solidFill>
                <a:latin typeface="Avenir Next"/>
                <a:ea typeface="Avenir Next"/>
                <a:cs typeface="Avenir Next"/>
              </a:rPr>
              <a:t>escala musical</a:t>
            </a:r>
          </a:p>
        </p:txBody>
      </p:sp>
      <p:sp>
        <p:nvSpPr>
          <p:cNvPr id="30" name="">
            <a:extLst xmlns:a="http://schemas.openxmlformats.org/drawingml/2006/main">
              <a:ext uri="{FF2B5EF4-FFF2-40B4-BE49-F238E27FC236}">
                <a16:creationId xmlns:a16="http://schemas.microsoft.com/office/drawing/2014/main" id="{B40F06FA-0162-4B98-949E-98C9D4CF3C59}"/>
              </a:ext>
            </a:extLst>
          </p:cNvPr>
          <p:cNvSpPr>
            <a:spLocks xmlns:a="http://schemas.openxmlformats.org/drawingml/2006/main" noGrp="1"/>
          </p:cNvSpPr>
          <p:nvPr/>
        </p:nvSpPr>
        <p:spPr>
          <a:xfrm xmlns:a="http://schemas.openxmlformats.org/drawingml/2006/main">
            <a:off x="609600" y="5581650"/>
            <a:ext cx="10972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125" b="1" i="0">
                <a:solidFill>
                  <a:srgbClr val="FFF7EA"/>
                </a:solidFill>
                <a:latin typeface="Avenir Next"/>
                <a:ea typeface="Avenir Next"/>
                <a:cs typeface="Avenir Next"/>
              </a:defRPr>
            </a:pPr>
            <a:r>
              <a:rPr sz="1125" b="1" i="0">
                <a:solidFill>
                  <a:srgbClr val="FFF7EA"/>
                </a:solidFill>
                <a:latin typeface="Avenir Next"/>
                <a:ea typeface="Avenir Next"/>
                <a:cs typeface="Avenir Next"/>
              </a:rPr>
              <a:t>CREMA Y BLANCO CÁLIDO DAN AIRE, LECTURA Y CONTRASTE.</a:t>
            </a:r>
          </a:p>
        </p:txBody>
      </p:sp>
    </p:spTree>
    <p:extLst>
      <p:ext uri="{BB962C8B-B14F-4D97-AF65-F5344CB8AC3E}">
        <p14:creationId xmlns:p14="http://schemas.microsoft.com/office/powerpoint/2010/main" val="414713694"/>
      </p:ext>
    </p:extLst>
  </p:cSld>
</p:sld>
</file>

<file path=ppt/slides/slide24.xml><?xml version="1.0" encoding="utf-8"?>
<p:sld xmlns:p="http://schemas.openxmlformats.org/presentationml/2006/main">
  <p:cSld>
    <p:bg>
      <p:bgPr>
        <a:solidFill xmlns:a="http://schemas.openxmlformats.org/drawingml/2006/main">
          <a:srgbClr val="FF6A1A"/>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D84C01D8-573D-426E-ADA7-0C1044566AC3}"/>
              </a:ext>
            </a:extLst>
          </p:cNvPr>
          <p:cNvSpPr>
            <a:spLocks xmlns:a="http://schemas.openxmlformats.org/drawingml/2006/main" noGrp="1"/>
          </p:cNvSpPr>
          <p:nvPr/>
        </p:nvSpPr>
        <p:spPr>
          <a:xfrm xmlns:a="http://schemas.openxmlformats.org/drawingml/2006/main">
            <a:off x="0" y="0"/>
            <a:ext cx="2438400" cy="66675"/>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2892A70-41A1-4CBB-8032-A949810515D9}"/>
              </a:ext>
            </a:extLst>
          </p:cNvPr>
          <p:cNvSpPr>
            <a:spLocks xmlns:a="http://schemas.openxmlformats.org/drawingml/2006/main" noGrp="1"/>
          </p:cNvSpPr>
          <p:nvPr/>
        </p:nvSpPr>
        <p:spPr>
          <a:xfrm xmlns:a="http://schemas.openxmlformats.org/drawingml/2006/main">
            <a:off x="2438400" y="0"/>
            <a:ext cx="2438400" cy="66675"/>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45DC2A49-00CF-4EA9-A4C3-94A41FEB94AD}"/>
              </a:ext>
            </a:extLst>
          </p:cNvPr>
          <p:cNvSpPr>
            <a:spLocks xmlns:a="http://schemas.openxmlformats.org/drawingml/2006/main" noGrp="1"/>
          </p:cNvSpPr>
          <p:nvPr/>
        </p:nvSpPr>
        <p:spPr>
          <a:xfrm xmlns:a="http://schemas.openxmlformats.org/drawingml/2006/main">
            <a:off x="4876800" y="0"/>
            <a:ext cx="2438400" cy="66675"/>
          </a:xfrm>
          <a:prstGeom xmlns:a="http://schemas.openxmlformats.org/drawingml/2006/main" prst="rect">
            <a:avLst/>
          </a:prstGeom>
          <a:solidFill xmlns:a="http://schemas.openxmlformats.org/drawingml/2006/main">
            <a:srgbClr val="FFC92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92E8AE6-9168-4C1C-8109-4A0DEECCF5D4}"/>
              </a:ext>
            </a:extLst>
          </p:cNvPr>
          <p:cNvSpPr>
            <a:spLocks xmlns:a="http://schemas.openxmlformats.org/drawingml/2006/main" noGrp="1"/>
          </p:cNvSpPr>
          <p:nvPr/>
        </p:nvSpPr>
        <p:spPr>
          <a:xfrm xmlns:a="http://schemas.openxmlformats.org/drawingml/2006/main">
            <a:off x="7315200" y="0"/>
            <a:ext cx="2438400" cy="66675"/>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9F731B1B-1589-436E-AFC5-1C72C7817A4A}"/>
              </a:ext>
            </a:extLst>
          </p:cNvPr>
          <p:cNvSpPr>
            <a:spLocks xmlns:a="http://schemas.openxmlformats.org/drawingml/2006/main" noGrp="1"/>
          </p:cNvSpPr>
          <p:nvPr/>
        </p:nvSpPr>
        <p:spPr>
          <a:xfrm xmlns:a="http://schemas.openxmlformats.org/drawingml/2006/main">
            <a:off x="9753600" y="0"/>
            <a:ext cx="2438400" cy="66675"/>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CFDE428D-3F8E-4930-866E-7D6354EB061A}"/>
              </a:ext>
            </a:extLst>
          </p:cNvPr>
          <p:cNvSpPr>
            <a:spLocks xmlns:a="http://schemas.openxmlformats.org/drawingml/2006/main" noGrp="1"/>
          </p:cNvSpPr>
          <p:nvPr/>
        </p:nvSpPr>
        <p:spPr>
          <a:xfrm xmlns:a="http://schemas.openxmlformats.org/drawingml/2006/main">
            <a:off x="609600" y="26670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FFC928"/>
                </a:solidFill>
                <a:latin typeface="Avenir Next"/>
                <a:ea typeface="Avenir Next"/>
                <a:cs typeface="Avenir Next"/>
              </a:defRPr>
            </a:pPr>
            <a:r>
              <a:rPr sz="825" b="1" i="0">
                <a:solidFill>
                  <a:srgbClr val="FFC928"/>
                </a:solidFill>
                <a:latin typeface="Avenir Next"/>
                <a:ea typeface="Avenir Next"/>
                <a:cs typeface="Avenir Next"/>
              </a:rPr>
              <a:t>DIRECCIÓN AUDIOVISUAL</a:t>
            </a:r>
          </a:p>
        </p:txBody>
      </p:sp>
      <p:sp>
        <p:nvSpPr>
          <p:cNvPr id="7" name="">
            <a:extLst xmlns:a="http://schemas.openxmlformats.org/drawingml/2006/main">
              <a:ext uri="{FF2B5EF4-FFF2-40B4-BE49-F238E27FC236}">
                <a16:creationId xmlns:a16="http://schemas.microsoft.com/office/drawing/2014/main" id="{AEC0B3EB-EACF-49D9-BA2B-D5301CE78360}"/>
              </a:ext>
            </a:extLst>
          </p:cNvPr>
          <p:cNvSpPr>
            <a:spLocks xmlns:a="http://schemas.openxmlformats.org/drawingml/2006/main" noGrp="1"/>
          </p:cNvSpPr>
          <p:nvPr/>
        </p:nvSpPr>
        <p:spPr>
          <a:xfrm xmlns:a="http://schemas.openxmlformats.org/drawingml/2006/main">
            <a:off x="609600" y="6534150"/>
            <a:ext cx="4762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675" b="1" i="0">
                <a:solidFill>
                  <a:srgbClr val="FFFFFF">
                    <a:alpha val="52000"/>
                  </a:srgbClr>
                </a:solidFill>
                <a:latin typeface="Avenir Next"/>
                <a:ea typeface="Avenir Next"/>
                <a:cs typeface="Avenir Next"/>
              </a:defRPr>
            </a:pPr>
            <a:r>
              <a:rPr sz="675" b="1" i="0">
                <a:solidFill>
                  <a:srgbClr val="FFFFFF">
                    <a:alpha val="52000"/>
                  </a:srgbClr>
                </a:solidFill>
                <a:latin typeface="Avenir Next"/>
                <a:ea typeface="Avenir Next"/>
                <a:cs typeface="Avenir Next"/>
              </a:rPr>
              <a:t>DOCUMENTO INTERNO · PROPUESTA EN REVISIÓN</a:t>
            </a:r>
          </a:p>
        </p:txBody>
      </p:sp>
      <p:sp>
        <p:nvSpPr>
          <p:cNvPr id="8" name="">
            <a:extLst xmlns:a="http://schemas.openxmlformats.org/drawingml/2006/main">
              <a:ext uri="{FF2B5EF4-FFF2-40B4-BE49-F238E27FC236}">
                <a16:creationId xmlns:a16="http://schemas.microsoft.com/office/drawing/2014/main" id="{AD50FE9A-5CF2-41E3-89FA-51D0A17C5E3E}"/>
              </a:ext>
            </a:extLst>
          </p:cNvPr>
          <p:cNvSpPr>
            <a:spLocks xmlns:a="http://schemas.openxmlformats.org/drawingml/2006/main" noGrp="1"/>
          </p:cNvSpPr>
          <p:nvPr/>
        </p:nvSpPr>
        <p:spPr>
          <a:xfrm xmlns:a="http://schemas.openxmlformats.org/drawingml/2006/main">
            <a:off x="11239500" y="6505575"/>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750" b="1" i="0">
                <a:solidFill>
                  <a:srgbClr val="FFFFFF">
                    <a:alpha val="52000"/>
                  </a:srgbClr>
                </a:solidFill>
                <a:latin typeface="Avenir Next"/>
                <a:ea typeface="Avenir Next"/>
                <a:cs typeface="Avenir Next"/>
              </a:defRPr>
            </a:pPr>
            <a:r>
              <a:rPr sz="750" b="1" i="0">
                <a:solidFill>
                  <a:srgbClr val="FFFFFF">
                    <a:alpha val="52000"/>
                  </a:srgbClr>
                </a:solidFill>
                <a:latin typeface="Avenir Next"/>
                <a:ea typeface="Avenir Next"/>
                <a:cs typeface="Avenir Next"/>
              </a:rPr>
              <a:t>24</a:t>
            </a:r>
          </a:p>
        </p:txBody>
      </p:sp>
      <p:sp>
        <p:nvSpPr>
          <p:cNvPr id="9" name="">
            <a:extLst xmlns:a="http://schemas.openxmlformats.org/drawingml/2006/main">
              <a:ext uri="{FF2B5EF4-FFF2-40B4-BE49-F238E27FC236}">
                <a16:creationId xmlns:a16="http://schemas.microsoft.com/office/drawing/2014/main" id="{B8F8BDCD-BDFF-45BA-B405-C53D3808842F}"/>
              </a:ext>
            </a:extLst>
          </p:cNvPr>
          <p:cNvSpPr>
            <a:spLocks xmlns:a="http://schemas.openxmlformats.org/drawingml/2006/main" noGrp="1"/>
          </p:cNvSpPr>
          <p:nvPr/>
        </p:nvSpPr>
        <p:spPr>
          <a:xfrm xmlns:a="http://schemas.openxmlformats.org/drawingml/2006/main">
            <a:off x="609600" y="666750"/>
            <a:ext cx="1066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FFC928"/>
                </a:solidFill>
                <a:latin typeface="Avenir Next"/>
                <a:ea typeface="Avenir Next"/>
                <a:cs typeface="Avenir Next"/>
              </a:defRPr>
            </a:pPr>
            <a:r>
              <a:rPr sz="900" b="1" i="0">
                <a:solidFill>
                  <a:srgbClr val="FFC928"/>
                </a:solidFill>
                <a:latin typeface="Avenir Next"/>
                <a:ea typeface="Avenir Next"/>
                <a:cs typeface="Avenir Next"/>
              </a:rPr>
              <a:t>PARTITURA Y MONTAJE</a:t>
            </a:r>
          </a:p>
        </p:txBody>
      </p:sp>
      <p:sp>
        <p:nvSpPr>
          <p:cNvPr id="10" name="">
            <a:extLst xmlns:a="http://schemas.openxmlformats.org/drawingml/2006/main">
              <a:ext uri="{FF2B5EF4-FFF2-40B4-BE49-F238E27FC236}">
                <a16:creationId xmlns:a16="http://schemas.microsoft.com/office/drawing/2014/main" id="{D93878C4-2BE3-48FF-B0D7-2C98CD960CA0}"/>
              </a:ext>
            </a:extLst>
          </p:cNvPr>
          <p:cNvSpPr>
            <a:spLocks xmlns:a="http://schemas.openxmlformats.org/drawingml/2006/main" noGrp="1"/>
          </p:cNvSpPr>
          <p:nvPr/>
        </p:nvSpPr>
        <p:spPr>
          <a:xfrm xmlns:a="http://schemas.openxmlformats.org/drawingml/2006/main">
            <a:off x="609600" y="990600"/>
            <a:ext cx="1066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4050" b="1" i="0">
                <a:solidFill>
                  <a:srgbClr val="FFFFFF"/>
                </a:solidFill>
                <a:latin typeface="DIN Condensed"/>
                <a:ea typeface="DIN Condensed"/>
                <a:cs typeface="DIN Condensed"/>
              </a:defRPr>
            </a:pPr>
            <a:r>
              <a:rPr sz="4050" b="1" i="0">
                <a:solidFill>
                  <a:srgbClr val="FFFFFF"/>
                </a:solidFill>
                <a:latin typeface="DIN Condensed"/>
                <a:ea typeface="DIN Condensed"/>
                <a:cs typeface="DIN Condensed"/>
              </a:rPr>
              <a:t>La emoción se construye segundo a segundo.</a:t>
            </a:r>
          </a:p>
        </p:txBody>
      </p:sp>
      <p:sp>
        <p:nvSpPr>
          <p:cNvPr id="11" name="">
            <a:extLst xmlns:a="http://schemas.openxmlformats.org/drawingml/2006/main">
              <a:ext uri="{FF2B5EF4-FFF2-40B4-BE49-F238E27FC236}">
                <a16:creationId xmlns:a16="http://schemas.microsoft.com/office/drawing/2014/main" id="{495A6827-EBCB-4DC5-A8A0-99C833014141}"/>
              </a:ext>
            </a:extLst>
          </p:cNvPr>
          <p:cNvSpPr>
            <a:spLocks xmlns:a="http://schemas.openxmlformats.org/drawingml/2006/main" noGrp="1"/>
          </p:cNvSpPr>
          <p:nvPr/>
        </p:nvSpPr>
        <p:spPr>
          <a:xfrm xmlns:a="http://schemas.openxmlformats.org/drawingml/2006/main">
            <a:off x="609600" y="182880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0" i="0">
                <a:solidFill>
                  <a:srgbClr val="FFFFFF">
                    <a:alpha val="78000"/>
                  </a:srgbClr>
                </a:solidFill>
                <a:latin typeface="Avenir Next"/>
                <a:ea typeface="Avenir Next"/>
                <a:cs typeface="Avenir Next"/>
              </a:defRPr>
            </a:pPr>
            <a:r>
              <a:rPr sz="1500" b="0" i="0">
                <a:solidFill>
                  <a:srgbClr val="FFFFFF">
                    <a:alpha val="78000"/>
                  </a:srgbClr>
                </a:solidFill>
                <a:latin typeface="Avenir Next"/>
                <a:ea typeface="Avenir Next"/>
                <a:cs typeface="Avenir Next"/>
              </a:rPr>
              <a:t>Empezamos íntimos. Terminamos colectivos. El asombro nace del contraste entre sonido real, rostro, movimiento y escala.</a:t>
            </a:r>
          </a:p>
        </p:txBody>
      </p:sp>
      <p:sp>
        <p:nvSpPr>
          <p:cNvPr id="12" name="">
            <a:extLst xmlns:a="http://schemas.openxmlformats.org/drawingml/2006/main">
              <a:ext uri="{FF2B5EF4-FFF2-40B4-BE49-F238E27FC236}">
                <a16:creationId xmlns:a16="http://schemas.microsoft.com/office/drawing/2014/main" id="{EE5C29B1-EF60-462C-A12C-BF00871B475D}"/>
              </a:ext>
            </a:extLst>
          </p:cNvPr>
          <p:cNvSpPr>
            <a:spLocks xmlns:a="http://schemas.openxmlformats.org/drawingml/2006/main" noGrp="1"/>
          </p:cNvSpPr>
          <p:nvPr/>
        </p:nvSpPr>
        <p:spPr>
          <a:xfrm xmlns:a="http://schemas.openxmlformats.org/drawingml/2006/main">
            <a:off x="609600" y="3048000"/>
            <a:ext cx="1581150" cy="1981200"/>
          </a:xfrm>
          <a:prstGeom xmlns:a="http://schemas.openxmlformats.org/drawingml/2006/main" prst="rect">
            <a:avLst/>
          </a:prstGeom>
          <a:solidFill xmlns:a="http://schemas.openxmlformats.org/drawingml/2006/main">
            <a:srgbClr val="160A22"/>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84B23A21-20D5-4D75-9881-764DCFB08E4C}"/>
              </a:ext>
            </a:extLst>
          </p:cNvPr>
          <p:cNvSpPr>
            <a:spLocks xmlns:a="http://schemas.openxmlformats.org/drawingml/2006/main" noGrp="1"/>
          </p:cNvSpPr>
          <p:nvPr/>
        </p:nvSpPr>
        <p:spPr>
          <a:xfrm xmlns:a="http://schemas.openxmlformats.org/drawingml/2006/main">
            <a:off x="742950" y="3219450"/>
            <a:ext cx="571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261"/>
          </a:bodyPr>
          <a:lstStyle xmlns:a="http://schemas.openxmlformats.org/drawingml/2006/main"/>
          <a:p xmlns:a="http://schemas.openxmlformats.org/drawingml/2006/main">
            <a:pPr algn="l">
              <a:lnSpc>
                <a:spcPct val="105000"/>
              </a:lnSpc>
              <a:buNone/>
              <a:defRPr sz="3150" b="1" i="0">
                <a:solidFill>
                  <a:srgbClr val="FFFFFF">
                    <a:alpha val="76000"/>
                  </a:srgbClr>
                </a:solidFill>
                <a:latin typeface="DIN Condensed"/>
                <a:ea typeface="DIN Condensed"/>
                <a:cs typeface="DIN Condensed"/>
              </a:defRPr>
            </a:pPr>
            <a:r>
              <a:rPr sz="3150" b="1" i="0">
                <a:solidFill>
                  <a:srgbClr val="FFFFFF">
                    <a:alpha val="76000"/>
                  </a:srgbClr>
                </a:solidFill>
                <a:latin typeface="DIN Condensed"/>
                <a:ea typeface="DIN Condensed"/>
                <a:cs typeface="DIN Condensed"/>
              </a:rPr>
              <a:t>01</a:t>
            </a:r>
          </a:p>
        </p:txBody>
      </p:sp>
      <p:sp>
        <p:nvSpPr>
          <p:cNvPr id="14" name="">
            <a:extLst xmlns:a="http://schemas.openxmlformats.org/drawingml/2006/main">
              <a:ext uri="{FF2B5EF4-FFF2-40B4-BE49-F238E27FC236}">
                <a16:creationId xmlns:a16="http://schemas.microsoft.com/office/drawing/2014/main" id="{3C13BA42-F6EF-4B05-A4B7-BCA67EB646C0}"/>
              </a:ext>
            </a:extLst>
          </p:cNvPr>
          <p:cNvSpPr>
            <a:spLocks xmlns:a="http://schemas.openxmlformats.org/drawingml/2006/main" noGrp="1"/>
          </p:cNvSpPr>
          <p:nvPr/>
        </p:nvSpPr>
        <p:spPr>
          <a:xfrm xmlns:a="http://schemas.openxmlformats.org/drawingml/2006/main">
            <a:off x="742950" y="3943350"/>
            <a:ext cx="1314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425" b="1" i="0">
                <a:solidFill>
                  <a:srgbClr val="FFFFFF"/>
                </a:solidFill>
                <a:latin typeface="DIN Condensed"/>
                <a:ea typeface="DIN Condensed"/>
                <a:cs typeface="DIN Condensed"/>
              </a:defRPr>
            </a:pPr>
            <a:r>
              <a:rPr sz="1425" b="1" i="0">
                <a:solidFill>
                  <a:srgbClr val="FFFFFF"/>
                </a:solidFill>
                <a:latin typeface="DIN Condensed"/>
                <a:ea typeface="DIN Condensed"/>
                <a:cs typeface="DIN Condensed"/>
              </a:rPr>
              <a:t>SILENCIO</a:t>
            </a:r>
          </a:p>
        </p:txBody>
      </p:sp>
      <p:sp>
        <p:nvSpPr>
          <p:cNvPr id="15" name="">
            <a:extLst xmlns:a="http://schemas.openxmlformats.org/drawingml/2006/main">
              <a:ext uri="{FF2B5EF4-FFF2-40B4-BE49-F238E27FC236}">
                <a16:creationId xmlns:a16="http://schemas.microsoft.com/office/drawing/2014/main" id="{1D9E06E5-6FB5-4C21-8D56-DC01729B9D7D}"/>
              </a:ext>
            </a:extLst>
          </p:cNvPr>
          <p:cNvSpPr>
            <a:spLocks xmlns:a="http://schemas.openxmlformats.org/drawingml/2006/main" noGrp="1"/>
          </p:cNvSpPr>
          <p:nvPr/>
        </p:nvSpPr>
        <p:spPr>
          <a:xfrm xmlns:a="http://schemas.openxmlformats.org/drawingml/2006/main">
            <a:off x="742950" y="4400550"/>
            <a:ext cx="13144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una respiración</a:t>
            </a:r>
          </a:p>
        </p:txBody>
      </p:sp>
      <p:sp>
        <p:nvSpPr>
          <p:cNvPr id="16" name="">
            <a:extLst xmlns:a="http://schemas.openxmlformats.org/drawingml/2006/main">
              <a:ext uri="{FF2B5EF4-FFF2-40B4-BE49-F238E27FC236}">
                <a16:creationId xmlns:a16="http://schemas.microsoft.com/office/drawing/2014/main" id="{F85D3AF1-BC70-49DB-B00B-4C091A72D2DA}"/>
              </a:ext>
            </a:extLst>
          </p:cNvPr>
          <p:cNvSpPr>
            <a:spLocks xmlns:a="http://schemas.openxmlformats.org/drawingml/2006/main" noGrp="1"/>
          </p:cNvSpPr>
          <p:nvPr/>
        </p:nvSpPr>
        <p:spPr>
          <a:xfrm xmlns:a="http://schemas.openxmlformats.org/drawingml/2006/main">
            <a:off x="2419350" y="3048000"/>
            <a:ext cx="1581150" cy="1981200"/>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95AB6115-C2AE-47BF-A0C2-2297B2ADF3DD}"/>
              </a:ext>
            </a:extLst>
          </p:cNvPr>
          <p:cNvSpPr>
            <a:spLocks xmlns:a="http://schemas.openxmlformats.org/drawingml/2006/main" noGrp="1"/>
          </p:cNvSpPr>
          <p:nvPr/>
        </p:nvSpPr>
        <p:spPr>
          <a:xfrm xmlns:a="http://schemas.openxmlformats.org/drawingml/2006/main">
            <a:off x="2552700" y="3219450"/>
            <a:ext cx="571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261"/>
          </a:bodyPr>
          <a:lstStyle xmlns:a="http://schemas.openxmlformats.org/drawingml/2006/main"/>
          <a:p xmlns:a="http://schemas.openxmlformats.org/drawingml/2006/main">
            <a:pPr algn="l">
              <a:lnSpc>
                <a:spcPct val="105000"/>
              </a:lnSpc>
              <a:buNone/>
              <a:defRPr sz="3150" b="1" i="0">
                <a:solidFill>
                  <a:srgbClr val="FFFFFF">
                    <a:alpha val="76000"/>
                  </a:srgbClr>
                </a:solidFill>
                <a:latin typeface="DIN Condensed"/>
                <a:ea typeface="DIN Condensed"/>
                <a:cs typeface="DIN Condensed"/>
              </a:defRPr>
            </a:pPr>
            <a:r>
              <a:rPr sz="3150" b="1" i="0">
                <a:solidFill>
                  <a:srgbClr val="FFFFFF">
                    <a:alpha val="76000"/>
                  </a:srgbClr>
                </a:solidFill>
                <a:latin typeface="DIN Condensed"/>
                <a:ea typeface="DIN Condensed"/>
                <a:cs typeface="DIN Condensed"/>
              </a:rPr>
              <a:t>02</a:t>
            </a:r>
          </a:p>
        </p:txBody>
      </p:sp>
      <p:sp>
        <p:nvSpPr>
          <p:cNvPr id="18" name="">
            <a:extLst xmlns:a="http://schemas.openxmlformats.org/drawingml/2006/main">
              <a:ext uri="{FF2B5EF4-FFF2-40B4-BE49-F238E27FC236}">
                <a16:creationId xmlns:a16="http://schemas.microsoft.com/office/drawing/2014/main" id="{EC5F542E-BFC2-4A61-BCC7-D4039CE157DB}"/>
              </a:ext>
            </a:extLst>
          </p:cNvPr>
          <p:cNvSpPr>
            <a:spLocks xmlns:a="http://schemas.openxmlformats.org/drawingml/2006/main" noGrp="1"/>
          </p:cNvSpPr>
          <p:nvPr/>
        </p:nvSpPr>
        <p:spPr>
          <a:xfrm xmlns:a="http://schemas.openxmlformats.org/drawingml/2006/main">
            <a:off x="2552700" y="3943350"/>
            <a:ext cx="1314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425" b="1" i="0">
                <a:solidFill>
                  <a:srgbClr val="FFFFFF"/>
                </a:solidFill>
                <a:latin typeface="DIN Condensed"/>
                <a:ea typeface="DIN Condensed"/>
                <a:cs typeface="DIN Condensed"/>
              </a:defRPr>
            </a:pPr>
            <a:r>
              <a:rPr sz="1425" b="1" i="0">
                <a:solidFill>
                  <a:srgbClr val="FFFFFF"/>
                </a:solidFill>
                <a:latin typeface="DIN Condensed"/>
                <a:ea typeface="DIN Condensed"/>
                <a:cs typeface="DIN Condensed"/>
              </a:rPr>
              <a:t>DETALLE</a:t>
            </a:r>
          </a:p>
        </p:txBody>
      </p:sp>
      <p:sp>
        <p:nvSpPr>
          <p:cNvPr id="19" name="">
            <a:extLst xmlns:a="http://schemas.openxmlformats.org/drawingml/2006/main">
              <a:ext uri="{FF2B5EF4-FFF2-40B4-BE49-F238E27FC236}">
                <a16:creationId xmlns:a16="http://schemas.microsoft.com/office/drawing/2014/main" id="{4F50052B-ABB9-4FC7-BDBF-1D7D1089859B}"/>
              </a:ext>
            </a:extLst>
          </p:cNvPr>
          <p:cNvSpPr>
            <a:spLocks xmlns:a="http://schemas.openxmlformats.org/drawingml/2006/main" noGrp="1"/>
          </p:cNvSpPr>
          <p:nvPr/>
        </p:nvSpPr>
        <p:spPr>
          <a:xfrm xmlns:a="http://schemas.openxmlformats.org/drawingml/2006/main">
            <a:off x="2552700" y="4400550"/>
            <a:ext cx="13144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olla, pasos, tejido</a:t>
            </a:r>
          </a:p>
        </p:txBody>
      </p:sp>
      <p:sp>
        <p:nvSpPr>
          <p:cNvPr id="20" name="">
            <a:extLst xmlns:a="http://schemas.openxmlformats.org/drawingml/2006/main">
              <a:ext uri="{FF2B5EF4-FFF2-40B4-BE49-F238E27FC236}">
                <a16:creationId xmlns:a16="http://schemas.microsoft.com/office/drawing/2014/main" id="{7016757C-086B-4F50-B1BE-F5ED40B5CFB7}"/>
              </a:ext>
            </a:extLst>
          </p:cNvPr>
          <p:cNvSpPr>
            <a:spLocks xmlns:a="http://schemas.openxmlformats.org/drawingml/2006/main" noGrp="1"/>
          </p:cNvSpPr>
          <p:nvPr/>
        </p:nvSpPr>
        <p:spPr>
          <a:xfrm xmlns:a="http://schemas.openxmlformats.org/drawingml/2006/main">
            <a:off x="4229100" y="3048000"/>
            <a:ext cx="1581150" cy="1981200"/>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3EBF7AC5-7506-48B9-99BC-BEFB3AB094A5}"/>
              </a:ext>
            </a:extLst>
          </p:cNvPr>
          <p:cNvSpPr>
            <a:spLocks xmlns:a="http://schemas.openxmlformats.org/drawingml/2006/main" noGrp="1"/>
          </p:cNvSpPr>
          <p:nvPr/>
        </p:nvSpPr>
        <p:spPr>
          <a:xfrm xmlns:a="http://schemas.openxmlformats.org/drawingml/2006/main">
            <a:off x="4362450" y="3219450"/>
            <a:ext cx="571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261"/>
          </a:bodyPr>
          <a:lstStyle xmlns:a="http://schemas.openxmlformats.org/drawingml/2006/main"/>
          <a:p xmlns:a="http://schemas.openxmlformats.org/drawingml/2006/main">
            <a:pPr algn="l">
              <a:lnSpc>
                <a:spcPct val="105000"/>
              </a:lnSpc>
              <a:buNone/>
              <a:defRPr sz="3150" b="1" i="0">
                <a:solidFill>
                  <a:srgbClr val="FFFFFF">
                    <a:alpha val="76000"/>
                  </a:srgbClr>
                </a:solidFill>
                <a:latin typeface="DIN Condensed"/>
                <a:ea typeface="DIN Condensed"/>
                <a:cs typeface="DIN Condensed"/>
              </a:defRPr>
            </a:pPr>
            <a:r>
              <a:rPr sz="3150" b="1" i="0">
                <a:solidFill>
                  <a:srgbClr val="FFFFFF">
                    <a:alpha val="76000"/>
                  </a:srgbClr>
                </a:solidFill>
                <a:latin typeface="DIN Condensed"/>
                <a:ea typeface="DIN Condensed"/>
                <a:cs typeface="DIN Condensed"/>
              </a:rPr>
              <a:t>03</a:t>
            </a:r>
          </a:p>
        </p:txBody>
      </p:sp>
      <p:sp>
        <p:nvSpPr>
          <p:cNvPr id="22" name="">
            <a:extLst xmlns:a="http://schemas.openxmlformats.org/drawingml/2006/main">
              <a:ext uri="{FF2B5EF4-FFF2-40B4-BE49-F238E27FC236}">
                <a16:creationId xmlns:a16="http://schemas.microsoft.com/office/drawing/2014/main" id="{92B8BC7C-CD29-4F51-9AA9-066B380A6BF3}"/>
              </a:ext>
            </a:extLst>
          </p:cNvPr>
          <p:cNvSpPr>
            <a:spLocks xmlns:a="http://schemas.openxmlformats.org/drawingml/2006/main" noGrp="1"/>
          </p:cNvSpPr>
          <p:nvPr/>
        </p:nvSpPr>
        <p:spPr>
          <a:xfrm xmlns:a="http://schemas.openxmlformats.org/drawingml/2006/main">
            <a:off x="4362450" y="3943350"/>
            <a:ext cx="1314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425" b="1" i="0">
                <a:solidFill>
                  <a:srgbClr val="FFFFFF"/>
                </a:solidFill>
                <a:latin typeface="DIN Condensed"/>
                <a:ea typeface="DIN Condensed"/>
                <a:cs typeface="DIN Condensed"/>
              </a:defRPr>
            </a:pPr>
            <a:r>
              <a:rPr sz="1425" b="1" i="0">
                <a:solidFill>
                  <a:srgbClr val="FFFFFF"/>
                </a:solidFill>
                <a:latin typeface="DIN Condensed"/>
                <a:ea typeface="DIN Condensed"/>
                <a:cs typeface="DIN Condensed"/>
              </a:rPr>
              <a:t>VÍNCULO</a:t>
            </a:r>
          </a:p>
        </p:txBody>
      </p:sp>
      <p:sp>
        <p:nvSpPr>
          <p:cNvPr id="23" name="">
            <a:extLst xmlns:a="http://schemas.openxmlformats.org/drawingml/2006/main">
              <a:ext uri="{FF2B5EF4-FFF2-40B4-BE49-F238E27FC236}">
                <a16:creationId xmlns:a16="http://schemas.microsoft.com/office/drawing/2014/main" id="{BAD5336E-1649-4ADB-B487-B9A8057840DB}"/>
              </a:ext>
            </a:extLst>
          </p:cNvPr>
          <p:cNvSpPr>
            <a:spLocks xmlns:a="http://schemas.openxmlformats.org/drawingml/2006/main" noGrp="1"/>
          </p:cNvSpPr>
          <p:nvPr/>
        </p:nvSpPr>
        <p:spPr>
          <a:xfrm xmlns:a="http://schemas.openxmlformats.org/drawingml/2006/main">
            <a:off x="4362450" y="4400550"/>
            <a:ext cx="13144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voz, saludo, risa</a:t>
            </a:r>
          </a:p>
        </p:txBody>
      </p:sp>
      <p:sp>
        <p:nvSpPr>
          <p:cNvPr id="24" name="">
            <a:extLst xmlns:a="http://schemas.openxmlformats.org/drawingml/2006/main">
              <a:ext uri="{FF2B5EF4-FFF2-40B4-BE49-F238E27FC236}">
                <a16:creationId xmlns:a16="http://schemas.microsoft.com/office/drawing/2014/main" id="{67665805-5F46-4C7C-86E4-0C4007C59018}"/>
              </a:ext>
            </a:extLst>
          </p:cNvPr>
          <p:cNvSpPr>
            <a:spLocks xmlns:a="http://schemas.openxmlformats.org/drawingml/2006/main" noGrp="1"/>
          </p:cNvSpPr>
          <p:nvPr/>
        </p:nvSpPr>
        <p:spPr>
          <a:xfrm xmlns:a="http://schemas.openxmlformats.org/drawingml/2006/main">
            <a:off x="6038850" y="3048000"/>
            <a:ext cx="1581150" cy="1981200"/>
          </a:xfrm>
          <a:prstGeom xmlns:a="http://schemas.openxmlformats.org/drawingml/2006/main" prst="rect">
            <a:avLst/>
          </a:prstGeom>
          <a:solidFill xmlns:a="http://schemas.openxmlformats.org/drawingml/2006/main">
            <a:srgbClr val="FFC928"/>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9F25ED1F-5EE1-4F65-99F0-5C1CAA214237}"/>
              </a:ext>
            </a:extLst>
          </p:cNvPr>
          <p:cNvSpPr>
            <a:spLocks xmlns:a="http://schemas.openxmlformats.org/drawingml/2006/main" noGrp="1"/>
          </p:cNvSpPr>
          <p:nvPr/>
        </p:nvSpPr>
        <p:spPr>
          <a:xfrm xmlns:a="http://schemas.openxmlformats.org/drawingml/2006/main">
            <a:off x="6172200" y="3219450"/>
            <a:ext cx="571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261"/>
          </a:bodyPr>
          <a:lstStyle xmlns:a="http://schemas.openxmlformats.org/drawingml/2006/main"/>
          <a:p xmlns:a="http://schemas.openxmlformats.org/drawingml/2006/main">
            <a:pPr algn="l">
              <a:lnSpc>
                <a:spcPct val="105000"/>
              </a:lnSpc>
              <a:buNone/>
              <a:defRPr sz="3150" b="1" i="0">
                <a:solidFill>
                  <a:srgbClr val="FFFFFF">
                    <a:alpha val="76000"/>
                  </a:srgbClr>
                </a:solidFill>
                <a:latin typeface="DIN Condensed"/>
                <a:ea typeface="DIN Condensed"/>
                <a:cs typeface="DIN Condensed"/>
              </a:defRPr>
            </a:pPr>
            <a:r>
              <a:rPr sz="3150" b="1" i="0">
                <a:solidFill>
                  <a:srgbClr val="FFFFFF">
                    <a:alpha val="76000"/>
                  </a:srgbClr>
                </a:solidFill>
                <a:latin typeface="DIN Condensed"/>
                <a:ea typeface="DIN Condensed"/>
                <a:cs typeface="DIN Condensed"/>
              </a:rPr>
              <a:t>04</a:t>
            </a:r>
          </a:p>
        </p:txBody>
      </p:sp>
      <p:sp>
        <p:nvSpPr>
          <p:cNvPr id="26" name="">
            <a:extLst xmlns:a="http://schemas.openxmlformats.org/drawingml/2006/main">
              <a:ext uri="{FF2B5EF4-FFF2-40B4-BE49-F238E27FC236}">
                <a16:creationId xmlns:a16="http://schemas.microsoft.com/office/drawing/2014/main" id="{90A8A671-8AF4-4944-8796-266F15B8DC14}"/>
              </a:ext>
            </a:extLst>
          </p:cNvPr>
          <p:cNvSpPr>
            <a:spLocks xmlns:a="http://schemas.openxmlformats.org/drawingml/2006/main" noGrp="1"/>
          </p:cNvSpPr>
          <p:nvPr/>
        </p:nvSpPr>
        <p:spPr>
          <a:xfrm xmlns:a="http://schemas.openxmlformats.org/drawingml/2006/main">
            <a:off x="6172200" y="3943350"/>
            <a:ext cx="1314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425" b="1" i="0">
                <a:solidFill>
                  <a:srgbClr val="FFFFFF"/>
                </a:solidFill>
                <a:latin typeface="DIN Condensed"/>
                <a:ea typeface="DIN Condensed"/>
                <a:cs typeface="DIN Condensed"/>
              </a:defRPr>
            </a:pPr>
            <a:r>
              <a:rPr sz="1425" b="1" i="0">
                <a:solidFill>
                  <a:srgbClr val="FFFFFF"/>
                </a:solidFill>
                <a:latin typeface="DIN Condensed"/>
                <a:ea typeface="DIN Condensed"/>
                <a:cs typeface="DIN Condensed"/>
              </a:rPr>
              <a:t>MOVIMIENTO</a:t>
            </a:r>
          </a:p>
        </p:txBody>
      </p:sp>
      <p:sp>
        <p:nvSpPr>
          <p:cNvPr id="27" name="">
            <a:extLst xmlns:a="http://schemas.openxmlformats.org/drawingml/2006/main">
              <a:ext uri="{FF2B5EF4-FFF2-40B4-BE49-F238E27FC236}">
                <a16:creationId xmlns:a16="http://schemas.microsoft.com/office/drawing/2014/main" id="{FCB6A18F-8341-4F40-8544-FC1A7038603A}"/>
              </a:ext>
            </a:extLst>
          </p:cNvPr>
          <p:cNvSpPr>
            <a:spLocks xmlns:a="http://schemas.openxmlformats.org/drawingml/2006/main" noGrp="1"/>
          </p:cNvSpPr>
          <p:nvPr/>
        </p:nvSpPr>
        <p:spPr>
          <a:xfrm xmlns:a="http://schemas.openxmlformats.org/drawingml/2006/main">
            <a:off x="6172200" y="4400550"/>
            <a:ext cx="13144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percusión y feria</a:t>
            </a:r>
          </a:p>
        </p:txBody>
      </p:sp>
      <p:sp>
        <p:nvSpPr>
          <p:cNvPr id="28" name="">
            <a:extLst xmlns:a="http://schemas.openxmlformats.org/drawingml/2006/main">
              <a:ext uri="{FF2B5EF4-FFF2-40B4-BE49-F238E27FC236}">
                <a16:creationId xmlns:a16="http://schemas.microsoft.com/office/drawing/2014/main" id="{1151E598-2F87-496D-9ED5-4DD12C68B0E6}"/>
              </a:ext>
            </a:extLst>
          </p:cNvPr>
          <p:cNvSpPr>
            <a:spLocks xmlns:a="http://schemas.openxmlformats.org/drawingml/2006/main" noGrp="1"/>
          </p:cNvSpPr>
          <p:nvPr/>
        </p:nvSpPr>
        <p:spPr>
          <a:xfrm xmlns:a="http://schemas.openxmlformats.org/drawingml/2006/main">
            <a:off x="7848600" y="3048000"/>
            <a:ext cx="1581150" cy="1981200"/>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9E828F79-9220-4C22-BA79-126F9A945DAC}"/>
              </a:ext>
            </a:extLst>
          </p:cNvPr>
          <p:cNvSpPr>
            <a:spLocks xmlns:a="http://schemas.openxmlformats.org/drawingml/2006/main" noGrp="1"/>
          </p:cNvSpPr>
          <p:nvPr/>
        </p:nvSpPr>
        <p:spPr>
          <a:xfrm xmlns:a="http://schemas.openxmlformats.org/drawingml/2006/main">
            <a:off x="7981950" y="3219450"/>
            <a:ext cx="571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261"/>
          </a:bodyPr>
          <a:lstStyle xmlns:a="http://schemas.openxmlformats.org/drawingml/2006/main"/>
          <a:p xmlns:a="http://schemas.openxmlformats.org/drawingml/2006/main">
            <a:pPr algn="l">
              <a:lnSpc>
                <a:spcPct val="105000"/>
              </a:lnSpc>
              <a:buNone/>
              <a:defRPr sz="3150" b="1" i="0">
                <a:solidFill>
                  <a:srgbClr val="FFFFFF">
                    <a:alpha val="76000"/>
                  </a:srgbClr>
                </a:solidFill>
                <a:latin typeface="DIN Condensed"/>
                <a:ea typeface="DIN Condensed"/>
                <a:cs typeface="DIN Condensed"/>
              </a:defRPr>
            </a:pPr>
            <a:r>
              <a:rPr sz="3150" b="1" i="0">
                <a:solidFill>
                  <a:srgbClr val="FFFFFF">
                    <a:alpha val="76000"/>
                  </a:srgbClr>
                </a:solidFill>
                <a:latin typeface="DIN Condensed"/>
                <a:ea typeface="DIN Condensed"/>
                <a:cs typeface="DIN Condensed"/>
              </a:rPr>
              <a:t>05</a:t>
            </a:r>
          </a:p>
        </p:txBody>
      </p:sp>
      <p:sp>
        <p:nvSpPr>
          <p:cNvPr id="30" name="">
            <a:extLst xmlns:a="http://schemas.openxmlformats.org/drawingml/2006/main">
              <a:ext uri="{FF2B5EF4-FFF2-40B4-BE49-F238E27FC236}">
                <a16:creationId xmlns:a16="http://schemas.microsoft.com/office/drawing/2014/main" id="{096E0A0A-906D-4E5C-BB65-84ADDECA463E}"/>
              </a:ext>
            </a:extLst>
          </p:cNvPr>
          <p:cNvSpPr>
            <a:spLocks xmlns:a="http://schemas.openxmlformats.org/drawingml/2006/main" noGrp="1"/>
          </p:cNvSpPr>
          <p:nvPr/>
        </p:nvSpPr>
        <p:spPr>
          <a:xfrm xmlns:a="http://schemas.openxmlformats.org/drawingml/2006/main">
            <a:off x="7981950" y="3943350"/>
            <a:ext cx="1314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425" b="1" i="0">
                <a:solidFill>
                  <a:srgbClr val="FFFFFF"/>
                </a:solidFill>
                <a:latin typeface="DIN Condensed"/>
                <a:ea typeface="DIN Condensed"/>
                <a:cs typeface="DIN Condensed"/>
              </a:defRPr>
            </a:pPr>
            <a:r>
              <a:rPr sz="1425" b="1" i="0">
                <a:solidFill>
                  <a:srgbClr val="FFFFFF"/>
                </a:solidFill>
                <a:latin typeface="DIN Condensed"/>
                <a:ea typeface="DIN Condensed"/>
                <a:cs typeface="DIN Condensed"/>
              </a:rPr>
              <a:t>ESCALA</a:t>
            </a:r>
          </a:p>
        </p:txBody>
      </p:sp>
      <p:sp>
        <p:nvSpPr>
          <p:cNvPr id="31" name="">
            <a:extLst xmlns:a="http://schemas.openxmlformats.org/drawingml/2006/main">
              <a:ext uri="{FF2B5EF4-FFF2-40B4-BE49-F238E27FC236}">
                <a16:creationId xmlns:a16="http://schemas.microsoft.com/office/drawing/2014/main" id="{9E88A330-CBD0-4AA2-A69B-E5B12A6D992F}"/>
              </a:ext>
            </a:extLst>
          </p:cNvPr>
          <p:cNvSpPr>
            <a:spLocks xmlns:a="http://schemas.openxmlformats.org/drawingml/2006/main" noGrp="1"/>
          </p:cNvSpPr>
          <p:nvPr/>
        </p:nvSpPr>
        <p:spPr>
          <a:xfrm xmlns:a="http://schemas.openxmlformats.org/drawingml/2006/main">
            <a:off x="7981950" y="4400550"/>
            <a:ext cx="13144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coro, luces, público</a:t>
            </a:r>
          </a:p>
        </p:txBody>
      </p:sp>
      <p:sp>
        <p:nvSpPr>
          <p:cNvPr id="32" name="">
            <a:extLst xmlns:a="http://schemas.openxmlformats.org/drawingml/2006/main">
              <a:ext uri="{FF2B5EF4-FFF2-40B4-BE49-F238E27FC236}">
                <a16:creationId xmlns:a16="http://schemas.microsoft.com/office/drawing/2014/main" id="{6C2C2B1E-0A49-4F56-AEE9-2E53DE7A58A3}"/>
              </a:ext>
            </a:extLst>
          </p:cNvPr>
          <p:cNvSpPr>
            <a:spLocks xmlns:a="http://schemas.openxmlformats.org/drawingml/2006/main" noGrp="1"/>
          </p:cNvSpPr>
          <p:nvPr/>
        </p:nvSpPr>
        <p:spPr>
          <a:xfrm xmlns:a="http://schemas.openxmlformats.org/drawingml/2006/main">
            <a:off x="9658350" y="3048000"/>
            <a:ext cx="1581150" cy="1981200"/>
          </a:xfrm>
          <a:prstGeom xmlns:a="http://schemas.openxmlformats.org/drawingml/2006/main" prst="rect">
            <a:avLst/>
          </a:prstGeom>
          <a:solidFill xmlns:a="http://schemas.openxmlformats.org/drawingml/2006/main">
            <a:srgbClr val="2B0D3B"/>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9D6FD65B-23F5-4E31-AED0-922FF5C183B7}"/>
              </a:ext>
            </a:extLst>
          </p:cNvPr>
          <p:cNvSpPr>
            <a:spLocks xmlns:a="http://schemas.openxmlformats.org/drawingml/2006/main" noGrp="1"/>
          </p:cNvSpPr>
          <p:nvPr/>
        </p:nvSpPr>
        <p:spPr>
          <a:xfrm xmlns:a="http://schemas.openxmlformats.org/drawingml/2006/main">
            <a:off x="9791700" y="3219450"/>
            <a:ext cx="571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261"/>
          </a:bodyPr>
          <a:lstStyle xmlns:a="http://schemas.openxmlformats.org/drawingml/2006/main"/>
          <a:p xmlns:a="http://schemas.openxmlformats.org/drawingml/2006/main">
            <a:pPr algn="l">
              <a:lnSpc>
                <a:spcPct val="105000"/>
              </a:lnSpc>
              <a:buNone/>
              <a:defRPr sz="3150" b="1" i="0">
                <a:solidFill>
                  <a:srgbClr val="FFFFFF">
                    <a:alpha val="76000"/>
                  </a:srgbClr>
                </a:solidFill>
                <a:latin typeface="DIN Condensed"/>
                <a:ea typeface="DIN Condensed"/>
                <a:cs typeface="DIN Condensed"/>
              </a:defRPr>
            </a:pPr>
            <a:r>
              <a:rPr sz="3150" b="1" i="0">
                <a:solidFill>
                  <a:srgbClr val="FFFFFF">
                    <a:alpha val="76000"/>
                  </a:srgbClr>
                </a:solidFill>
                <a:latin typeface="DIN Condensed"/>
                <a:ea typeface="DIN Condensed"/>
                <a:cs typeface="DIN Condensed"/>
              </a:rPr>
              <a:t>06</a:t>
            </a:r>
          </a:p>
        </p:txBody>
      </p:sp>
      <p:sp>
        <p:nvSpPr>
          <p:cNvPr id="34" name="">
            <a:extLst xmlns:a="http://schemas.openxmlformats.org/drawingml/2006/main">
              <a:ext uri="{FF2B5EF4-FFF2-40B4-BE49-F238E27FC236}">
                <a16:creationId xmlns:a16="http://schemas.microsoft.com/office/drawing/2014/main" id="{7F3B25B8-B008-4820-B398-645441853CC9}"/>
              </a:ext>
            </a:extLst>
          </p:cNvPr>
          <p:cNvSpPr>
            <a:spLocks xmlns:a="http://schemas.openxmlformats.org/drawingml/2006/main" noGrp="1"/>
          </p:cNvSpPr>
          <p:nvPr/>
        </p:nvSpPr>
        <p:spPr>
          <a:xfrm xmlns:a="http://schemas.openxmlformats.org/drawingml/2006/main">
            <a:off x="9791700" y="3943350"/>
            <a:ext cx="1314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425" b="1" i="0">
                <a:solidFill>
                  <a:srgbClr val="FFFFFF"/>
                </a:solidFill>
                <a:latin typeface="DIN Condensed"/>
                <a:ea typeface="DIN Condensed"/>
                <a:cs typeface="DIN Condensed"/>
              </a:defRPr>
            </a:pPr>
            <a:r>
              <a:rPr sz="1425" b="1" i="0">
                <a:solidFill>
                  <a:srgbClr val="FFFFFF"/>
                </a:solidFill>
                <a:latin typeface="DIN Condensed"/>
                <a:ea typeface="DIN Condensed"/>
                <a:cs typeface="DIN Condensed"/>
              </a:rPr>
              <a:t>RESOLUCIÓN</a:t>
            </a:r>
          </a:p>
        </p:txBody>
      </p:sp>
      <p:sp>
        <p:nvSpPr>
          <p:cNvPr id="35" name="">
            <a:extLst xmlns:a="http://schemas.openxmlformats.org/drawingml/2006/main">
              <a:ext uri="{FF2B5EF4-FFF2-40B4-BE49-F238E27FC236}">
                <a16:creationId xmlns:a16="http://schemas.microsoft.com/office/drawing/2014/main" id="{43A2FAF0-08D7-4D4C-9C03-CDD8A7A621D4}"/>
              </a:ext>
            </a:extLst>
          </p:cNvPr>
          <p:cNvSpPr>
            <a:spLocks xmlns:a="http://schemas.openxmlformats.org/drawingml/2006/main" noGrp="1"/>
          </p:cNvSpPr>
          <p:nvPr/>
        </p:nvSpPr>
        <p:spPr>
          <a:xfrm xmlns:a="http://schemas.openxmlformats.org/drawingml/2006/main">
            <a:off x="9791700" y="4400550"/>
            <a:ext cx="13144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ES TRADICIÓN</a:t>
            </a:r>
          </a:p>
        </p:txBody>
      </p:sp>
      <p:sp>
        <p:nvSpPr>
          <p:cNvPr id="36" name="">
            <a:extLst xmlns:a="http://schemas.openxmlformats.org/drawingml/2006/main">
              <a:ext uri="{FF2B5EF4-FFF2-40B4-BE49-F238E27FC236}">
                <a16:creationId xmlns:a16="http://schemas.microsoft.com/office/drawing/2014/main" id="{822C1C1D-7592-4518-99D4-8481636E78AC}"/>
              </a:ext>
            </a:extLst>
          </p:cNvPr>
          <p:cNvSpPr>
            <a:spLocks xmlns:a="http://schemas.openxmlformats.org/drawingml/2006/main" noGrp="1"/>
          </p:cNvSpPr>
          <p:nvPr/>
        </p:nvSpPr>
        <p:spPr>
          <a:xfrm xmlns:a="http://schemas.openxmlformats.org/drawingml/2006/main">
            <a:off x="609600" y="5448300"/>
            <a:ext cx="10972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0–2 s DETENER · 3–7 s VINCULAR · 8–15 s EXPANDIR · 16–30 s PROBAR · CIERRE: UNA FRASE + UN LLAMADO</a:t>
            </a:r>
          </a:p>
        </p:txBody>
      </p:sp>
      <p:sp>
        <p:nvSpPr>
          <p:cNvPr id="37" name="">
            <a:extLst xmlns:a="http://schemas.openxmlformats.org/drawingml/2006/main">
              <a:ext uri="{FF2B5EF4-FFF2-40B4-BE49-F238E27FC236}">
                <a16:creationId xmlns:a16="http://schemas.microsoft.com/office/drawing/2014/main" id="{0DE26F58-4194-469C-9E6A-98C7CA53B7D0}"/>
              </a:ext>
            </a:extLst>
          </p:cNvPr>
          <p:cNvSpPr>
            <a:spLocks xmlns:a="http://schemas.openxmlformats.org/drawingml/2006/main" noGrp="1"/>
          </p:cNvSpPr>
          <p:nvPr/>
        </p:nvSpPr>
        <p:spPr>
          <a:xfrm xmlns:a="http://schemas.openxmlformats.org/drawingml/2006/main">
            <a:off x="609600" y="5734050"/>
            <a:ext cx="10972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900" b="1" i="0">
                <a:solidFill>
                  <a:srgbClr val="FFFFFF">
                    <a:alpha val="88000"/>
                  </a:srgbClr>
                </a:solidFill>
                <a:latin typeface="Avenir Next"/>
                <a:ea typeface="Avenir Next"/>
                <a:cs typeface="Avenir Next"/>
              </a:defRPr>
            </a:pPr>
            <a:r>
              <a:rPr sz="900" b="1" i="0">
                <a:solidFill>
                  <a:srgbClr val="FFFFFF">
                    <a:alpha val="88000"/>
                  </a:srgbClr>
                </a:solidFill>
                <a:latin typeface="Avenir Next"/>
                <a:ea typeface="Avenir Next"/>
                <a:cs typeface="Avenir Next"/>
              </a:rPr>
              <a:t>ENTREGABLES: MÚSICA ORIGINAL O LICENCIADA · SUBTÍTULOS · CONTRASTE · VERSIÓN ACCESIBLE · 30 s · 15 s · 6 s · 4:5 · 9:16</a:t>
            </a:r>
          </a:p>
        </p:txBody>
      </p:sp>
    </p:spTree>
    <p:extLst>
      <p:ext uri="{BB962C8B-B14F-4D97-AF65-F5344CB8AC3E}">
        <p14:creationId xmlns:p14="http://schemas.microsoft.com/office/powerpoint/2010/main" val="251059470"/>
      </p:ext>
    </p:extLst>
  </p:cSld>
</p:sld>
</file>

<file path=ppt/slides/slide25.xml><?xml version="1.0" encoding="utf-8"?>
<p:sld xmlns:p="http://schemas.openxmlformats.org/presentationml/2006/main">
  <p:cSld>
    <p:bg>
      <p:bgPr>
        <a:solidFill xmlns:a="http://schemas.openxmlformats.org/drawingml/2006/main">
          <a:srgbClr val="FFF7EA"/>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8059BA10-37DF-456B-BA15-F55FFF350042}"/>
              </a:ext>
            </a:extLst>
          </p:cNvPr>
          <p:cNvSpPr>
            <a:spLocks xmlns:a="http://schemas.openxmlformats.org/drawingml/2006/main" noGrp="1"/>
          </p:cNvSpPr>
          <p:nvPr/>
        </p:nvSpPr>
        <p:spPr>
          <a:xfrm xmlns:a="http://schemas.openxmlformats.org/drawingml/2006/main">
            <a:off x="0" y="0"/>
            <a:ext cx="2438400" cy="66675"/>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E81E45B-698C-476D-AACF-E193AE92B2A8}"/>
              </a:ext>
            </a:extLst>
          </p:cNvPr>
          <p:cNvSpPr>
            <a:spLocks xmlns:a="http://schemas.openxmlformats.org/drawingml/2006/main" noGrp="1"/>
          </p:cNvSpPr>
          <p:nvPr/>
        </p:nvSpPr>
        <p:spPr>
          <a:xfrm xmlns:a="http://schemas.openxmlformats.org/drawingml/2006/main">
            <a:off x="2438400" y="0"/>
            <a:ext cx="2438400" cy="66675"/>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BEE6F061-1965-4940-B636-69C00942A3D7}"/>
              </a:ext>
            </a:extLst>
          </p:cNvPr>
          <p:cNvSpPr>
            <a:spLocks xmlns:a="http://schemas.openxmlformats.org/drawingml/2006/main" noGrp="1"/>
          </p:cNvSpPr>
          <p:nvPr/>
        </p:nvSpPr>
        <p:spPr>
          <a:xfrm xmlns:a="http://schemas.openxmlformats.org/drawingml/2006/main">
            <a:off x="4876800" y="0"/>
            <a:ext cx="2438400" cy="66675"/>
          </a:xfrm>
          <a:prstGeom xmlns:a="http://schemas.openxmlformats.org/drawingml/2006/main" prst="rect">
            <a:avLst/>
          </a:prstGeom>
          <a:solidFill xmlns:a="http://schemas.openxmlformats.org/drawingml/2006/main">
            <a:srgbClr val="FFC92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16ED9C5-3F3D-4C8E-AB5F-20DB0203EAA9}"/>
              </a:ext>
            </a:extLst>
          </p:cNvPr>
          <p:cNvSpPr>
            <a:spLocks xmlns:a="http://schemas.openxmlformats.org/drawingml/2006/main" noGrp="1"/>
          </p:cNvSpPr>
          <p:nvPr/>
        </p:nvSpPr>
        <p:spPr>
          <a:xfrm xmlns:a="http://schemas.openxmlformats.org/drawingml/2006/main">
            <a:off x="7315200" y="0"/>
            <a:ext cx="2438400" cy="66675"/>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EC3C818D-82A1-42B8-B064-AEC03216FAB0}"/>
              </a:ext>
            </a:extLst>
          </p:cNvPr>
          <p:cNvSpPr>
            <a:spLocks xmlns:a="http://schemas.openxmlformats.org/drawingml/2006/main" noGrp="1"/>
          </p:cNvSpPr>
          <p:nvPr/>
        </p:nvSpPr>
        <p:spPr>
          <a:xfrm xmlns:a="http://schemas.openxmlformats.org/drawingml/2006/main">
            <a:off x="9753600" y="0"/>
            <a:ext cx="2438400" cy="66675"/>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A77F4730-6D07-4131-99D5-231F58867A62}"/>
              </a:ext>
            </a:extLst>
          </p:cNvPr>
          <p:cNvSpPr>
            <a:spLocks xmlns:a="http://schemas.openxmlformats.org/drawingml/2006/main" noGrp="1"/>
          </p:cNvSpPr>
          <p:nvPr/>
        </p:nvSpPr>
        <p:spPr>
          <a:xfrm xmlns:a="http://schemas.openxmlformats.org/drawingml/2006/main">
            <a:off x="609600" y="26670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E72D78"/>
                </a:solidFill>
                <a:latin typeface="Avenir Next"/>
                <a:ea typeface="Avenir Next"/>
                <a:cs typeface="Avenir Next"/>
              </a:defRPr>
            </a:pPr>
            <a:r>
              <a:rPr sz="825" b="1" i="0">
                <a:solidFill>
                  <a:srgbClr val="E72D78"/>
                </a:solidFill>
                <a:latin typeface="Avenir Next"/>
                <a:ea typeface="Avenir Next"/>
                <a:cs typeface="Avenir Next"/>
              </a:rPr>
              <a:t>LENGUAJE AUDIOVISUAL</a:t>
            </a:r>
          </a:p>
        </p:txBody>
      </p:sp>
      <p:sp>
        <p:nvSpPr>
          <p:cNvPr id="7" name="">
            <a:extLst xmlns:a="http://schemas.openxmlformats.org/drawingml/2006/main">
              <a:ext uri="{FF2B5EF4-FFF2-40B4-BE49-F238E27FC236}">
                <a16:creationId xmlns:a16="http://schemas.microsoft.com/office/drawing/2014/main" id="{F1EE5E1B-6BE0-464B-BA1C-39F545F7EFD8}"/>
              </a:ext>
            </a:extLst>
          </p:cNvPr>
          <p:cNvSpPr>
            <a:spLocks xmlns:a="http://schemas.openxmlformats.org/drawingml/2006/main" noGrp="1"/>
          </p:cNvSpPr>
          <p:nvPr/>
        </p:nvSpPr>
        <p:spPr>
          <a:xfrm xmlns:a="http://schemas.openxmlformats.org/drawingml/2006/main">
            <a:off x="609600" y="6534150"/>
            <a:ext cx="4762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675" b="1" i="0">
                <a:solidFill>
                  <a:srgbClr val="25112C">
                    <a:alpha val="55000"/>
                  </a:srgbClr>
                </a:solidFill>
                <a:latin typeface="Avenir Next"/>
                <a:ea typeface="Avenir Next"/>
                <a:cs typeface="Avenir Next"/>
              </a:defRPr>
            </a:pPr>
            <a:r>
              <a:rPr sz="675" b="1" i="0">
                <a:solidFill>
                  <a:srgbClr val="25112C">
                    <a:alpha val="55000"/>
                  </a:srgbClr>
                </a:solidFill>
                <a:latin typeface="Avenir Next"/>
                <a:ea typeface="Avenir Next"/>
                <a:cs typeface="Avenir Next"/>
              </a:rPr>
              <a:t>DOCUMENTO INTERNO · PROPUESTA EN REVISIÓN</a:t>
            </a:r>
          </a:p>
        </p:txBody>
      </p:sp>
      <p:sp>
        <p:nvSpPr>
          <p:cNvPr id="8" name="">
            <a:extLst xmlns:a="http://schemas.openxmlformats.org/drawingml/2006/main">
              <a:ext uri="{FF2B5EF4-FFF2-40B4-BE49-F238E27FC236}">
                <a16:creationId xmlns:a16="http://schemas.microsoft.com/office/drawing/2014/main" id="{9C1368CE-219B-4441-97EA-CAC63CD05754}"/>
              </a:ext>
            </a:extLst>
          </p:cNvPr>
          <p:cNvSpPr>
            <a:spLocks xmlns:a="http://schemas.openxmlformats.org/drawingml/2006/main" noGrp="1"/>
          </p:cNvSpPr>
          <p:nvPr/>
        </p:nvSpPr>
        <p:spPr>
          <a:xfrm xmlns:a="http://schemas.openxmlformats.org/drawingml/2006/main">
            <a:off x="11239500" y="6505575"/>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750" b="1" i="0">
                <a:solidFill>
                  <a:srgbClr val="25112C">
                    <a:alpha val="55000"/>
                  </a:srgbClr>
                </a:solidFill>
                <a:latin typeface="Avenir Next"/>
                <a:ea typeface="Avenir Next"/>
                <a:cs typeface="Avenir Next"/>
              </a:defRPr>
            </a:pPr>
            <a:r>
              <a:rPr sz="750" b="1" i="0">
                <a:solidFill>
                  <a:srgbClr val="25112C">
                    <a:alpha val="55000"/>
                  </a:srgbClr>
                </a:solidFill>
                <a:latin typeface="Avenir Next"/>
                <a:ea typeface="Avenir Next"/>
                <a:cs typeface="Avenir Next"/>
              </a:rPr>
              <a:t>25</a:t>
            </a:r>
          </a:p>
        </p:txBody>
      </p:sp>
      <p:sp>
        <p:nvSpPr>
          <p:cNvPr id="9" name="">
            <a:extLst xmlns:a="http://schemas.openxmlformats.org/drawingml/2006/main">
              <a:ext uri="{FF2B5EF4-FFF2-40B4-BE49-F238E27FC236}">
                <a16:creationId xmlns:a16="http://schemas.microsoft.com/office/drawing/2014/main" id="{96FFCEC2-DB06-4728-84FC-52A9CC6849A7}"/>
              </a:ext>
            </a:extLst>
          </p:cNvPr>
          <p:cNvSpPr>
            <a:spLocks xmlns:a="http://schemas.openxmlformats.org/drawingml/2006/main" noGrp="1"/>
          </p:cNvSpPr>
          <p:nvPr/>
        </p:nvSpPr>
        <p:spPr>
          <a:xfrm xmlns:a="http://schemas.openxmlformats.org/drawingml/2006/main">
            <a:off x="609600" y="666750"/>
            <a:ext cx="1066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E72D78"/>
                </a:solidFill>
                <a:latin typeface="Avenir Next"/>
                <a:ea typeface="Avenir Next"/>
                <a:cs typeface="Avenir Next"/>
              </a:defRPr>
            </a:pPr>
            <a:r>
              <a:rPr sz="900" b="1" i="0">
                <a:solidFill>
                  <a:srgbClr val="E72D78"/>
                </a:solidFill>
                <a:latin typeface="Avenir Next"/>
                <a:ea typeface="Avenir Next"/>
                <a:cs typeface="Avenir Next"/>
              </a:rPr>
              <a:t>GRAMÁTICA DE VIDEO</a:t>
            </a:r>
          </a:p>
        </p:txBody>
      </p:sp>
      <p:sp>
        <p:nvSpPr>
          <p:cNvPr id="10" name="">
            <a:extLst xmlns:a="http://schemas.openxmlformats.org/drawingml/2006/main">
              <a:ext uri="{FF2B5EF4-FFF2-40B4-BE49-F238E27FC236}">
                <a16:creationId xmlns:a16="http://schemas.microsoft.com/office/drawing/2014/main" id="{F72E1BC2-B20F-4AEB-A168-35DDA6FAD334}"/>
              </a:ext>
            </a:extLst>
          </p:cNvPr>
          <p:cNvSpPr>
            <a:spLocks xmlns:a="http://schemas.openxmlformats.org/drawingml/2006/main" noGrp="1"/>
          </p:cNvSpPr>
          <p:nvPr/>
        </p:nvSpPr>
        <p:spPr>
          <a:xfrm xmlns:a="http://schemas.openxmlformats.org/drawingml/2006/main">
            <a:off x="609600" y="990600"/>
            <a:ext cx="1066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4350" b="1" i="0">
                <a:solidFill>
                  <a:srgbClr val="25112C"/>
                </a:solidFill>
                <a:latin typeface="DIN Condensed"/>
                <a:ea typeface="DIN Condensed"/>
                <a:cs typeface="DIN Condensed"/>
              </a:defRPr>
            </a:pPr>
            <a:r>
              <a:rPr sz="4350" b="1" i="0">
                <a:solidFill>
                  <a:srgbClr val="25112C"/>
                </a:solidFill>
                <a:latin typeface="DIN Condensed"/>
                <a:ea typeface="DIN Condensed"/>
                <a:cs typeface="DIN Condensed"/>
              </a:rPr>
              <a:t>Cada segundo cumple una función.</a:t>
            </a:r>
          </a:p>
        </p:txBody>
      </p:sp>
      <p:sp>
        <p:nvSpPr>
          <p:cNvPr id="11" name="">
            <a:extLst xmlns:a="http://schemas.openxmlformats.org/drawingml/2006/main">
              <a:ext uri="{FF2B5EF4-FFF2-40B4-BE49-F238E27FC236}">
                <a16:creationId xmlns:a16="http://schemas.microsoft.com/office/drawing/2014/main" id="{53CB34E4-ABE1-4659-B9E2-A290DBA339A9}"/>
              </a:ext>
            </a:extLst>
          </p:cNvPr>
          <p:cNvSpPr>
            <a:spLocks xmlns:a="http://schemas.openxmlformats.org/drawingml/2006/main" noGrp="1"/>
          </p:cNvSpPr>
          <p:nvPr/>
        </p:nvSpPr>
        <p:spPr>
          <a:xfrm xmlns:a="http://schemas.openxmlformats.org/drawingml/2006/main">
            <a:off x="609600" y="182880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0" i="0">
                <a:solidFill>
                  <a:srgbClr val="6D6470"/>
                </a:solidFill>
                <a:latin typeface="Avenir Next"/>
                <a:ea typeface="Avenir Next"/>
                <a:cs typeface="Avenir Next"/>
              </a:defRPr>
            </a:pPr>
            <a:r>
              <a:rPr sz="1500" b="0" i="0">
                <a:solidFill>
                  <a:srgbClr val="6D6470"/>
                </a:solidFill>
                <a:latin typeface="Avenir Next"/>
                <a:ea typeface="Avenir Next"/>
                <a:cs typeface="Avenir Next"/>
              </a:rPr>
              <a:t>La estructura se adapta a 6, 15, 30 y 60 segundos sin perder la misma historia.</a:t>
            </a:r>
          </a:p>
        </p:txBody>
      </p:sp>
      <p:sp>
        <p:nvSpPr>
          <p:cNvPr id="12" name="">
            <a:extLst xmlns:a="http://schemas.openxmlformats.org/drawingml/2006/main">
              <a:ext uri="{FF2B5EF4-FFF2-40B4-BE49-F238E27FC236}">
                <a16:creationId xmlns:a16="http://schemas.microsoft.com/office/drawing/2014/main" id="{C8645433-077D-48AA-B440-90903447BD6E}"/>
              </a:ext>
            </a:extLst>
          </p:cNvPr>
          <p:cNvSpPr>
            <a:spLocks xmlns:a="http://schemas.openxmlformats.org/drawingml/2006/main" noGrp="1"/>
          </p:cNvSpPr>
          <p:nvPr/>
        </p:nvSpPr>
        <p:spPr>
          <a:xfrm xmlns:a="http://schemas.openxmlformats.org/drawingml/2006/main">
            <a:off x="609600" y="3028950"/>
            <a:ext cx="1714500" cy="2095500"/>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88A2A5D2-B4C4-44E6-ACD9-BE71709F1571}"/>
              </a:ext>
            </a:extLst>
          </p:cNvPr>
          <p:cNvSpPr>
            <a:spLocks xmlns:a="http://schemas.openxmlformats.org/drawingml/2006/main" noGrp="1"/>
          </p:cNvSpPr>
          <p:nvPr/>
        </p:nvSpPr>
        <p:spPr>
          <a:xfrm xmlns:a="http://schemas.openxmlformats.org/drawingml/2006/main">
            <a:off x="762000" y="3219450"/>
            <a:ext cx="1409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125" b="1" i="0">
                <a:solidFill>
                  <a:srgbClr val="FFFFFF"/>
                </a:solidFill>
                <a:latin typeface="Avenir Next"/>
                <a:ea typeface="Avenir Next"/>
                <a:cs typeface="Avenir Next"/>
              </a:defRPr>
            </a:pPr>
            <a:r>
              <a:rPr sz="1125" b="1" i="0">
                <a:solidFill>
                  <a:srgbClr val="FFFFFF"/>
                </a:solidFill>
                <a:latin typeface="Avenir Next"/>
                <a:ea typeface="Avenir Next"/>
                <a:cs typeface="Avenir Next"/>
              </a:rPr>
              <a:t>0–2 s</a:t>
            </a:r>
          </a:p>
        </p:txBody>
      </p:sp>
      <p:sp>
        <p:nvSpPr>
          <p:cNvPr id="14" name="">
            <a:extLst xmlns:a="http://schemas.openxmlformats.org/drawingml/2006/main">
              <a:ext uri="{FF2B5EF4-FFF2-40B4-BE49-F238E27FC236}">
                <a16:creationId xmlns:a16="http://schemas.microsoft.com/office/drawing/2014/main" id="{C5F13F66-FDCD-4F88-A6E8-45A632AA439E}"/>
              </a:ext>
            </a:extLst>
          </p:cNvPr>
          <p:cNvSpPr>
            <a:spLocks xmlns:a="http://schemas.openxmlformats.org/drawingml/2006/main" noGrp="1"/>
          </p:cNvSpPr>
          <p:nvPr/>
        </p:nvSpPr>
        <p:spPr>
          <a:xfrm xmlns:a="http://schemas.openxmlformats.org/drawingml/2006/main">
            <a:off x="762000" y="3752850"/>
            <a:ext cx="1409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75" b="1" i="0">
                <a:solidFill>
                  <a:srgbClr val="FFFFFF"/>
                </a:solidFill>
                <a:latin typeface="DIN Condensed"/>
                <a:ea typeface="DIN Condensed"/>
                <a:cs typeface="DIN Condensed"/>
              </a:defRPr>
            </a:pPr>
            <a:r>
              <a:rPr sz="1875" b="1" i="0">
                <a:solidFill>
                  <a:srgbClr val="FFFFFF"/>
                </a:solidFill>
                <a:latin typeface="DIN Condensed"/>
                <a:ea typeface="DIN Condensed"/>
                <a:cs typeface="DIN Condensed"/>
              </a:rPr>
              <a:t>DETENER</a:t>
            </a:r>
          </a:p>
        </p:txBody>
      </p:sp>
      <p:sp>
        <p:nvSpPr>
          <p:cNvPr id="15" name="">
            <a:extLst xmlns:a="http://schemas.openxmlformats.org/drawingml/2006/main">
              <a:ext uri="{FF2B5EF4-FFF2-40B4-BE49-F238E27FC236}">
                <a16:creationId xmlns:a16="http://schemas.microsoft.com/office/drawing/2014/main" id="{09B67533-EC6C-4416-845A-5BCC697E5758}"/>
              </a:ext>
            </a:extLst>
          </p:cNvPr>
          <p:cNvSpPr>
            <a:spLocks xmlns:a="http://schemas.openxmlformats.org/drawingml/2006/main" noGrp="1"/>
          </p:cNvSpPr>
          <p:nvPr/>
        </p:nvSpPr>
        <p:spPr>
          <a:xfrm xmlns:a="http://schemas.openxmlformats.org/drawingml/2006/main">
            <a:off x="762000" y="4343400"/>
            <a:ext cx="14097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sonido o imagen reconocible</a:t>
            </a:r>
          </a:p>
        </p:txBody>
      </p:sp>
      <p:sp>
        <p:nvSpPr>
          <p:cNvPr id="16" name="">
            <a:extLst xmlns:a="http://schemas.openxmlformats.org/drawingml/2006/main">
              <a:ext uri="{FF2B5EF4-FFF2-40B4-BE49-F238E27FC236}">
                <a16:creationId xmlns:a16="http://schemas.microsoft.com/office/drawing/2014/main" id="{E874B034-445D-4B41-A47B-9C052132A801}"/>
              </a:ext>
            </a:extLst>
          </p:cNvPr>
          <p:cNvSpPr>
            <a:spLocks xmlns:a="http://schemas.openxmlformats.org/drawingml/2006/main" noGrp="1"/>
          </p:cNvSpPr>
          <p:nvPr/>
        </p:nvSpPr>
        <p:spPr>
          <a:xfrm xmlns:a="http://schemas.openxmlformats.org/drawingml/2006/main">
            <a:off x="2419350" y="3028950"/>
            <a:ext cx="2000250" cy="2095500"/>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5B8501F7-BF70-4369-90F3-F6B02C5171C0}"/>
              </a:ext>
            </a:extLst>
          </p:cNvPr>
          <p:cNvSpPr>
            <a:spLocks xmlns:a="http://schemas.openxmlformats.org/drawingml/2006/main" noGrp="1"/>
          </p:cNvSpPr>
          <p:nvPr/>
        </p:nvSpPr>
        <p:spPr>
          <a:xfrm xmlns:a="http://schemas.openxmlformats.org/drawingml/2006/main">
            <a:off x="2571750" y="3219450"/>
            <a:ext cx="1695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125" b="1" i="0">
                <a:solidFill>
                  <a:srgbClr val="FFFFFF"/>
                </a:solidFill>
                <a:latin typeface="Avenir Next"/>
                <a:ea typeface="Avenir Next"/>
                <a:cs typeface="Avenir Next"/>
              </a:defRPr>
            </a:pPr>
            <a:r>
              <a:rPr sz="1125" b="1" i="0">
                <a:solidFill>
                  <a:srgbClr val="FFFFFF"/>
                </a:solidFill>
                <a:latin typeface="Avenir Next"/>
                <a:ea typeface="Avenir Next"/>
                <a:cs typeface="Avenir Next"/>
              </a:rPr>
              <a:t>3–7 s</a:t>
            </a:r>
          </a:p>
        </p:txBody>
      </p:sp>
      <p:sp>
        <p:nvSpPr>
          <p:cNvPr id="18" name="">
            <a:extLst xmlns:a="http://schemas.openxmlformats.org/drawingml/2006/main">
              <a:ext uri="{FF2B5EF4-FFF2-40B4-BE49-F238E27FC236}">
                <a16:creationId xmlns:a16="http://schemas.microsoft.com/office/drawing/2014/main" id="{9593960C-2974-4FA2-8F5C-C6FAFA6B6C39}"/>
              </a:ext>
            </a:extLst>
          </p:cNvPr>
          <p:cNvSpPr>
            <a:spLocks xmlns:a="http://schemas.openxmlformats.org/drawingml/2006/main" noGrp="1"/>
          </p:cNvSpPr>
          <p:nvPr/>
        </p:nvSpPr>
        <p:spPr>
          <a:xfrm xmlns:a="http://schemas.openxmlformats.org/drawingml/2006/main">
            <a:off x="2571750" y="3752850"/>
            <a:ext cx="1695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75" b="1" i="0">
                <a:solidFill>
                  <a:srgbClr val="FFFFFF"/>
                </a:solidFill>
                <a:latin typeface="DIN Condensed"/>
                <a:ea typeface="DIN Condensed"/>
                <a:cs typeface="DIN Condensed"/>
              </a:defRPr>
            </a:pPr>
            <a:r>
              <a:rPr sz="1875" b="1" i="0">
                <a:solidFill>
                  <a:srgbClr val="FFFFFF"/>
                </a:solidFill>
                <a:latin typeface="DIN Condensed"/>
                <a:ea typeface="DIN Condensed"/>
                <a:cs typeface="DIN Condensed"/>
              </a:rPr>
              <a:t>VINCULAR</a:t>
            </a:r>
          </a:p>
        </p:txBody>
      </p:sp>
      <p:sp>
        <p:nvSpPr>
          <p:cNvPr id="19" name="">
            <a:extLst xmlns:a="http://schemas.openxmlformats.org/drawingml/2006/main">
              <a:ext uri="{FF2B5EF4-FFF2-40B4-BE49-F238E27FC236}">
                <a16:creationId xmlns:a16="http://schemas.microsoft.com/office/drawing/2014/main" id="{49FB90B6-FF09-4D9E-B0B5-16D952CF5F61}"/>
              </a:ext>
            </a:extLst>
          </p:cNvPr>
          <p:cNvSpPr>
            <a:spLocks xmlns:a="http://schemas.openxmlformats.org/drawingml/2006/main" noGrp="1"/>
          </p:cNvSpPr>
          <p:nvPr/>
        </p:nvSpPr>
        <p:spPr>
          <a:xfrm xmlns:a="http://schemas.openxmlformats.org/drawingml/2006/main">
            <a:off x="2571750" y="4343400"/>
            <a:ext cx="16954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rostro, gesto o memoria</a:t>
            </a:r>
          </a:p>
        </p:txBody>
      </p:sp>
      <p:sp>
        <p:nvSpPr>
          <p:cNvPr id="20" name="">
            <a:extLst xmlns:a="http://schemas.openxmlformats.org/drawingml/2006/main">
              <a:ext uri="{FF2B5EF4-FFF2-40B4-BE49-F238E27FC236}">
                <a16:creationId xmlns:a16="http://schemas.microsoft.com/office/drawing/2014/main" id="{45343CFF-A7B1-4FF1-826E-80003FE50269}"/>
              </a:ext>
            </a:extLst>
          </p:cNvPr>
          <p:cNvSpPr>
            <a:spLocks xmlns:a="http://schemas.openxmlformats.org/drawingml/2006/main" noGrp="1"/>
          </p:cNvSpPr>
          <p:nvPr/>
        </p:nvSpPr>
        <p:spPr>
          <a:xfrm xmlns:a="http://schemas.openxmlformats.org/drawingml/2006/main">
            <a:off x="4514850" y="3028950"/>
            <a:ext cx="2381250" cy="2095500"/>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3FA65DE3-06F0-45A8-836B-4524B46E7D55}"/>
              </a:ext>
            </a:extLst>
          </p:cNvPr>
          <p:cNvSpPr>
            <a:spLocks xmlns:a="http://schemas.openxmlformats.org/drawingml/2006/main" noGrp="1"/>
          </p:cNvSpPr>
          <p:nvPr/>
        </p:nvSpPr>
        <p:spPr>
          <a:xfrm xmlns:a="http://schemas.openxmlformats.org/drawingml/2006/main">
            <a:off x="4667250" y="3219450"/>
            <a:ext cx="2076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125" b="1" i="0">
                <a:solidFill>
                  <a:srgbClr val="FFFFFF"/>
                </a:solidFill>
                <a:latin typeface="Avenir Next"/>
                <a:ea typeface="Avenir Next"/>
                <a:cs typeface="Avenir Next"/>
              </a:defRPr>
            </a:pPr>
            <a:r>
              <a:rPr sz="1125" b="1" i="0">
                <a:solidFill>
                  <a:srgbClr val="FFFFFF"/>
                </a:solidFill>
                <a:latin typeface="Avenir Next"/>
                <a:ea typeface="Avenir Next"/>
                <a:cs typeface="Avenir Next"/>
              </a:rPr>
              <a:t>8–15 s</a:t>
            </a:r>
          </a:p>
        </p:txBody>
      </p:sp>
      <p:sp>
        <p:nvSpPr>
          <p:cNvPr id="22" name="">
            <a:extLst xmlns:a="http://schemas.openxmlformats.org/drawingml/2006/main">
              <a:ext uri="{FF2B5EF4-FFF2-40B4-BE49-F238E27FC236}">
                <a16:creationId xmlns:a16="http://schemas.microsoft.com/office/drawing/2014/main" id="{02385A3E-5B4C-4E56-A2BB-1ABD26615324}"/>
              </a:ext>
            </a:extLst>
          </p:cNvPr>
          <p:cNvSpPr>
            <a:spLocks xmlns:a="http://schemas.openxmlformats.org/drawingml/2006/main" noGrp="1"/>
          </p:cNvSpPr>
          <p:nvPr/>
        </p:nvSpPr>
        <p:spPr>
          <a:xfrm xmlns:a="http://schemas.openxmlformats.org/drawingml/2006/main">
            <a:off x="4667250" y="3752850"/>
            <a:ext cx="2076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75" b="1" i="0">
                <a:solidFill>
                  <a:srgbClr val="FFFFFF"/>
                </a:solidFill>
                <a:latin typeface="DIN Condensed"/>
                <a:ea typeface="DIN Condensed"/>
                <a:cs typeface="DIN Condensed"/>
              </a:defRPr>
            </a:pPr>
            <a:r>
              <a:rPr sz="1875" b="1" i="0">
                <a:solidFill>
                  <a:srgbClr val="FFFFFF"/>
                </a:solidFill>
                <a:latin typeface="DIN Condensed"/>
                <a:ea typeface="DIN Condensed"/>
                <a:cs typeface="DIN Condensed"/>
              </a:rPr>
              <a:t>EXPANDIR</a:t>
            </a:r>
          </a:p>
        </p:txBody>
      </p:sp>
      <p:sp>
        <p:nvSpPr>
          <p:cNvPr id="23" name="">
            <a:extLst xmlns:a="http://schemas.openxmlformats.org/drawingml/2006/main">
              <a:ext uri="{FF2B5EF4-FFF2-40B4-BE49-F238E27FC236}">
                <a16:creationId xmlns:a16="http://schemas.microsoft.com/office/drawing/2014/main" id="{05F7C47C-21D6-4F4C-B66A-68559F8AE765}"/>
              </a:ext>
            </a:extLst>
          </p:cNvPr>
          <p:cNvSpPr>
            <a:spLocks xmlns:a="http://schemas.openxmlformats.org/drawingml/2006/main" noGrp="1"/>
          </p:cNvSpPr>
          <p:nvPr/>
        </p:nvSpPr>
        <p:spPr>
          <a:xfrm xmlns:a="http://schemas.openxmlformats.org/drawingml/2006/main">
            <a:off x="4667250" y="4343400"/>
            <a:ext cx="20764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feria, movimiento, encuentro</a:t>
            </a:r>
          </a:p>
        </p:txBody>
      </p:sp>
      <p:sp>
        <p:nvSpPr>
          <p:cNvPr id="24" name="">
            <a:extLst xmlns:a="http://schemas.openxmlformats.org/drawingml/2006/main">
              <a:ext uri="{FF2B5EF4-FFF2-40B4-BE49-F238E27FC236}">
                <a16:creationId xmlns:a16="http://schemas.microsoft.com/office/drawing/2014/main" id="{CEA1436D-6B4D-432F-98BC-CB647DF963CA}"/>
              </a:ext>
            </a:extLst>
          </p:cNvPr>
          <p:cNvSpPr>
            <a:spLocks xmlns:a="http://schemas.openxmlformats.org/drawingml/2006/main" noGrp="1"/>
          </p:cNvSpPr>
          <p:nvPr/>
        </p:nvSpPr>
        <p:spPr>
          <a:xfrm xmlns:a="http://schemas.openxmlformats.org/drawingml/2006/main">
            <a:off x="6991350" y="3028950"/>
            <a:ext cx="2571750" cy="2095500"/>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4539DB3F-9107-42EF-AF88-87EDB5B80AD2}"/>
              </a:ext>
            </a:extLst>
          </p:cNvPr>
          <p:cNvSpPr>
            <a:spLocks xmlns:a="http://schemas.openxmlformats.org/drawingml/2006/main" noGrp="1"/>
          </p:cNvSpPr>
          <p:nvPr/>
        </p:nvSpPr>
        <p:spPr>
          <a:xfrm xmlns:a="http://schemas.openxmlformats.org/drawingml/2006/main">
            <a:off x="7143750" y="3219450"/>
            <a:ext cx="2266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125" b="1" i="0">
                <a:solidFill>
                  <a:srgbClr val="FFFFFF"/>
                </a:solidFill>
                <a:latin typeface="Avenir Next"/>
                <a:ea typeface="Avenir Next"/>
                <a:cs typeface="Avenir Next"/>
              </a:defRPr>
            </a:pPr>
            <a:r>
              <a:rPr sz="1125" b="1" i="0">
                <a:solidFill>
                  <a:srgbClr val="FFFFFF"/>
                </a:solidFill>
                <a:latin typeface="Avenir Next"/>
                <a:ea typeface="Avenir Next"/>
                <a:cs typeface="Avenir Next"/>
              </a:rPr>
              <a:t>16–30 s</a:t>
            </a:r>
          </a:p>
        </p:txBody>
      </p:sp>
      <p:sp>
        <p:nvSpPr>
          <p:cNvPr id="26" name="">
            <a:extLst xmlns:a="http://schemas.openxmlformats.org/drawingml/2006/main">
              <a:ext uri="{FF2B5EF4-FFF2-40B4-BE49-F238E27FC236}">
                <a16:creationId xmlns:a16="http://schemas.microsoft.com/office/drawing/2014/main" id="{1E2DAD34-79C7-457A-AE84-51D81E93EF78}"/>
              </a:ext>
            </a:extLst>
          </p:cNvPr>
          <p:cNvSpPr>
            <a:spLocks xmlns:a="http://schemas.openxmlformats.org/drawingml/2006/main" noGrp="1"/>
          </p:cNvSpPr>
          <p:nvPr/>
        </p:nvSpPr>
        <p:spPr>
          <a:xfrm xmlns:a="http://schemas.openxmlformats.org/drawingml/2006/main">
            <a:off x="7143750" y="3752850"/>
            <a:ext cx="22669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75" b="1" i="0">
                <a:solidFill>
                  <a:srgbClr val="FFFFFF"/>
                </a:solidFill>
                <a:latin typeface="DIN Condensed"/>
                <a:ea typeface="DIN Condensed"/>
                <a:cs typeface="DIN Condensed"/>
              </a:defRPr>
            </a:pPr>
            <a:r>
              <a:rPr sz="1875" b="1" i="0">
                <a:solidFill>
                  <a:srgbClr val="FFFFFF"/>
                </a:solidFill>
                <a:latin typeface="DIN Condensed"/>
                <a:ea typeface="DIN Condensed"/>
                <a:cs typeface="DIN Condensed"/>
              </a:rPr>
              <a:t>PROBAR</a:t>
            </a:r>
          </a:p>
        </p:txBody>
      </p:sp>
      <p:sp>
        <p:nvSpPr>
          <p:cNvPr id="27" name="">
            <a:extLst xmlns:a="http://schemas.openxmlformats.org/drawingml/2006/main">
              <a:ext uri="{FF2B5EF4-FFF2-40B4-BE49-F238E27FC236}">
                <a16:creationId xmlns:a16="http://schemas.microsoft.com/office/drawing/2014/main" id="{4C7B135C-BE0A-4FA0-8AE2-9B0BC034C98E}"/>
              </a:ext>
            </a:extLst>
          </p:cNvPr>
          <p:cNvSpPr>
            <a:spLocks xmlns:a="http://schemas.openxmlformats.org/drawingml/2006/main" noGrp="1"/>
          </p:cNvSpPr>
          <p:nvPr/>
        </p:nvSpPr>
        <p:spPr>
          <a:xfrm xmlns:a="http://schemas.openxmlformats.org/drawingml/2006/main">
            <a:off x="7143750" y="4343400"/>
            <a:ext cx="22669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escala, ruta, utilidad</a:t>
            </a:r>
          </a:p>
        </p:txBody>
      </p:sp>
      <p:sp>
        <p:nvSpPr>
          <p:cNvPr id="28" name="">
            <a:extLst xmlns:a="http://schemas.openxmlformats.org/drawingml/2006/main">
              <a:ext uri="{FF2B5EF4-FFF2-40B4-BE49-F238E27FC236}">
                <a16:creationId xmlns:a16="http://schemas.microsoft.com/office/drawing/2014/main" id="{72E6061D-F25F-4ADA-A97A-944D861749C8}"/>
              </a:ext>
            </a:extLst>
          </p:cNvPr>
          <p:cNvSpPr>
            <a:spLocks xmlns:a="http://schemas.openxmlformats.org/drawingml/2006/main" noGrp="1"/>
          </p:cNvSpPr>
          <p:nvPr/>
        </p:nvSpPr>
        <p:spPr>
          <a:xfrm xmlns:a="http://schemas.openxmlformats.org/drawingml/2006/main">
            <a:off x="9658350" y="3028950"/>
            <a:ext cx="2000250" cy="2095500"/>
          </a:xfrm>
          <a:prstGeom xmlns:a="http://schemas.openxmlformats.org/drawingml/2006/main" prst="rect">
            <a:avLst/>
          </a:prstGeom>
          <a:solidFill xmlns:a="http://schemas.openxmlformats.org/drawingml/2006/main">
            <a:srgbClr val="2B0D3B"/>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9DD33B78-6550-4A96-9C36-DC5FEE26DD39}"/>
              </a:ext>
            </a:extLst>
          </p:cNvPr>
          <p:cNvSpPr>
            <a:spLocks xmlns:a="http://schemas.openxmlformats.org/drawingml/2006/main" noGrp="1"/>
          </p:cNvSpPr>
          <p:nvPr/>
        </p:nvSpPr>
        <p:spPr>
          <a:xfrm xmlns:a="http://schemas.openxmlformats.org/drawingml/2006/main">
            <a:off x="9810750" y="3219450"/>
            <a:ext cx="1695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125" b="1" i="0">
                <a:solidFill>
                  <a:srgbClr val="FFFFFF"/>
                </a:solidFill>
                <a:latin typeface="Avenir Next"/>
                <a:ea typeface="Avenir Next"/>
                <a:cs typeface="Avenir Next"/>
              </a:defRPr>
            </a:pPr>
            <a:r>
              <a:rPr sz="1125" b="1" i="0">
                <a:solidFill>
                  <a:srgbClr val="FFFFFF"/>
                </a:solidFill>
                <a:latin typeface="Avenir Next"/>
                <a:ea typeface="Avenir Next"/>
                <a:cs typeface="Avenir Next"/>
              </a:rPr>
              <a:t>CIERRE</a:t>
            </a:r>
          </a:p>
        </p:txBody>
      </p:sp>
      <p:sp>
        <p:nvSpPr>
          <p:cNvPr id="30" name="">
            <a:extLst xmlns:a="http://schemas.openxmlformats.org/drawingml/2006/main">
              <a:ext uri="{FF2B5EF4-FFF2-40B4-BE49-F238E27FC236}">
                <a16:creationId xmlns:a16="http://schemas.microsoft.com/office/drawing/2014/main" id="{F5B685CD-5895-4DC9-8882-6839D16B2B72}"/>
              </a:ext>
            </a:extLst>
          </p:cNvPr>
          <p:cNvSpPr>
            <a:spLocks xmlns:a="http://schemas.openxmlformats.org/drawingml/2006/main" noGrp="1"/>
          </p:cNvSpPr>
          <p:nvPr/>
        </p:nvSpPr>
        <p:spPr>
          <a:xfrm xmlns:a="http://schemas.openxmlformats.org/drawingml/2006/main">
            <a:off x="9810750" y="3752850"/>
            <a:ext cx="1695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75" b="1" i="0">
                <a:solidFill>
                  <a:srgbClr val="FFFFFF"/>
                </a:solidFill>
                <a:latin typeface="DIN Condensed"/>
                <a:ea typeface="DIN Condensed"/>
                <a:cs typeface="DIN Condensed"/>
              </a:defRPr>
            </a:pPr>
            <a:r>
              <a:rPr sz="1875" b="1" i="0">
                <a:solidFill>
                  <a:srgbClr val="FFFFFF"/>
                </a:solidFill>
                <a:latin typeface="DIN Condensed"/>
                <a:ea typeface="DIN Condensed"/>
                <a:cs typeface="DIN Condensed"/>
              </a:rPr>
              <a:t>RESOLVER</a:t>
            </a:r>
          </a:p>
        </p:txBody>
      </p:sp>
      <p:sp>
        <p:nvSpPr>
          <p:cNvPr id="31" name="">
            <a:extLst xmlns:a="http://schemas.openxmlformats.org/drawingml/2006/main">
              <a:ext uri="{FF2B5EF4-FFF2-40B4-BE49-F238E27FC236}">
                <a16:creationId xmlns:a16="http://schemas.microsoft.com/office/drawing/2014/main" id="{96EC4078-C209-4906-A9A1-3762016EDDC1}"/>
              </a:ext>
            </a:extLst>
          </p:cNvPr>
          <p:cNvSpPr>
            <a:spLocks xmlns:a="http://schemas.openxmlformats.org/drawingml/2006/main" noGrp="1"/>
          </p:cNvSpPr>
          <p:nvPr/>
        </p:nvSpPr>
        <p:spPr>
          <a:xfrm xmlns:a="http://schemas.openxmlformats.org/drawingml/2006/main">
            <a:off x="9810750" y="4343400"/>
            <a:ext cx="16954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una frase + un CTA</a:t>
            </a:r>
          </a:p>
        </p:txBody>
      </p:sp>
      <p:sp>
        <p:nvSpPr>
          <p:cNvPr id="32" name="">
            <a:extLst xmlns:a="http://schemas.openxmlformats.org/drawingml/2006/main">
              <a:ext uri="{FF2B5EF4-FFF2-40B4-BE49-F238E27FC236}">
                <a16:creationId xmlns:a16="http://schemas.microsoft.com/office/drawing/2014/main" id="{8F3EFDA3-C029-458F-B6E6-DDB86099A3AE}"/>
              </a:ext>
            </a:extLst>
          </p:cNvPr>
          <p:cNvSpPr>
            <a:spLocks xmlns:a="http://schemas.openxmlformats.org/drawingml/2006/main" noGrp="1"/>
          </p:cNvSpPr>
          <p:nvPr/>
        </p:nvSpPr>
        <p:spPr>
          <a:xfrm xmlns:a="http://schemas.openxmlformats.org/drawingml/2006/main">
            <a:off x="609600" y="5562600"/>
            <a:ext cx="10972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350" b="1" i="0">
                <a:solidFill>
                  <a:srgbClr val="25112C"/>
                </a:solidFill>
                <a:latin typeface="Avenir Next"/>
                <a:ea typeface="Avenir Next"/>
                <a:cs typeface="Avenir Next"/>
              </a:defRPr>
            </a:pPr>
            <a:r>
              <a:rPr sz="1350" b="1" i="0">
                <a:solidFill>
                  <a:srgbClr val="25112C"/>
                </a:solidFill>
                <a:latin typeface="Avenir Next"/>
                <a:ea typeface="Avenir Next"/>
                <a:cs typeface="Avenir Next"/>
              </a:rPr>
              <a:t>UNA PIEZA = UNA IDEA = UN CTA PROPORCIONAL</a:t>
            </a:r>
          </a:p>
        </p:txBody>
      </p:sp>
    </p:spTree>
    <p:extLst>
      <p:ext uri="{BB962C8B-B14F-4D97-AF65-F5344CB8AC3E}">
        <p14:creationId xmlns:p14="http://schemas.microsoft.com/office/powerpoint/2010/main" val="251059470"/>
      </p:ext>
    </p:extLst>
  </p:cSld>
</p:sld>
</file>

<file path=ppt/slides/slide26.xml><?xml version="1.0" encoding="utf-8"?>
<p:sld xmlns:p="http://schemas.openxmlformats.org/presentationml/2006/main">
  <p:cSld>
    <p:bg>
      <p:bgPr>
        <a:solidFill xmlns:a="http://schemas.openxmlformats.org/drawingml/2006/main">
          <a:srgbClr val="160A22"/>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A1A98EFB-A006-4ABC-87C9-FDF0C9089518}"/>
              </a:ext>
            </a:extLst>
          </p:cNvPr>
          <p:cNvSpPr>
            <a:spLocks xmlns:a="http://schemas.openxmlformats.org/drawingml/2006/main" noGrp="1"/>
          </p:cNvSpPr>
          <p:nvPr/>
        </p:nvSpPr>
        <p:spPr>
          <a:xfrm xmlns:a="http://schemas.openxmlformats.org/drawingml/2006/main">
            <a:off x="0" y="0"/>
            <a:ext cx="2438400" cy="66675"/>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DE9D4FE-6EB9-471D-97A2-CE0D3AF2EFA2}"/>
              </a:ext>
            </a:extLst>
          </p:cNvPr>
          <p:cNvSpPr>
            <a:spLocks xmlns:a="http://schemas.openxmlformats.org/drawingml/2006/main" noGrp="1"/>
          </p:cNvSpPr>
          <p:nvPr/>
        </p:nvSpPr>
        <p:spPr>
          <a:xfrm xmlns:a="http://schemas.openxmlformats.org/drawingml/2006/main">
            <a:off x="2438400" y="0"/>
            <a:ext cx="2438400" cy="66675"/>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9743E5C1-28D5-42D3-AF08-F8A294ACE31A}"/>
              </a:ext>
            </a:extLst>
          </p:cNvPr>
          <p:cNvSpPr>
            <a:spLocks xmlns:a="http://schemas.openxmlformats.org/drawingml/2006/main" noGrp="1"/>
          </p:cNvSpPr>
          <p:nvPr/>
        </p:nvSpPr>
        <p:spPr>
          <a:xfrm xmlns:a="http://schemas.openxmlformats.org/drawingml/2006/main">
            <a:off x="4876800" y="0"/>
            <a:ext cx="2438400" cy="66675"/>
          </a:xfrm>
          <a:prstGeom xmlns:a="http://schemas.openxmlformats.org/drawingml/2006/main" prst="rect">
            <a:avLst/>
          </a:prstGeom>
          <a:solidFill xmlns:a="http://schemas.openxmlformats.org/drawingml/2006/main">
            <a:srgbClr val="FFC92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198A836-626D-4387-9D7E-194AA5EA26E4}"/>
              </a:ext>
            </a:extLst>
          </p:cNvPr>
          <p:cNvSpPr>
            <a:spLocks xmlns:a="http://schemas.openxmlformats.org/drawingml/2006/main" noGrp="1"/>
          </p:cNvSpPr>
          <p:nvPr/>
        </p:nvSpPr>
        <p:spPr>
          <a:xfrm xmlns:a="http://schemas.openxmlformats.org/drawingml/2006/main">
            <a:off x="7315200" y="0"/>
            <a:ext cx="2438400" cy="66675"/>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7CA6336-9D00-4CF9-97BE-3D0C52B323B3}"/>
              </a:ext>
            </a:extLst>
          </p:cNvPr>
          <p:cNvSpPr>
            <a:spLocks xmlns:a="http://schemas.openxmlformats.org/drawingml/2006/main" noGrp="1"/>
          </p:cNvSpPr>
          <p:nvPr/>
        </p:nvSpPr>
        <p:spPr>
          <a:xfrm xmlns:a="http://schemas.openxmlformats.org/drawingml/2006/main">
            <a:off x="9753600" y="0"/>
            <a:ext cx="2438400" cy="66675"/>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18360231-1344-4C86-BE59-1D7DEB34EFD7}"/>
              </a:ext>
            </a:extLst>
          </p:cNvPr>
          <p:cNvSpPr>
            <a:spLocks xmlns:a="http://schemas.openxmlformats.org/drawingml/2006/main" noGrp="1"/>
          </p:cNvSpPr>
          <p:nvPr/>
        </p:nvSpPr>
        <p:spPr>
          <a:xfrm xmlns:a="http://schemas.openxmlformats.org/drawingml/2006/main">
            <a:off x="609600" y="26670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FFC928"/>
                </a:solidFill>
                <a:latin typeface="Avenir Next"/>
                <a:ea typeface="Avenir Next"/>
                <a:cs typeface="Avenir Next"/>
              </a:defRPr>
            </a:pPr>
            <a:r>
              <a:rPr sz="825" b="1" i="0">
                <a:solidFill>
                  <a:srgbClr val="FFC928"/>
                </a:solidFill>
                <a:latin typeface="Avenir Next"/>
                <a:ea typeface="Avenir Next"/>
                <a:cs typeface="Avenir Next"/>
              </a:rPr>
              <a:t>PIEZAS HERO</a:t>
            </a:r>
          </a:p>
        </p:txBody>
      </p:sp>
      <p:sp>
        <p:nvSpPr>
          <p:cNvPr id="7" name="">
            <a:extLst xmlns:a="http://schemas.openxmlformats.org/drawingml/2006/main">
              <a:ext uri="{FF2B5EF4-FFF2-40B4-BE49-F238E27FC236}">
                <a16:creationId xmlns:a16="http://schemas.microsoft.com/office/drawing/2014/main" id="{87116758-87F0-4875-90E8-41741C2C12B9}"/>
              </a:ext>
            </a:extLst>
          </p:cNvPr>
          <p:cNvSpPr>
            <a:spLocks xmlns:a="http://schemas.openxmlformats.org/drawingml/2006/main" noGrp="1"/>
          </p:cNvSpPr>
          <p:nvPr/>
        </p:nvSpPr>
        <p:spPr>
          <a:xfrm xmlns:a="http://schemas.openxmlformats.org/drawingml/2006/main">
            <a:off x="609600" y="6534150"/>
            <a:ext cx="4762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675" b="1" i="0">
                <a:solidFill>
                  <a:srgbClr val="FFFFFF">
                    <a:alpha val="52000"/>
                  </a:srgbClr>
                </a:solidFill>
                <a:latin typeface="Avenir Next"/>
                <a:ea typeface="Avenir Next"/>
                <a:cs typeface="Avenir Next"/>
              </a:defRPr>
            </a:pPr>
            <a:r>
              <a:rPr sz="675" b="1" i="0">
                <a:solidFill>
                  <a:srgbClr val="FFFFFF">
                    <a:alpha val="52000"/>
                  </a:srgbClr>
                </a:solidFill>
                <a:latin typeface="Avenir Next"/>
                <a:ea typeface="Avenir Next"/>
                <a:cs typeface="Avenir Next"/>
              </a:rPr>
              <a:t>DOCUMENTO INTERNO · PROPUESTA EN REVISIÓN</a:t>
            </a:r>
          </a:p>
        </p:txBody>
      </p:sp>
      <p:sp>
        <p:nvSpPr>
          <p:cNvPr id="8" name="">
            <a:extLst xmlns:a="http://schemas.openxmlformats.org/drawingml/2006/main">
              <a:ext uri="{FF2B5EF4-FFF2-40B4-BE49-F238E27FC236}">
                <a16:creationId xmlns:a16="http://schemas.microsoft.com/office/drawing/2014/main" id="{F3279686-8170-4C25-8844-CF12C2524262}"/>
              </a:ext>
            </a:extLst>
          </p:cNvPr>
          <p:cNvSpPr>
            <a:spLocks xmlns:a="http://schemas.openxmlformats.org/drawingml/2006/main" noGrp="1"/>
          </p:cNvSpPr>
          <p:nvPr/>
        </p:nvSpPr>
        <p:spPr>
          <a:xfrm xmlns:a="http://schemas.openxmlformats.org/drawingml/2006/main">
            <a:off x="11239500" y="6505575"/>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750" b="1" i="0">
                <a:solidFill>
                  <a:srgbClr val="FFFFFF">
                    <a:alpha val="52000"/>
                  </a:srgbClr>
                </a:solidFill>
                <a:latin typeface="Avenir Next"/>
                <a:ea typeface="Avenir Next"/>
                <a:cs typeface="Avenir Next"/>
              </a:defRPr>
            </a:pPr>
            <a:r>
              <a:rPr sz="750" b="1" i="0">
                <a:solidFill>
                  <a:srgbClr val="FFFFFF">
                    <a:alpha val="52000"/>
                  </a:srgbClr>
                </a:solidFill>
                <a:latin typeface="Avenir Next"/>
                <a:ea typeface="Avenir Next"/>
                <a:cs typeface="Avenir Next"/>
              </a:rPr>
              <a:t>26</a:t>
            </a:r>
          </a:p>
        </p:txBody>
      </p:sp>
      <p:sp>
        <p:nvSpPr>
          <p:cNvPr id="9" name="">
            <a:extLst xmlns:a="http://schemas.openxmlformats.org/drawingml/2006/main">
              <a:ext uri="{FF2B5EF4-FFF2-40B4-BE49-F238E27FC236}">
                <a16:creationId xmlns:a16="http://schemas.microsoft.com/office/drawing/2014/main" id="{BAD3264A-B3F2-4CE6-A84C-EA989960931F}"/>
              </a:ext>
            </a:extLst>
          </p:cNvPr>
          <p:cNvSpPr>
            <a:spLocks xmlns:a="http://schemas.openxmlformats.org/drawingml/2006/main" noGrp="1"/>
          </p:cNvSpPr>
          <p:nvPr/>
        </p:nvSpPr>
        <p:spPr>
          <a:xfrm xmlns:a="http://schemas.openxmlformats.org/drawingml/2006/main">
            <a:off x="609600" y="666750"/>
            <a:ext cx="1066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E72D78"/>
                </a:solidFill>
                <a:latin typeface="Avenir Next"/>
                <a:ea typeface="Avenir Next"/>
                <a:cs typeface="Avenir Next"/>
              </a:defRPr>
            </a:pPr>
            <a:r>
              <a:rPr sz="900" b="1" i="0">
                <a:solidFill>
                  <a:srgbClr val="E72D78"/>
                </a:solidFill>
                <a:latin typeface="Avenir Next"/>
                <a:ea typeface="Avenir Next"/>
                <a:cs typeface="Avenir Next"/>
              </a:rPr>
              <a:t>PELÍCULA HERO 1</a:t>
            </a:r>
          </a:p>
        </p:txBody>
      </p:sp>
      <p:sp>
        <p:nvSpPr>
          <p:cNvPr id="10" name="">
            <a:extLst xmlns:a="http://schemas.openxmlformats.org/drawingml/2006/main">
              <a:ext uri="{FF2B5EF4-FFF2-40B4-BE49-F238E27FC236}">
                <a16:creationId xmlns:a16="http://schemas.microsoft.com/office/drawing/2014/main" id="{C20FEBC2-874B-48DC-98E4-378DA3F589BC}"/>
              </a:ext>
            </a:extLst>
          </p:cNvPr>
          <p:cNvSpPr>
            <a:spLocks xmlns:a="http://schemas.openxmlformats.org/drawingml/2006/main" noGrp="1"/>
          </p:cNvSpPr>
          <p:nvPr/>
        </p:nvSpPr>
        <p:spPr>
          <a:xfrm xmlns:a="http://schemas.openxmlformats.org/drawingml/2006/main">
            <a:off x="609600" y="990600"/>
            <a:ext cx="1066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4200" b="1" i="0">
                <a:solidFill>
                  <a:srgbClr val="FFFFFF"/>
                </a:solidFill>
                <a:latin typeface="DIN Condensed"/>
                <a:ea typeface="DIN Condensed"/>
                <a:cs typeface="DIN Condensed"/>
              </a:defRPr>
            </a:pPr>
            <a:r>
              <a:rPr sz="4200" b="1" i="0">
                <a:solidFill>
                  <a:srgbClr val="FFFFFF"/>
                </a:solidFill>
                <a:latin typeface="DIN Condensed"/>
                <a:ea typeface="DIN Condensed"/>
                <a:cs typeface="DIN Condensed"/>
              </a:rPr>
              <a:t>NOS LLAMA</a:t>
            </a:r>
          </a:p>
        </p:txBody>
      </p:sp>
      <p:sp>
        <p:nvSpPr>
          <p:cNvPr id="11" name="">
            <a:extLst xmlns:a="http://schemas.openxmlformats.org/drawingml/2006/main">
              <a:ext uri="{FF2B5EF4-FFF2-40B4-BE49-F238E27FC236}">
                <a16:creationId xmlns:a16="http://schemas.microsoft.com/office/drawing/2014/main" id="{65737B35-DEE4-4FDC-85A5-1A4CE2AF7782}"/>
              </a:ext>
            </a:extLst>
          </p:cNvPr>
          <p:cNvSpPr>
            <a:spLocks xmlns:a="http://schemas.openxmlformats.org/drawingml/2006/main" noGrp="1"/>
          </p:cNvSpPr>
          <p:nvPr/>
        </p:nvSpPr>
        <p:spPr>
          <a:xfrm xmlns:a="http://schemas.openxmlformats.org/drawingml/2006/main">
            <a:off x="609600" y="182880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0" i="0">
                <a:solidFill>
                  <a:srgbClr val="FFFFFF">
                    <a:alpha val="78000"/>
                  </a:srgbClr>
                </a:solidFill>
                <a:latin typeface="Avenir Next"/>
                <a:ea typeface="Avenir Next"/>
                <a:cs typeface="Avenir Next"/>
              </a:defRPr>
            </a:pPr>
            <a:r>
              <a:rPr sz="1500" b="0" i="0">
                <a:solidFill>
                  <a:srgbClr val="FFFFFF">
                    <a:alpha val="78000"/>
                  </a:srgbClr>
                </a:solidFill>
                <a:latin typeface="Avenir Next"/>
                <a:ea typeface="Avenir Next"/>
                <a:cs typeface="Avenir Next"/>
              </a:rPr>
              <a:t>Instala ES TRADICIÓN sin cartel. Memoria primero; promesa después.</a:t>
            </a:r>
          </a:p>
        </p:txBody>
      </p:sp>
      <p:sp>
        <p:nvSpPr>
          <p:cNvPr id="12" name="">
            <a:extLst xmlns:a="http://schemas.openxmlformats.org/drawingml/2006/main">
              <a:ext uri="{FF2B5EF4-FFF2-40B4-BE49-F238E27FC236}">
                <a16:creationId xmlns:a16="http://schemas.microsoft.com/office/drawing/2014/main" id="{7307E3DF-EAD3-42AB-9771-FA879F48156B}"/>
              </a:ext>
            </a:extLst>
          </p:cNvPr>
          <p:cNvSpPr>
            <a:spLocks xmlns:a="http://schemas.openxmlformats.org/drawingml/2006/main" noGrp="1"/>
          </p:cNvSpPr>
          <p:nvPr/>
        </p:nvSpPr>
        <p:spPr>
          <a:xfrm xmlns:a="http://schemas.openxmlformats.org/drawingml/2006/main">
            <a:off x="609600" y="2857500"/>
            <a:ext cx="2457450" cy="2247900"/>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6D246E65-F507-4749-9948-701BD69A9876}"/>
              </a:ext>
            </a:extLst>
          </p:cNvPr>
          <p:cNvSpPr>
            <a:spLocks xmlns:a="http://schemas.openxmlformats.org/drawingml/2006/main" noGrp="1"/>
          </p:cNvSpPr>
          <p:nvPr/>
        </p:nvSpPr>
        <p:spPr>
          <a:xfrm xmlns:a="http://schemas.openxmlformats.org/drawingml/2006/main">
            <a:off x="762000" y="3009900"/>
            <a:ext cx="5524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773"/>
          </a:bodyPr>
          <a:lstStyle xmlns:a="http://schemas.openxmlformats.org/drawingml/2006/main"/>
          <a:p xmlns:a="http://schemas.openxmlformats.org/drawingml/2006/main">
            <a:pPr algn="l">
              <a:lnSpc>
                <a:spcPct val="105000"/>
              </a:lnSpc>
              <a:buNone/>
              <a:defRPr sz="2625" b="1" i="0">
                <a:solidFill>
                  <a:srgbClr val="FFFFFF">
                    <a:alpha val="72000"/>
                  </a:srgbClr>
                </a:solidFill>
                <a:latin typeface="DIN Condensed"/>
                <a:ea typeface="DIN Condensed"/>
                <a:cs typeface="DIN Condensed"/>
              </a:defRPr>
            </a:pPr>
            <a:r>
              <a:rPr sz="2625" b="1" i="0">
                <a:solidFill>
                  <a:srgbClr val="FFFFFF">
                    <a:alpha val="72000"/>
                  </a:srgbClr>
                </a:solidFill>
                <a:latin typeface="DIN Condensed"/>
                <a:ea typeface="DIN Condensed"/>
                <a:cs typeface="DIN Condensed"/>
              </a:rPr>
              <a:t>01</a:t>
            </a:r>
          </a:p>
        </p:txBody>
      </p:sp>
      <p:sp>
        <p:nvSpPr>
          <p:cNvPr id="14" name="">
            <a:extLst xmlns:a="http://schemas.openxmlformats.org/drawingml/2006/main">
              <a:ext uri="{FF2B5EF4-FFF2-40B4-BE49-F238E27FC236}">
                <a16:creationId xmlns:a16="http://schemas.microsoft.com/office/drawing/2014/main" id="{98DA5E24-2937-44B9-9609-382FCCFEF55B}"/>
              </a:ext>
            </a:extLst>
          </p:cNvPr>
          <p:cNvSpPr>
            <a:spLocks xmlns:a="http://schemas.openxmlformats.org/drawingml/2006/main" noGrp="1"/>
          </p:cNvSpPr>
          <p:nvPr/>
        </p:nvSpPr>
        <p:spPr>
          <a:xfrm xmlns:a="http://schemas.openxmlformats.org/drawingml/2006/main">
            <a:off x="762000" y="3638550"/>
            <a:ext cx="21526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00" b="1" i="0">
                <a:solidFill>
                  <a:srgbClr val="FFFFFF"/>
                </a:solidFill>
                <a:latin typeface="DIN Condensed"/>
                <a:ea typeface="DIN Condensed"/>
                <a:cs typeface="DIN Condensed"/>
              </a:defRPr>
            </a:pPr>
            <a:r>
              <a:rPr sz="1800" b="1" i="0">
                <a:solidFill>
                  <a:srgbClr val="FFFFFF"/>
                </a:solidFill>
                <a:latin typeface="DIN Condensed"/>
                <a:ea typeface="DIN Condensed"/>
                <a:cs typeface="DIN Condensed"/>
              </a:rPr>
              <a:t>SONIDO</a:t>
            </a:r>
          </a:p>
        </p:txBody>
      </p:sp>
      <p:sp>
        <p:nvSpPr>
          <p:cNvPr id="15" name="">
            <a:extLst xmlns:a="http://schemas.openxmlformats.org/drawingml/2006/main">
              <a:ext uri="{FF2B5EF4-FFF2-40B4-BE49-F238E27FC236}">
                <a16:creationId xmlns:a16="http://schemas.microsoft.com/office/drawing/2014/main" id="{4CD10CFC-33DC-4330-AAE6-E8727E66E8E0}"/>
              </a:ext>
            </a:extLst>
          </p:cNvPr>
          <p:cNvSpPr>
            <a:spLocks xmlns:a="http://schemas.openxmlformats.org/drawingml/2006/main" noGrp="1"/>
          </p:cNvSpPr>
          <p:nvPr/>
        </p:nvSpPr>
        <p:spPr>
          <a:xfrm xmlns:a="http://schemas.openxmlformats.org/drawingml/2006/main">
            <a:off x="762000" y="4171950"/>
            <a:ext cx="21526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una señal real detiene</a:t>
            </a:r>
          </a:p>
        </p:txBody>
      </p:sp>
      <p:sp>
        <p:nvSpPr>
          <p:cNvPr id="16" name="">
            <a:extLst xmlns:a="http://schemas.openxmlformats.org/drawingml/2006/main">
              <a:ext uri="{FF2B5EF4-FFF2-40B4-BE49-F238E27FC236}">
                <a16:creationId xmlns:a16="http://schemas.microsoft.com/office/drawing/2014/main" id="{486E20E9-C28B-40E5-843A-DDA3A3917B88}"/>
              </a:ext>
            </a:extLst>
          </p:cNvPr>
          <p:cNvSpPr>
            <a:spLocks xmlns:a="http://schemas.openxmlformats.org/drawingml/2006/main" noGrp="1"/>
          </p:cNvSpPr>
          <p:nvPr/>
        </p:nvSpPr>
        <p:spPr>
          <a:xfrm xmlns:a="http://schemas.openxmlformats.org/drawingml/2006/main">
            <a:off x="3333750" y="2857500"/>
            <a:ext cx="2457450" cy="2247900"/>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36D2152A-A144-469B-9B39-CC3D1664B43B}"/>
              </a:ext>
            </a:extLst>
          </p:cNvPr>
          <p:cNvSpPr>
            <a:spLocks xmlns:a="http://schemas.openxmlformats.org/drawingml/2006/main" noGrp="1"/>
          </p:cNvSpPr>
          <p:nvPr/>
        </p:nvSpPr>
        <p:spPr>
          <a:xfrm xmlns:a="http://schemas.openxmlformats.org/drawingml/2006/main">
            <a:off x="3486150" y="3009900"/>
            <a:ext cx="5524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773"/>
          </a:bodyPr>
          <a:lstStyle xmlns:a="http://schemas.openxmlformats.org/drawingml/2006/main"/>
          <a:p xmlns:a="http://schemas.openxmlformats.org/drawingml/2006/main">
            <a:pPr algn="l">
              <a:lnSpc>
                <a:spcPct val="105000"/>
              </a:lnSpc>
              <a:buNone/>
              <a:defRPr sz="2625" b="1" i="0">
                <a:solidFill>
                  <a:srgbClr val="FFFFFF">
                    <a:alpha val="72000"/>
                  </a:srgbClr>
                </a:solidFill>
                <a:latin typeface="DIN Condensed"/>
                <a:ea typeface="DIN Condensed"/>
                <a:cs typeface="DIN Condensed"/>
              </a:defRPr>
            </a:pPr>
            <a:r>
              <a:rPr sz="2625" b="1" i="0">
                <a:solidFill>
                  <a:srgbClr val="FFFFFF">
                    <a:alpha val="72000"/>
                  </a:srgbClr>
                </a:solidFill>
                <a:latin typeface="DIN Condensed"/>
                <a:ea typeface="DIN Condensed"/>
                <a:cs typeface="DIN Condensed"/>
              </a:rPr>
              <a:t>02</a:t>
            </a:r>
          </a:p>
        </p:txBody>
      </p:sp>
      <p:sp>
        <p:nvSpPr>
          <p:cNvPr id="18" name="">
            <a:extLst xmlns:a="http://schemas.openxmlformats.org/drawingml/2006/main">
              <a:ext uri="{FF2B5EF4-FFF2-40B4-BE49-F238E27FC236}">
                <a16:creationId xmlns:a16="http://schemas.microsoft.com/office/drawing/2014/main" id="{078E8242-0D74-494B-B441-A08B13E2FE39}"/>
              </a:ext>
            </a:extLst>
          </p:cNvPr>
          <p:cNvSpPr>
            <a:spLocks xmlns:a="http://schemas.openxmlformats.org/drawingml/2006/main" noGrp="1"/>
          </p:cNvSpPr>
          <p:nvPr/>
        </p:nvSpPr>
        <p:spPr>
          <a:xfrm xmlns:a="http://schemas.openxmlformats.org/drawingml/2006/main">
            <a:off x="3486150" y="3638550"/>
            <a:ext cx="21526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00" b="1" i="0">
                <a:solidFill>
                  <a:srgbClr val="FFFFFF"/>
                </a:solidFill>
                <a:latin typeface="DIN Condensed"/>
                <a:ea typeface="DIN Condensed"/>
                <a:cs typeface="DIN Condensed"/>
              </a:defRPr>
            </a:pPr>
            <a:r>
              <a:rPr sz="1800" b="1" i="0">
                <a:solidFill>
                  <a:srgbClr val="FFFFFF"/>
                </a:solidFill>
                <a:latin typeface="DIN Condensed"/>
                <a:ea typeface="DIN Condensed"/>
                <a:cs typeface="DIN Condensed"/>
              </a:rPr>
              <a:t>VÍNCULO</a:t>
            </a:r>
          </a:p>
        </p:txBody>
      </p:sp>
      <p:sp>
        <p:nvSpPr>
          <p:cNvPr id="19" name="">
            <a:extLst xmlns:a="http://schemas.openxmlformats.org/drawingml/2006/main">
              <a:ext uri="{FF2B5EF4-FFF2-40B4-BE49-F238E27FC236}">
                <a16:creationId xmlns:a16="http://schemas.microsoft.com/office/drawing/2014/main" id="{F36AC170-31F2-4C4B-A74A-B4B559F61FD4}"/>
              </a:ext>
            </a:extLst>
          </p:cNvPr>
          <p:cNvSpPr>
            <a:spLocks xmlns:a="http://schemas.openxmlformats.org/drawingml/2006/main" noGrp="1"/>
          </p:cNvSpPr>
          <p:nvPr/>
        </p:nvSpPr>
        <p:spPr>
          <a:xfrm xmlns:a="http://schemas.openxmlformats.org/drawingml/2006/main">
            <a:off x="3486150" y="4171950"/>
            <a:ext cx="21526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familia, llegada y gesto</a:t>
            </a:r>
          </a:p>
        </p:txBody>
      </p:sp>
      <p:sp>
        <p:nvSpPr>
          <p:cNvPr id="20" name="">
            <a:extLst xmlns:a="http://schemas.openxmlformats.org/drawingml/2006/main">
              <a:ext uri="{FF2B5EF4-FFF2-40B4-BE49-F238E27FC236}">
                <a16:creationId xmlns:a16="http://schemas.microsoft.com/office/drawing/2014/main" id="{C1283AFE-7284-413B-B9A2-15583FCCCD72}"/>
              </a:ext>
            </a:extLst>
          </p:cNvPr>
          <p:cNvSpPr>
            <a:spLocks xmlns:a="http://schemas.openxmlformats.org/drawingml/2006/main" noGrp="1"/>
          </p:cNvSpPr>
          <p:nvPr/>
        </p:nvSpPr>
        <p:spPr>
          <a:xfrm xmlns:a="http://schemas.openxmlformats.org/drawingml/2006/main">
            <a:off x="6057900" y="2857500"/>
            <a:ext cx="2457450" cy="2247900"/>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89C9BA5D-7B73-4387-9639-F136B25C7533}"/>
              </a:ext>
            </a:extLst>
          </p:cNvPr>
          <p:cNvSpPr>
            <a:spLocks xmlns:a="http://schemas.openxmlformats.org/drawingml/2006/main" noGrp="1"/>
          </p:cNvSpPr>
          <p:nvPr/>
        </p:nvSpPr>
        <p:spPr>
          <a:xfrm xmlns:a="http://schemas.openxmlformats.org/drawingml/2006/main">
            <a:off x="6210300" y="3009900"/>
            <a:ext cx="5524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773"/>
          </a:bodyPr>
          <a:lstStyle xmlns:a="http://schemas.openxmlformats.org/drawingml/2006/main"/>
          <a:p xmlns:a="http://schemas.openxmlformats.org/drawingml/2006/main">
            <a:pPr algn="l">
              <a:lnSpc>
                <a:spcPct val="105000"/>
              </a:lnSpc>
              <a:buNone/>
              <a:defRPr sz="2625" b="1" i="0">
                <a:solidFill>
                  <a:srgbClr val="FFFFFF">
                    <a:alpha val="72000"/>
                  </a:srgbClr>
                </a:solidFill>
                <a:latin typeface="DIN Condensed"/>
                <a:ea typeface="DIN Condensed"/>
                <a:cs typeface="DIN Condensed"/>
              </a:defRPr>
            </a:pPr>
            <a:r>
              <a:rPr sz="2625" b="1" i="0">
                <a:solidFill>
                  <a:srgbClr val="FFFFFF">
                    <a:alpha val="72000"/>
                  </a:srgbClr>
                </a:solidFill>
                <a:latin typeface="DIN Condensed"/>
                <a:ea typeface="DIN Condensed"/>
                <a:cs typeface="DIN Condensed"/>
              </a:rPr>
              <a:t>03</a:t>
            </a:r>
          </a:p>
        </p:txBody>
      </p:sp>
      <p:sp>
        <p:nvSpPr>
          <p:cNvPr id="22" name="">
            <a:extLst xmlns:a="http://schemas.openxmlformats.org/drawingml/2006/main">
              <a:ext uri="{FF2B5EF4-FFF2-40B4-BE49-F238E27FC236}">
                <a16:creationId xmlns:a16="http://schemas.microsoft.com/office/drawing/2014/main" id="{64EA30AE-1688-4AAB-860F-F0DAC06B291E}"/>
              </a:ext>
            </a:extLst>
          </p:cNvPr>
          <p:cNvSpPr>
            <a:spLocks xmlns:a="http://schemas.openxmlformats.org/drawingml/2006/main" noGrp="1"/>
          </p:cNvSpPr>
          <p:nvPr/>
        </p:nvSpPr>
        <p:spPr>
          <a:xfrm xmlns:a="http://schemas.openxmlformats.org/drawingml/2006/main">
            <a:off x="6210300" y="3638550"/>
            <a:ext cx="21526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00" b="1" i="0">
                <a:solidFill>
                  <a:srgbClr val="FFFFFF"/>
                </a:solidFill>
                <a:latin typeface="DIN Condensed"/>
                <a:ea typeface="DIN Condensed"/>
                <a:cs typeface="DIN Condensed"/>
              </a:defRPr>
            </a:pPr>
            <a:r>
              <a:rPr sz="1800" b="1" i="0">
                <a:solidFill>
                  <a:srgbClr val="FFFFFF"/>
                </a:solidFill>
                <a:latin typeface="DIN Condensed"/>
                <a:ea typeface="DIN Condensed"/>
                <a:cs typeface="DIN Condensed"/>
              </a:rPr>
              <a:t>ESCALA</a:t>
            </a:r>
          </a:p>
        </p:txBody>
      </p:sp>
      <p:sp>
        <p:nvSpPr>
          <p:cNvPr id="23" name="">
            <a:extLst xmlns:a="http://schemas.openxmlformats.org/drawingml/2006/main">
              <a:ext uri="{FF2B5EF4-FFF2-40B4-BE49-F238E27FC236}">
                <a16:creationId xmlns:a16="http://schemas.microsoft.com/office/drawing/2014/main" id="{7E831CD2-4156-4004-9E1E-59E56AB1C479}"/>
              </a:ext>
            </a:extLst>
          </p:cNvPr>
          <p:cNvSpPr>
            <a:spLocks xmlns:a="http://schemas.openxmlformats.org/drawingml/2006/main" noGrp="1"/>
          </p:cNvSpPr>
          <p:nvPr/>
        </p:nvSpPr>
        <p:spPr>
          <a:xfrm xmlns:a="http://schemas.openxmlformats.org/drawingml/2006/main">
            <a:off x="6210300" y="4171950"/>
            <a:ext cx="21526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la feria aparece completa</a:t>
            </a:r>
          </a:p>
        </p:txBody>
      </p:sp>
      <p:sp>
        <p:nvSpPr>
          <p:cNvPr id="24" name="">
            <a:extLst xmlns:a="http://schemas.openxmlformats.org/drawingml/2006/main">
              <a:ext uri="{FF2B5EF4-FFF2-40B4-BE49-F238E27FC236}">
                <a16:creationId xmlns:a16="http://schemas.microsoft.com/office/drawing/2014/main" id="{D924A56E-6CD4-480F-8A8F-6D07D999EFB9}"/>
              </a:ext>
            </a:extLst>
          </p:cNvPr>
          <p:cNvSpPr>
            <a:spLocks xmlns:a="http://schemas.openxmlformats.org/drawingml/2006/main" noGrp="1"/>
          </p:cNvSpPr>
          <p:nvPr/>
        </p:nvSpPr>
        <p:spPr>
          <a:xfrm xmlns:a="http://schemas.openxmlformats.org/drawingml/2006/main">
            <a:off x="8782050" y="2857500"/>
            <a:ext cx="2457450" cy="2247900"/>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E7B389F5-2846-40CA-878F-BFE5909B5B97}"/>
              </a:ext>
            </a:extLst>
          </p:cNvPr>
          <p:cNvSpPr>
            <a:spLocks xmlns:a="http://schemas.openxmlformats.org/drawingml/2006/main" noGrp="1"/>
          </p:cNvSpPr>
          <p:nvPr/>
        </p:nvSpPr>
        <p:spPr>
          <a:xfrm xmlns:a="http://schemas.openxmlformats.org/drawingml/2006/main">
            <a:off x="8934450" y="3009900"/>
            <a:ext cx="5524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773"/>
          </a:bodyPr>
          <a:lstStyle xmlns:a="http://schemas.openxmlformats.org/drawingml/2006/main"/>
          <a:p xmlns:a="http://schemas.openxmlformats.org/drawingml/2006/main">
            <a:pPr algn="l">
              <a:lnSpc>
                <a:spcPct val="105000"/>
              </a:lnSpc>
              <a:buNone/>
              <a:defRPr sz="2625" b="1" i="0">
                <a:solidFill>
                  <a:srgbClr val="FFFFFF">
                    <a:alpha val="72000"/>
                  </a:srgbClr>
                </a:solidFill>
                <a:latin typeface="DIN Condensed"/>
                <a:ea typeface="DIN Condensed"/>
                <a:cs typeface="DIN Condensed"/>
              </a:defRPr>
            </a:pPr>
            <a:r>
              <a:rPr sz="2625" b="1" i="0">
                <a:solidFill>
                  <a:srgbClr val="FFFFFF">
                    <a:alpha val="72000"/>
                  </a:srgbClr>
                </a:solidFill>
                <a:latin typeface="DIN Condensed"/>
                <a:ea typeface="DIN Condensed"/>
                <a:cs typeface="DIN Condensed"/>
              </a:rPr>
              <a:t>04</a:t>
            </a:r>
          </a:p>
        </p:txBody>
      </p:sp>
      <p:sp>
        <p:nvSpPr>
          <p:cNvPr id="26" name="">
            <a:extLst xmlns:a="http://schemas.openxmlformats.org/drawingml/2006/main">
              <a:ext uri="{FF2B5EF4-FFF2-40B4-BE49-F238E27FC236}">
                <a16:creationId xmlns:a16="http://schemas.microsoft.com/office/drawing/2014/main" id="{0E147AC6-4B53-49A0-8EBB-D50DCD29B095}"/>
              </a:ext>
            </a:extLst>
          </p:cNvPr>
          <p:cNvSpPr>
            <a:spLocks xmlns:a="http://schemas.openxmlformats.org/drawingml/2006/main" noGrp="1"/>
          </p:cNvSpPr>
          <p:nvPr/>
        </p:nvSpPr>
        <p:spPr>
          <a:xfrm xmlns:a="http://schemas.openxmlformats.org/drawingml/2006/main">
            <a:off x="8934450" y="3638550"/>
            <a:ext cx="21526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00" b="1" i="0">
                <a:solidFill>
                  <a:srgbClr val="FFFFFF"/>
                </a:solidFill>
                <a:latin typeface="DIN Condensed"/>
                <a:ea typeface="DIN Condensed"/>
                <a:cs typeface="DIN Condensed"/>
              </a:defRPr>
            </a:pPr>
            <a:r>
              <a:rPr sz="1800" b="1" i="0">
                <a:solidFill>
                  <a:srgbClr val="FFFFFF"/>
                </a:solidFill>
                <a:latin typeface="DIN Condensed"/>
                <a:ea typeface="DIN Condensed"/>
                <a:cs typeface="DIN Condensed"/>
              </a:rPr>
              <a:t>CIERRE</a:t>
            </a:r>
          </a:p>
        </p:txBody>
      </p:sp>
      <p:sp>
        <p:nvSpPr>
          <p:cNvPr id="27" name="">
            <a:extLst xmlns:a="http://schemas.openxmlformats.org/drawingml/2006/main">
              <a:ext uri="{FF2B5EF4-FFF2-40B4-BE49-F238E27FC236}">
                <a16:creationId xmlns:a16="http://schemas.microsoft.com/office/drawing/2014/main" id="{FE255CC4-8D37-46BF-A6B9-1AE88BCD4DD7}"/>
              </a:ext>
            </a:extLst>
          </p:cNvPr>
          <p:cNvSpPr>
            <a:spLocks xmlns:a="http://schemas.openxmlformats.org/drawingml/2006/main" noGrp="1"/>
          </p:cNvSpPr>
          <p:nvPr/>
        </p:nvSpPr>
        <p:spPr>
          <a:xfrm xmlns:a="http://schemas.openxmlformats.org/drawingml/2006/main">
            <a:off x="8934450" y="4171950"/>
            <a:ext cx="21526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CTA: cuéntanos tu recuerdo</a:t>
            </a:r>
          </a:p>
        </p:txBody>
      </p:sp>
      <p:sp>
        <p:nvSpPr>
          <p:cNvPr id="28" name="">
            <a:extLst xmlns:a="http://schemas.openxmlformats.org/drawingml/2006/main">
              <a:ext uri="{FF2B5EF4-FFF2-40B4-BE49-F238E27FC236}">
                <a16:creationId xmlns:a16="http://schemas.microsoft.com/office/drawing/2014/main" id="{C3CC55FD-759C-4B73-913E-C8F4F26467CC}"/>
              </a:ext>
            </a:extLst>
          </p:cNvPr>
          <p:cNvSpPr>
            <a:spLocks xmlns:a="http://schemas.openxmlformats.org/drawingml/2006/main" noGrp="1"/>
          </p:cNvSpPr>
          <p:nvPr/>
        </p:nvSpPr>
        <p:spPr>
          <a:xfrm xmlns:a="http://schemas.openxmlformats.org/drawingml/2006/main">
            <a:off x="609600" y="5524500"/>
            <a:ext cx="10972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050" b="1" i="0">
                <a:solidFill>
                  <a:srgbClr val="FFF7EA"/>
                </a:solidFill>
                <a:latin typeface="Avenir Next"/>
                <a:ea typeface="Avenir Next"/>
                <a:cs typeface="Avenir Next"/>
              </a:defRPr>
            </a:pPr>
            <a:r>
              <a:rPr sz="1050" b="1" i="0">
                <a:solidFill>
                  <a:srgbClr val="FFF7EA"/>
                </a:solidFill>
                <a:latin typeface="Avenir Next"/>
                <a:ea typeface="Avenir Next"/>
                <a:cs typeface="Avenir Next"/>
              </a:rPr>
              <a:t>SALIDA: MASTER + 30 s + 15 s + 6 s + 4:5 + 9:16 + SUBTÍTULOS</a:t>
            </a:r>
          </a:p>
        </p:txBody>
      </p:sp>
    </p:spTree>
    <p:extLst>
      <p:ext uri="{BB962C8B-B14F-4D97-AF65-F5344CB8AC3E}">
        <p14:creationId xmlns:p14="http://schemas.microsoft.com/office/powerpoint/2010/main" val="2039824486"/>
      </p:ext>
    </p:extLst>
  </p:cSld>
</p:sld>
</file>

<file path=ppt/slides/slide27.xml><?xml version="1.0" encoding="utf-8"?>
<p:sld xmlns:p="http://schemas.openxmlformats.org/presentationml/2006/main">
  <p:cSld>
    <p:bg>
      <p:bgPr>
        <a:solidFill xmlns:a="http://schemas.openxmlformats.org/drawingml/2006/main">
          <a:srgbClr val="160A22"/>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41E94246-DA60-4376-88B1-82F3EF73F4CC}"/>
              </a:ext>
            </a:extLst>
          </p:cNvPr>
          <p:cNvSpPr>
            <a:spLocks xmlns:a="http://schemas.openxmlformats.org/drawingml/2006/main" noGrp="1"/>
          </p:cNvSpPr>
          <p:nvPr/>
        </p:nvSpPr>
        <p:spPr>
          <a:xfrm xmlns:a="http://schemas.openxmlformats.org/drawingml/2006/main">
            <a:off x="0" y="0"/>
            <a:ext cx="2438400" cy="66675"/>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2B096CD-1BDE-4C46-9A3A-4298804F293D}"/>
              </a:ext>
            </a:extLst>
          </p:cNvPr>
          <p:cNvSpPr>
            <a:spLocks xmlns:a="http://schemas.openxmlformats.org/drawingml/2006/main" noGrp="1"/>
          </p:cNvSpPr>
          <p:nvPr/>
        </p:nvSpPr>
        <p:spPr>
          <a:xfrm xmlns:a="http://schemas.openxmlformats.org/drawingml/2006/main">
            <a:off x="2438400" y="0"/>
            <a:ext cx="2438400" cy="66675"/>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5065B82-87AA-40F5-80BA-7131A1C66B67}"/>
              </a:ext>
            </a:extLst>
          </p:cNvPr>
          <p:cNvSpPr>
            <a:spLocks xmlns:a="http://schemas.openxmlformats.org/drawingml/2006/main" noGrp="1"/>
          </p:cNvSpPr>
          <p:nvPr/>
        </p:nvSpPr>
        <p:spPr>
          <a:xfrm xmlns:a="http://schemas.openxmlformats.org/drawingml/2006/main">
            <a:off x="4876800" y="0"/>
            <a:ext cx="2438400" cy="66675"/>
          </a:xfrm>
          <a:prstGeom xmlns:a="http://schemas.openxmlformats.org/drawingml/2006/main" prst="rect">
            <a:avLst/>
          </a:prstGeom>
          <a:solidFill xmlns:a="http://schemas.openxmlformats.org/drawingml/2006/main">
            <a:srgbClr val="FFC92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8033C9D-CAB8-481F-BF2C-8EE338BBA3BB}"/>
              </a:ext>
            </a:extLst>
          </p:cNvPr>
          <p:cNvSpPr>
            <a:spLocks xmlns:a="http://schemas.openxmlformats.org/drawingml/2006/main" noGrp="1"/>
          </p:cNvSpPr>
          <p:nvPr/>
        </p:nvSpPr>
        <p:spPr>
          <a:xfrm xmlns:a="http://schemas.openxmlformats.org/drawingml/2006/main">
            <a:off x="7315200" y="0"/>
            <a:ext cx="2438400" cy="66675"/>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F49326B1-C982-492D-92F1-0D9BAA623D9C}"/>
              </a:ext>
            </a:extLst>
          </p:cNvPr>
          <p:cNvSpPr>
            <a:spLocks xmlns:a="http://schemas.openxmlformats.org/drawingml/2006/main" noGrp="1"/>
          </p:cNvSpPr>
          <p:nvPr/>
        </p:nvSpPr>
        <p:spPr>
          <a:xfrm xmlns:a="http://schemas.openxmlformats.org/drawingml/2006/main">
            <a:off x="9753600" y="0"/>
            <a:ext cx="2438400" cy="66675"/>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2A4CC1E0-E07B-4730-AA55-0E780A73DB0D}"/>
              </a:ext>
            </a:extLst>
          </p:cNvPr>
          <p:cNvSpPr>
            <a:spLocks xmlns:a="http://schemas.openxmlformats.org/drawingml/2006/main" noGrp="1"/>
          </p:cNvSpPr>
          <p:nvPr/>
        </p:nvSpPr>
        <p:spPr>
          <a:xfrm xmlns:a="http://schemas.openxmlformats.org/drawingml/2006/main">
            <a:off x="609600" y="26670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FFC928"/>
                </a:solidFill>
                <a:latin typeface="Avenir Next"/>
                <a:ea typeface="Avenir Next"/>
                <a:cs typeface="Avenir Next"/>
              </a:defRPr>
            </a:pPr>
            <a:r>
              <a:rPr sz="825" b="1" i="0">
                <a:solidFill>
                  <a:srgbClr val="FFC928"/>
                </a:solidFill>
                <a:latin typeface="Avenir Next"/>
                <a:ea typeface="Avenir Next"/>
                <a:cs typeface="Avenir Next"/>
              </a:rPr>
              <a:t>PIEZAS HERO</a:t>
            </a:r>
          </a:p>
        </p:txBody>
      </p:sp>
      <p:sp>
        <p:nvSpPr>
          <p:cNvPr id="7" name="">
            <a:extLst xmlns:a="http://schemas.openxmlformats.org/drawingml/2006/main">
              <a:ext uri="{FF2B5EF4-FFF2-40B4-BE49-F238E27FC236}">
                <a16:creationId xmlns:a16="http://schemas.microsoft.com/office/drawing/2014/main" id="{D0342763-C714-4A09-B9E8-FC3500D60488}"/>
              </a:ext>
            </a:extLst>
          </p:cNvPr>
          <p:cNvSpPr>
            <a:spLocks xmlns:a="http://schemas.openxmlformats.org/drawingml/2006/main" noGrp="1"/>
          </p:cNvSpPr>
          <p:nvPr/>
        </p:nvSpPr>
        <p:spPr>
          <a:xfrm xmlns:a="http://schemas.openxmlformats.org/drawingml/2006/main">
            <a:off x="609600" y="6534150"/>
            <a:ext cx="4762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675" b="1" i="0">
                <a:solidFill>
                  <a:srgbClr val="FFFFFF">
                    <a:alpha val="52000"/>
                  </a:srgbClr>
                </a:solidFill>
                <a:latin typeface="Avenir Next"/>
                <a:ea typeface="Avenir Next"/>
                <a:cs typeface="Avenir Next"/>
              </a:defRPr>
            </a:pPr>
            <a:r>
              <a:rPr sz="675" b="1" i="0">
                <a:solidFill>
                  <a:srgbClr val="FFFFFF">
                    <a:alpha val="52000"/>
                  </a:srgbClr>
                </a:solidFill>
                <a:latin typeface="Avenir Next"/>
                <a:ea typeface="Avenir Next"/>
                <a:cs typeface="Avenir Next"/>
              </a:rPr>
              <a:t>DOCUMENTO INTERNO · PROPUESTA EN REVISIÓN</a:t>
            </a:r>
          </a:p>
        </p:txBody>
      </p:sp>
      <p:sp>
        <p:nvSpPr>
          <p:cNvPr id="8" name="">
            <a:extLst xmlns:a="http://schemas.openxmlformats.org/drawingml/2006/main">
              <a:ext uri="{FF2B5EF4-FFF2-40B4-BE49-F238E27FC236}">
                <a16:creationId xmlns:a16="http://schemas.microsoft.com/office/drawing/2014/main" id="{1842AD7F-CEB9-4E19-AAC0-DCE10B51405C}"/>
              </a:ext>
            </a:extLst>
          </p:cNvPr>
          <p:cNvSpPr>
            <a:spLocks xmlns:a="http://schemas.openxmlformats.org/drawingml/2006/main" noGrp="1"/>
          </p:cNvSpPr>
          <p:nvPr/>
        </p:nvSpPr>
        <p:spPr>
          <a:xfrm xmlns:a="http://schemas.openxmlformats.org/drawingml/2006/main">
            <a:off x="11239500" y="6505575"/>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750" b="1" i="0">
                <a:solidFill>
                  <a:srgbClr val="FFFFFF">
                    <a:alpha val="52000"/>
                  </a:srgbClr>
                </a:solidFill>
                <a:latin typeface="Avenir Next"/>
                <a:ea typeface="Avenir Next"/>
                <a:cs typeface="Avenir Next"/>
              </a:defRPr>
            </a:pPr>
            <a:r>
              <a:rPr sz="750" b="1" i="0">
                <a:solidFill>
                  <a:srgbClr val="FFFFFF">
                    <a:alpha val="52000"/>
                  </a:srgbClr>
                </a:solidFill>
                <a:latin typeface="Avenir Next"/>
                <a:ea typeface="Avenir Next"/>
                <a:cs typeface="Avenir Next"/>
              </a:rPr>
              <a:t>27</a:t>
            </a:r>
          </a:p>
        </p:txBody>
      </p:sp>
      <p:sp>
        <p:nvSpPr>
          <p:cNvPr id="9" name="">
            <a:extLst xmlns:a="http://schemas.openxmlformats.org/drawingml/2006/main">
              <a:ext uri="{FF2B5EF4-FFF2-40B4-BE49-F238E27FC236}">
                <a16:creationId xmlns:a16="http://schemas.microsoft.com/office/drawing/2014/main" id="{7F316024-030D-4A08-A604-31803C6BCAA3}"/>
              </a:ext>
            </a:extLst>
          </p:cNvPr>
          <p:cNvSpPr>
            <a:spLocks xmlns:a="http://schemas.openxmlformats.org/drawingml/2006/main" noGrp="1"/>
          </p:cNvSpPr>
          <p:nvPr/>
        </p:nvSpPr>
        <p:spPr>
          <a:xfrm xmlns:a="http://schemas.openxmlformats.org/drawingml/2006/main">
            <a:off x="609600" y="666750"/>
            <a:ext cx="1066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E72D78"/>
                </a:solidFill>
                <a:latin typeface="Avenir Next"/>
                <a:ea typeface="Avenir Next"/>
                <a:cs typeface="Avenir Next"/>
              </a:defRPr>
            </a:pPr>
            <a:r>
              <a:rPr sz="900" b="1" i="0">
                <a:solidFill>
                  <a:srgbClr val="E72D78"/>
                </a:solidFill>
                <a:latin typeface="Avenir Next"/>
                <a:ea typeface="Avenir Next"/>
                <a:cs typeface="Avenir Next"/>
              </a:rPr>
              <a:t>PELÍCULA HERO 2</a:t>
            </a:r>
          </a:p>
        </p:txBody>
      </p:sp>
      <p:sp>
        <p:nvSpPr>
          <p:cNvPr id="10" name="">
            <a:extLst xmlns:a="http://schemas.openxmlformats.org/drawingml/2006/main">
              <a:ext uri="{FF2B5EF4-FFF2-40B4-BE49-F238E27FC236}">
                <a16:creationId xmlns:a16="http://schemas.microsoft.com/office/drawing/2014/main" id="{D3CB6368-DBE3-4748-B815-ED4FFA34EFD8}"/>
              </a:ext>
            </a:extLst>
          </p:cNvPr>
          <p:cNvSpPr>
            <a:spLocks xmlns:a="http://schemas.openxmlformats.org/drawingml/2006/main" noGrp="1"/>
          </p:cNvSpPr>
          <p:nvPr/>
        </p:nvSpPr>
        <p:spPr>
          <a:xfrm xmlns:a="http://schemas.openxmlformats.org/drawingml/2006/main">
            <a:off x="609600" y="990600"/>
            <a:ext cx="1066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4200" b="1" i="0">
                <a:solidFill>
                  <a:srgbClr val="FFFFFF"/>
                </a:solidFill>
                <a:latin typeface="DIN Condensed"/>
                <a:ea typeface="DIN Condensed"/>
                <a:cs typeface="DIN Condensed"/>
              </a:defRPr>
            </a:pPr>
            <a:r>
              <a:rPr sz="4200" b="1" i="0">
                <a:solidFill>
                  <a:srgbClr val="FFFFFF"/>
                </a:solidFill>
                <a:latin typeface="DIN Condensed"/>
                <a:ea typeface="DIN Condensed"/>
                <a:cs typeface="DIN Condensed"/>
              </a:rPr>
              <a:t>HACER FERIA</a:t>
            </a:r>
          </a:p>
        </p:txBody>
      </p:sp>
      <p:sp>
        <p:nvSpPr>
          <p:cNvPr id="11" name="">
            <a:extLst xmlns:a="http://schemas.openxmlformats.org/drawingml/2006/main">
              <a:ext uri="{FF2B5EF4-FFF2-40B4-BE49-F238E27FC236}">
                <a16:creationId xmlns:a16="http://schemas.microsoft.com/office/drawing/2014/main" id="{5ACF2D34-5273-44F7-86EF-FB524CD92E9D}"/>
              </a:ext>
            </a:extLst>
          </p:cNvPr>
          <p:cNvSpPr>
            <a:spLocks xmlns:a="http://schemas.openxmlformats.org/drawingml/2006/main" noGrp="1"/>
          </p:cNvSpPr>
          <p:nvPr/>
        </p:nvSpPr>
        <p:spPr>
          <a:xfrm xmlns:a="http://schemas.openxmlformats.org/drawingml/2006/main">
            <a:off x="609600" y="182880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0" i="0">
                <a:solidFill>
                  <a:srgbClr val="FFFFFF">
                    <a:alpha val="78000"/>
                  </a:srgbClr>
                </a:solidFill>
                <a:latin typeface="Avenir Next"/>
                <a:ea typeface="Avenir Next"/>
                <a:cs typeface="Avenir Next"/>
              </a:defRPr>
            </a:pPr>
            <a:r>
              <a:rPr sz="1500" b="0" i="0">
                <a:solidFill>
                  <a:srgbClr val="FFFFFF">
                    <a:alpha val="78000"/>
                  </a:srgbClr>
                </a:solidFill>
                <a:latin typeface="Avenir Next"/>
                <a:ea typeface="Avenir Next"/>
                <a:cs typeface="Avenir Next"/>
              </a:rPr>
              <a:t>Devuelve protagonismo al comercio real y convierte el recorrido en deseo.</a:t>
            </a:r>
          </a:p>
        </p:txBody>
      </p:sp>
      <p:sp>
        <p:nvSpPr>
          <p:cNvPr id="12" name="">
            <a:extLst xmlns:a="http://schemas.openxmlformats.org/drawingml/2006/main">
              <a:ext uri="{FF2B5EF4-FFF2-40B4-BE49-F238E27FC236}">
                <a16:creationId xmlns:a16="http://schemas.microsoft.com/office/drawing/2014/main" id="{110DAFE8-8B31-485A-92D4-3E2179DAC8E5}"/>
              </a:ext>
            </a:extLst>
          </p:cNvPr>
          <p:cNvSpPr>
            <a:spLocks xmlns:a="http://schemas.openxmlformats.org/drawingml/2006/main" noGrp="1"/>
          </p:cNvSpPr>
          <p:nvPr/>
        </p:nvSpPr>
        <p:spPr>
          <a:xfrm xmlns:a="http://schemas.openxmlformats.org/drawingml/2006/main">
            <a:off x="609600" y="2857500"/>
            <a:ext cx="2457450" cy="2247900"/>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0923B13F-06DD-454A-B792-587C0F908154}"/>
              </a:ext>
            </a:extLst>
          </p:cNvPr>
          <p:cNvSpPr>
            <a:spLocks xmlns:a="http://schemas.openxmlformats.org/drawingml/2006/main" noGrp="1"/>
          </p:cNvSpPr>
          <p:nvPr/>
        </p:nvSpPr>
        <p:spPr>
          <a:xfrm xmlns:a="http://schemas.openxmlformats.org/drawingml/2006/main">
            <a:off x="762000" y="3009900"/>
            <a:ext cx="5524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773"/>
          </a:bodyPr>
          <a:lstStyle xmlns:a="http://schemas.openxmlformats.org/drawingml/2006/main"/>
          <a:p xmlns:a="http://schemas.openxmlformats.org/drawingml/2006/main">
            <a:pPr algn="l">
              <a:lnSpc>
                <a:spcPct val="105000"/>
              </a:lnSpc>
              <a:buNone/>
              <a:defRPr sz="2625" b="1" i="0">
                <a:solidFill>
                  <a:srgbClr val="FFFFFF">
                    <a:alpha val="72000"/>
                  </a:srgbClr>
                </a:solidFill>
                <a:latin typeface="DIN Condensed"/>
                <a:ea typeface="DIN Condensed"/>
                <a:cs typeface="DIN Condensed"/>
              </a:defRPr>
            </a:pPr>
            <a:r>
              <a:rPr sz="2625" b="1" i="0">
                <a:solidFill>
                  <a:srgbClr val="FFFFFF">
                    <a:alpha val="72000"/>
                  </a:srgbClr>
                </a:solidFill>
                <a:latin typeface="DIN Condensed"/>
                <a:ea typeface="DIN Condensed"/>
                <a:cs typeface="DIN Condensed"/>
              </a:rPr>
              <a:t>01</a:t>
            </a:r>
          </a:p>
        </p:txBody>
      </p:sp>
      <p:sp>
        <p:nvSpPr>
          <p:cNvPr id="14" name="">
            <a:extLst xmlns:a="http://schemas.openxmlformats.org/drawingml/2006/main">
              <a:ext uri="{FF2B5EF4-FFF2-40B4-BE49-F238E27FC236}">
                <a16:creationId xmlns:a16="http://schemas.microsoft.com/office/drawing/2014/main" id="{DFBAFD6F-5EDA-4A2E-B28E-DD73E530A037}"/>
              </a:ext>
            </a:extLst>
          </p:cNvPr>
          <p:cNvSpPr>
            <a:spLocks xmlns:a="http://schemas.openxmlformats.org/drawingml/2006/main" noGrp="1"/>
          </p:cNvSpPr>
          <p:nvPr/>
        </p:nvSpPr>
        <p:spPr>
          <a:xfrm xmlns:a="http://schemas.openxmlformats.org/drawingml/2006/main">
            <a:off x="762000" y="3638550"/>
            <a:ext cx="21526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00" b="1" i="0">
                <a:solidFill>
                  <a:srgbClr val="FFFFFF"/>
                </a:solidFill>
                <a:latin typeface="DIN Condensed"/>
                <a:ea typeface="DIN Condensed"/>
                <a:cs typeface="DIN Condensed"/>
              </a:defRPr>
            </a:pPr>
            <a:r>
              <a:rPr sz="1800" b="1" i="0">
                <a:solidFill>
                  <a:srgbClr val="FFFFFF"/>
                </a:solidFill>
                <a:latin typeface="DIN Condensed"/>
                <a:ea typeface="DIN Condensed"/>
                <a:cs typeface="DIN Condensed"/>
              </a:rPr>
              <a:t>PERSONA</a:t>
            </a:r>
          </a:p>
        </p:txBody>
      </p:sp>
      <p:sp>
        <p:nvSpPr>
          <p:cNvPr id="15" name="">
            <a:extLst xmlns:a="http://schemas.openxmlformats.org/drawingml/2006/main">
              <a:ext uri="{FF2B5EF4-FFF2-40B4-BE49-F238E27FC236}">
                <a16:creationId xmlns:a16="http://schemas.microsoft.com/office/drawing/2014/main" id="{B86DDE36-0016-490D-B9DE-9A74825E191D}"/>
              </a:ext>
            </a:extLst>
          </p:cNvPr>
          <p:cNvSpPr>
            <a:spLocks xmlns:a="http://schemas.openxmlformats.org/drawingml/2006/main" noGrp="1"/>
          </p:cNvSpPr>
          <p:nvPr/>
        </p:nvSpPr>
        <p:spPr>
          <a:xfrm xmlns:a="http://schemas.openxmlformats.org/drawingml/2006/main">
            <a:off x="762000" y="4171950"/>
            <a:ext cx="21526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quién está detrás</a:t>
            </a:r>
          </a:p>
        </p:txBody>
      </p:sp>
      <p:sp>
        <p:nvSpPr>
          <p:cNvPr id="16" name="">
            <a:extLst xmlns:a="http://schemas.openxmlformats.org/drawingml/2006/main">
              <a:ext uri="{FF2B5EF4-FFF2-40B4-BE49-F238E27FC236}">
                <a16:creationId xmlns:a16="http://schemas.microsoft.com/office/drawing/2014/main" id="{3523A9E3-1DAA-4A2D-AAE4-8AEB92DBEED9}"/>
              </a:ext>
            </a:extLst>
          </p:cNvPr>
          <p:cNvSpPr>
            <a:spLocks xmlns:a="http://schemas.openxmlformats.org/drawingml/2006/main" noGrp="1"/>
          </p:cNvSpPr>
          <p:nvPr/>
        </p:nvSpPr>
        <p:spPr>
          <a:xfrm xmlns:a="http://schemas.openxmlformats.org/drawingml/2006/main">
            <a:off x="3333750" y="2857500"/>
            <a:ext cx="2457450" cy="2247900"/>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F948612C-8FF3-4555-AC93-17596A98D202}"/>
              </a:ext>
            </a:extLst>
          </p:cNvPr>
          <p:cNvSpPr>
            <a:spLocks xmlns:a="http://schemas.openxmlformats.org/drawingml/2006/main" noGrp="1"/>
          </p:cNvSpPr>
          <p:nvPr/>
        </p:nvSpPr>
        <p:spPr>
          <a:xfrm xmlns:a="http://schemas.openxmlformats.org/drawingml/2006/main">
            <a:off x="3486150" y="3009900"/>
            <a:ext cx="5524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773"/>
          </a:bodyPr>
          <a:lstStyle xmlns:a="http://schemas.openxmlformats.org/drawingml/2006/main"/>
          <a:p xmlns:a="http://schemas.openxmlformats.org/drawingml/2006/main">
            <a:pPr algn="l">
              <a:lnSpc>
                <a:spcPct val="105000"/>
              </a:lnSpc>
              <a:buNone/>
              <a:defRPr sz="2625" b="1" i="0">
                <a:solidFill>
                  <a:srgbClr val="FFFFFF">
                    <a:alpha val="72000"/>
                  </a:srgbClr>
                </a:solidFill>
                <a:latin typeface="DIN Condensed"/>
                <a:ea typeface="DIN Condensed"/>
                <a:cs typeface="DIN Condensed"/>
              </a:defRPr>
            </a:pPr>
            <a:r>
              <a:rPr sz="2625" b="1" i="0">
                <a:solidFill>
                  <a:srgbClr val="FFFFFF">
                    <a:alpha val="72000"/>
                  </a:srgbClr>
                </a:solidFill>
                <a:latin typeface="DIN Condensed"/>
                <a:ea typeface="DIN Condensed"/>
                <a:cs typeface="DIN Condensed"/>
              </a:rPr>
              <a:t>02</a:t>
            </a:r>
          </a:p>
        </p:txBody>
      </p:sp>
      <p:sp>
        <p:nvSpPr>
          <p:cNvPr id="18" name="">
            <a:extLst xmlns:a="http://schemas.openxmlformats.org/drawingml/2006/main">
              <a:ext uri="{FF2B5EF4-FFF2-40B4-BE49-F238E27FC236}">
                <a16:creationId xmlns:a16="http://schemas.microsoft.com/office/drawing/2014/main" id="{71B9A219-0D3D-4F19-AB3B-47FBA2EE3978}"/>
              </a:ext>
            </a:extLst>
          </p:cNvPr>
          <p:cNvSpPr>
            <a:spLocks xmlns:a="http://schemas.openxmlformats.org/drawingml/2006/main" noGrp="1"/>
          </p:cNvSpPr>
          <p:nvPr/>
        </p:nvSpPr>
        <p:spPr>
          <a:xfrm xmlns:a="http://schemas.openxmlformats.org/drawingml/2006/main">
            <a:off x="3486150" y="3638550"/>
            <a:ext cx="21526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00" b="1" i="0">
                <a:solidFill>
                  <a:srgbClr val="FFFFFF"/>
                </a:solidFill>
                <a:latin typeface="DIN Condensed"/>
                <a:ea typeface="DIN Condensed"/>
                <a:cs typeface="DIN Condensed"/>
              </a:defRPr>
            </a:pPr>
            <a:r>
              <a:rPr sz="1800" b="1" i="0">
                <a:solidFill>
                  <a:srgbClr val="FFFFFF"/>
                </a:solidFill>
                <a:latin typeface="DIN Condensed"/>
                <a:ea typeface="DIN Condensed"/>
                <a:cs typeface="DIN Condensed"/>
              </a:rPr>
              <a:t>PROCESO</a:t>
            </a:r>
          </a:p>
        </p:txBody>
      </p:sp>
      <p:sp>
        <p:nvSpPr>
          <p:cNvPr id="19" name="">
            <a:extLst xmlns:a="http://schemas.openxmlformats.org/drawingml/2006/main">
              <a:ext uri="{FF2B5EF4-FFF2-40B4-BE49-F238E27FC236}">
                <a16:creationId xmlns:a16="http://schemas.microsoft.com/office/drawing/2014/main" id="{A507FF0C-17A6-430F-A5B6-CA0AA6FB8268}"/>
              </a:ext>
            </a:extLst>
          </p:cNvPr>
          <p:cNvSpPr>
            <a:spLocks xmlns:a="http://schemas.openxmlformats.org/drawingml/2006/main" noGrp="1"/>
          </p:cNvSpPr>
          <p:nvPr/>
        </p:nvSpPr>
        <p:spPr>
          <a:xfrm xmlns:a="http://schemas.openxmlformats.org/drawingml/2006/main">
            <a:off x="3486150" y="4171950"/>
            <a:ext cx="21526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cómo se hace</a:t>
            </a:r>
          </a:p>
        </p:txBody>
      </p:sp>
      <p:sp>
        <p:nvSpPr>
          <p:cNvPr id="20" name="">
            <a:extLst xmlns:a="http://schemas.openxmlformats.org/drawingml/2006/main">
              <a:ext uri="{FF2B5EF4-FFF2-40B4-BE49-F238E27FC236}">
                <a16:creationId xmlns:a16="http://schemas.microsoft.com/office/drawing/2014/main" id="{380ADFEB-5EA2-48CC-B50D-8B41BA8D76E9}"/>
              </a:ext>
            </a:extLst>
          </p:cNvPr>
          <p:cNvSpPr>
            <a:spLocks xmlns:a="http://schemas.openxmlformats.org/drawingml/2006/main" noGrp="1"/>
          </p:cNvSpPr>
          <p:nvPr/>
        </p:nvSpPr>
        <p:spPr>
          <a:xfrm xmlns:a="http://schemas.openxmlformats.org/drawingml/2006/main">
            <a:off x="6057900" y="2857500"/>
            <a:ext cx="2457450" cy="2247900"/>
          </a:xfrm>
          <a:prstGeom xmlns:a="http://schemas.openxmlformats.org/drawingml/2006/main" prst="rect">
            <a:avLst/>
          </a:prstGeom>
          <a:solidFill xmlns:a="http://schemas.openxmlformats.org/drawingml/2006/main">
            <a:srgbClr val="FFC92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659D9B1D-5C02-47D0-9F73-5DD2A31BC9C8}"/>
              </a:ext>
            </a:extLst>
          </p:cNvPr>
          <p:cNvSpPr>
            <a:spLocks xmlns:a="http://schemas.openxmlformats.org/drawingml/2006/main" noGrp="1"/>
          </p:cNvSpPr>
          <p:nvPr/>
        </p:nvSpPr>
        <p:spPr>
          <a:xfrm xmlns:a="http://schemas.openxmlformats.org/drawingml/2006/main">
            <a:off x="6210300" y="3009900"/>
            <a:ext cx="5524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773"/>
          </a:bodyPr>
          <a:lstStyle xmlns:a="http://schemas.openxmlformats.org/drawingml/2006/main"/>
          <a:p xmlns:a="http://schemas.openxmlformats.org/drawingml/2006/main">
            <a:pPr algn="l">
              <a:lnSpc>
                <a:spcPct val="105000"/>
              </a:lnSpc>
              <a:buNone/>
              <a:defRPr sz="2625" b="1" i="0">
                <a:solidFill>
                  <a:srgbClr val="FFFFFF">
                    <a:alpha val="72000"/>
                  </a:srgbClr>
                </a:solidFill>
                <a:latin typeface="DIN Condensed"/>
                <a:ea typeface="DIN Condensed"/>
                <a:cs typeface="DIN Condensed"/>
              </a:defRPr>
            </a:pPr>
            <a:r>
              <a:rPr sz="2625" b="1" i="0">
                <a:solidFill>
                  <a:srgbClr val="FFFFFF">
                    <a:alpha val="72000"/>
                  </a:srgbClr>
                </a:solidFill>
                <a:latin typeface="DIN Condensed"/>
                <a:ea typeface="DIN Condensed"/>
                <a:cs typeface="DIN Condensed"/>
              </a:rPr>
              <a:t>03</a:t>
            </a:r>
          </a:p>
        </p:txBody>
      </p:sp>
      <p:sp>
        <p:nvSpPr>
          <p:cNvPr id="22" name="">
            <a:extLst xmlns:a="http://schemas.openxmlformats.org/drawingml/2006/main">
              <a:ext uri="{FF2B5EF4-FFF2-40B4-BE49-F238E27FC236}">
                <a16:creationId xmlns:a16="http://schemas.microsoft.com/office/drawing/2014/main" id="{15EE71EF-7775-448C-A628-7CBBE53DE5D4}"/>
              </a:ext>
            </a:extLst>
          </p:cNvPr>
          <p:cNvSpPr>
            <a:spLocks xmlns:a="http://schemas.openxmlformats.org/drawingml/2006/main" noGrp="1"/>
          </p:cNvSpPr>
          <p:nvPr/>
        </p:nvSpPr>
        <p:spPr>
          <a:xfrm xmlns:a="http://schemas.openxmlformats.org/drawingml/2006/main">
            <a:off x="6210300" y="3638550"/>
            <a:ext cx="21526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00" b="1" i="0">
                <a:solidFill>
                  <a:srgbClr val="FFFFFF"/>
                </a:solidFill>
                <a:latin typeface="DIN Condensed"/>
                <a:ea typeface="DIN Condensed"/>
                <a:cs typeface="DIN Condensed"/>
              </a:defRPr>
            </a:pPr>
            <a:r>
              <a:rPr sz="1800" b="1" i="0">
                <a:solidFill>
                  <a:srgbClr val="FFFFFF"/>
                </a:solidFill>
                <a:latin typeface="DIN Condensed"/>
                <a:ea typeface="DIN Condensed"/>
                <a:cs typeface="DIN Condensed"/>
              </a:rPr>
              <a:t>HALLAZGO</a:t>
            </a:r>
          </a:p>
        </p:txBody>
      </p:sp>
      <p:sp>
        <p:nvSpPr>
          <p:cNvPr id="23" name="">
            <a:extLst xmlns:a="http://schemas.openxmlformats.org/drawingml/2006/main">
              <a:ext uri="{FF2B5EF4-FFF2-40B4-BE49-F238E27FC236}">
                <a16:creationId xmlns:a16="http://schemas.microsoft.com/office/drawing/2014/main" id="{3D7464D4-74CE-4594-8D36-68078F2C92A1}"/>
              </a:ext>
            </a:extLst>
          </p:cNvPr>
          <p:cNvSpPr>
            <a:spLocks xmlns:a="http://schemas.openxmlformats.org/drawingml/2006/main" noGrp="1"/>
          </p:cNvSpPr>
          <p:nvPr/>
        </p:nvSpPr>
        <p:spPr>
          <a:xfrm xmlns:a="http://schemas.openxmlformats.org/drawingml/2006/main">
            <a:off x="6210300" y="4171950"/>
            <a:ext cx="21526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qué descubre el visitante</a:t>
            </a:r>
          </a:p>
        </p:txBody>
      </p:sp>
      <p:sp>
        <p:nvSpPr>
          <p:cNvPr id="24" name="">
            <a:extLst xmlns:a="http://schemas.openxmlformats.org/drawingml/2006/main">
              <a:ext uri="{FF2B5EF4-FFF2-40B4-BE49-F238E27FC236}">
                <a16:creationId xmlns:a16="http://schemas.microsoft.com/office/drawing/2014/main" id="{8F76FA87-3EC9-40B0-AC37-830AEAF10893}"/>
              </a:ext>
            </a:extLst>
          </p:cNvPr>
          <p:cNvSpPr>
            <a:spLocks xmlns:a="http://schemas.openxmlformats.org/drawingml/2006/main" noGrp="1"/>
          </p:cNvSpPr>
          <p:nvPr/>
        </p:nvSpPr>
        <p:spPr>
          <a:xfrm xmlns:a="http://schemas.openxmlformats.org/drawingml/2006/main">
            <a:off x="8782050" y="2857500"/>
            <a:ext cx="2457450" cy="2247900"/>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D9BA54BD-BC60-45BF-9404-85E1572896B5}"/>
              </a:ext>
            </a:extLst>
          </p:cNvPr>
          <p:cNvSpPr>
            <a:spLocks xmlns:a="http://schemas.openxmlformats.org/drawingml/2006/main" noGrp="1"/>
          </p:cNvSpPr>
          <p:nvPr/>
        </p:nvSpPr>
        <p:spPr>
          <a:xfrm xmlns:a="http://schemas.openxmlformats.org/drawingml/2006/main">
            <a:off x="8934450" y="3009900"/>
            <a:ext cx="5524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773"/>
          </a:bodyPr>
          <a:lstStyle xmlns:a="http://schemas.openxmlformats.org/drawingml/2006/main"/>
          <a:p xmlns:a="http://schemas.openxmlformats.org/drawingml/2006/main">
            <a:pPr algn="l">
              <a:lnSpc>
                <a:spcPct val="105000"/>
              </a:lnSpc>
              <a:buNone/>
              <a:defRPr sz="2625" b="1" i="0">
                <a:solidFill>
                  <a:srgbClr val="FFFFFF">
                    <a:alpha val="72000"/>
                  </a:srgbClr>
                </a:solidFill>
                <a:latin typeface="DIN Condensed"/>
                <a:ea typeface="DIN Condensed"/>
                <a:cs typeface="DIN Condensed"/>
              </a:defRPr>
            </a:pPr>
            <a:r>
              <a:rPr sz="2625" b="1" i="0">
                <a:solidFill>
                  <a:srgbClr val="FFFFFF">
                    <a:alpha val="72000"/>
                  </a:srgbClr>
                </a:solidFill>
                <a:latin typeface="DIN Condensed"/>
                <a:ea typeface="DIN Condensed"/>
                <a:cs typeface="DIN Condensed"/>
              </a:rPr>
              <a:t>04</a:t>
            </a:r>
          </a:p>
        </p:txBody>
      </p:sp>
      <p:sp>
        <p:nvSpPr>
          <p:cNvPr id="26" name="">
            <a:extLst xmlns:a="http://schemas.openxmlformats.org/drawingml/2006/main">
              <a:ext uri="{FF2B5EF4-FFF2-40B4-BE49-F238E27FC236}">
                <a16:creationId xmlns:a16="http://schemas.microsoft.com/office/drawing/2014/main" id="{72CFCB62-4B19-46B6-9A3B-C5B353DDB2DE}"/>
              </a:ext>
            </a:extLst>
          </p:cNvPr>
          <p:cNvSpPr>
            <a:spLocks xmlns:a="http://schemas.openxmlformats.org/drawingml/2006/main" noGrp="1"/>
          </p:cNvSpPr>
          <p:nvPr/>
        </p:nvSpPr>
        <p:spPr>
          <a:xfrm xmlns:a="http://schemas.openxmlformats.org/drawingml/2006/main">
            <a:off x="8934450" y="3638550"/>
            <a:ext cx="21526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00" b="1" i="0">
                <a:solidFill>
                  <a:srgbClr val="FFFFFF"/>
                </a:solidFill>
                <a:latin typeface="DIN Condensed"/>
                <a:ea typeface="DIN Condensed"/>
                <a:cs typeface="DIN Condensed"/>
              </a:defRPr>
            </a:pPr>
            <a:r>
              <a:rPr sz="1800" b="1" i="0">
                <a:solidFill>
                  <a:srgbClr val="FFFFFF"/>
                </a:solidFill>
                <a:latin typeface="DIN Condensed"/>
                <a:ea typeface="DIN Condensed"/>
                <a:cs typeface="DIN Condensed"/>
              </a:rPr>
              <a:t>RUTA</a:t>
            </a:r>
          </a:p>
        </p:txBody>
      </p:sp>
      <p:sp>
        <p:nvSpPr>
          <p:cNvPr id="27" name="">
            <a:extLst xmlns:a="http://schemas.openxmlformats.org/drawingml/2006/main">
              <a:ext uri="{FF2B5EF4-FFF2-40B4-BE49-F238E27FC236}">
                <a16:creationId xmlns:a16="http://schemas.microsoft.com/office/drawing/2014/main" id="{A5CDAE8E-0EC5-4C51-82D6-727410A80E34}"/>
              </a:ext>
            </a:extLst>
          </p:cNvPr>
          <p:cNvSpPr>
            <a:spLocks xmlns:a="http://schemas.openxmlformats.org/drawingml/2006/main" noGrp="1"/>
          </p:cNvSpPr>
          <p:nvPr/>
        </p:nvSpPr>
        <p:spPr>
          <a:xfrm xmlns:a="http://schemas.openxmlformats.org/drawingml/2006/main">
            <a:off x="8934450" y="4171950"/>
            <a:ext cx="21526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CTA: abre la ruta o guía</a:t>
            </a:r>
          </a:p>
        </p:txBody>
      </p:sp>
      <p:sp>
        <p:nvSpPr>
          <p:cNvPr id="28" name="">
            <a:extLst xmlns:a="http://schemas.openxmlformats.org/drawingml/2006/main">
              <a:ext uri="{FF2B5EF4-FFF2-40B4-BE49-F238E27FC236}">
                <a16:creationId xmlns:a16="http://schemas.microsoft.com/office/drawing/2014/main" id="{F8015F91-0D52-452A-9996-5A084C71CA0D}"/>
              </a:ext>
            </a:extLst>
          </p:cNvPr>
          <p:cNvSpPr>
            <a:spLocks xmlns:a="http://schemas.openxmlformats.org/drawingml/2006/main" noGrp="1"/>
          </p:cNvSpPr>
          <p:nvPr/>
        </p:nvSpPr>
        <p:spPr>
          <a:xfrm xmlns:a="http://schemas.openxmlformats.org/drawingml/2006/main">
            <a:off x="609600" y="5524500"/>
            <a:ext cx="10972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050" b="1" i="0">
                <a:solidFill>
                  <a:srgbClr val="FFF7EA"/>
                </a:solidFill>
                <a:latin typeface="Avenir Next"/>
                <a:ea typeface="Avenir Next"/>
                <a:cs typeface="Avenir Next"/>
              </a:defRPr>
            </a:pPr>
            <a:r>
              <a:rPr sz="1050" b="1" i="0">
                <a:solidFill>
                  <a:srgbClr val="FFF7EA"/>
                </a:solidFill>
                <a:latin typeface="Avenir Next"/>
                <a:ea typeface="Avenir Next"/>
                <a:cs typeface="Avenir Next"/>
              </a:rPr>
              <a:t>SALIDA: MASTER + 30 s + 15 s + 6 s + 4:5 + 9:16 + SUBTÍTULOS</a:t>
            </a:r>
          </a:p>
        </p:txBody>
      </p:sp>
    </p:spTree>
    <p:extLst>
      <p:ext uri="{BB962C8B-B14F-4D97-AF65-F5344CB8AC3E}">
        <p14:creationId xmlns:p14="http://schemas.microsoft.com/office/powerpoint/2010/main" val="938479903"/>
      </p:ext>
    </p:extLst>
  </p:cSld>
</p:sld>
</file>

<file path=ppt/slides/slide28.xml><?xml version="1.0" encoding="utf-8"?>
<p:sld xmlns:p="http://schemas.openxmlformats.org/presentationml/2006/main">
  <p:cSld>
    <p:bg>
      <p:bgPr>
        <a:solidFill xmlns:a="http://schemas.openxmlformats.org/drawingml/2006/main">
          <a:srgbClr val="160A22"/>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C0384758-6008-43E5-9926-D8DCE1401907}"/>
              </a:ext>
            </a:extLst>
          </p:cNvPr>
          <p:cNvSpPr>
            <a:spLocks xmlns:a="http://schemas.openxmlformats.org/drawingml/2006/main" noGrp="1"/>
          </p:cNvSpPr>
          <p:nvPr/>
        </p:nvSpPr>
        <p:spPr>
          <a:xfrm xmlns:a="http://schemas.openxmlformats.org/drawingml/2006/main">
            <a:off x="0" y="0"/>
            <a:ext cx="2438400" cy="66675"/>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48A79ED-60A0-4526-A3E1-C7D29A4D0E98}"/>
              </a:ext>
            </a:extLst>
          </p:cNvPr>
          <p:cNvSpPr>
            <a:spLocks xmlns:a="http://schemas.openxmlformats.org/drawingml/2006/main" noGrp="1"/>
          </p:cNvSpPr>
          <p:nvPr/>
        </p:nvSpPr>
        <p:spPr>
          <a:xfrm xmlns:a="http://schemas.openxmlformats.org/drawingml/2006/main">
            <a:off x="2438400" y="0"/>
            <a:ext cx="2438400" cy="66675"/>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79C6C7D0-DE1B-41DE-81B7-00AD30B41EA0}"/>
              </a:ext>
            </a:extLst>
          </p:cNvPr>
          <p:cNvSpPr>
            <a:spLocks xmlns:a="http://schemas.openxmlformats.org/drawingml/2006/main" noGrp="1"/>
          </p:cNvSpPr>
          <p:nvPr/>
        </p:nvSpPr>
        <p:spPr>
          <a:xfrm xmlns:a="http://schemas.openxmlformats.org/drawingml/2006/main">
            <a:off x="4876800" y="0"/>
            <a:ext cx="2438400" cy="66675"/>
          </a:xfrm>
          <a:prstGeom xmlns:a="http://schemas.openxmlformats.org/drawingml/2006/main" prst="rect">
            <a:avLst/>
          </a:prstGeom>
          <a:solidFill xmlns:a="http://schemas.openxmlformats.org/drawingml/2006/main">
            <a:srgbClr val="FFC92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144CFA8A-4578-4041-B5E7-22F2B59E40F2}"/>
              </a:ext>
            </a:extLst>
          </p:cNvPr>
          <p:cNvSpPr>
            <a:spLocks xmlns:a="http://schemas.openxmlformats.org/drawingml/2006/main" noGrp="1"/>
          </p:cNvSpPr>
          <p:nvPr/>
        </p:nvSpPr>
        <p:spPr>
          <a:xfrm xmlns:a="http://schemas.openxmlformats.org/drawingml/2006/main">
            <a:off x="7315200" y="0"/>
            <a:ext cx="2438400" cy="66675"/>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BD2B2B3D-B886-4F6B-9939-FD2ED072397C}"/>
              </a:ext>
            </a:extLst>
          </p:cNvPr>
          <p:cNvSpPr>
            <a:spLocks xmlns:a="http://schemas.openxmlformats.org/drawingml/2006/main" noGrp="1"/>
          </p:cNvSpPr>
          <p:nvPr/>
        </p:nvSpPr>
        <p:spPr>
          <a:xfrm xmlns:a="http://schemas.openxmlformats.org/drawingml/2006/main">
            <a:off x="9753600" y="0"/>
            <a:ext cx="2438400" cy="66675"/>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3B5F94F-A624-4B2C-8A32-6F3303F1EB7B}"/>
              </a:ext>
            </a:extLst>
          </p:cNvPr>
          <p:cNvSpPr>
            <a:spLocks xmlns:a="http://schemas.openxmlformats.org/drawingml/2006/main" noGrp="1"/>
          </p:cNvSpPr>
          <p:nvPr/>
        </p:nvSpPr>
        <p:spPr>
          <a:xfrm xmlns:a="http://schemas.openxmlformats.org/drawingml/2006/main">
            <a:off x="609600" y="26670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FFC928"/>
                </a:solidFill>
                <a:latin typeface="Avenir Next"/>
                <a:ea typeface="Avenir Next"/>
                <a:cs typeface="Avenir Next"/>
              </a:defRPr>
            </a:pPr>
            <a:r>
              <a:rPr sz="825" b="1" i="0">
                <a:solidFill>
                  <a:srgbClr val="FFC928"/>
                </a:solidFill>
                <a:latin typeface="Avenir Next"/>
                <a:ea typeface="Avenir Next"/>
                <a:cs typeface="Avenir Next"/>
              </a:rPr>
              <a:t>PIEZAS HERO</a:t>
            </a:r>
          </a:p>
        </p:txBody>
      </p:sp>
      <p:sp>
        <p:nvSpPr>
          <p:cNvPr id="7" name="">
            <a:extLst xmlns:a="http://schemas.openxmlformats.org/drawingml/2006/main">
              <a:ext uri="{FF2B5EF4-FFF2-40B4-BE49-F238E27FC236}">
                <a16:creationId xmlns:a16="http://schemas.microsoft.com/office/drawing/2014/main" id="{A1CCE865-164F-4D8A-A604-7899F43D5D86}"/>
              </a:ext>
            </a:extLst>
          </p:cNvPr>
          <p:cNvSpPr>
            <a:spLocks xmlns:a="http://schemas.openxmlformats.org/drawingml/2006/main" noGrp="1"/>
          </p:cNvSpPr>
          <p:nvPr/>
        </p:nvSpPr>
        <p:spPr>
          <a:xfrm xmlns:a="http://schemas.openxmlformats.org/drawingml/2006/main">
            <a:off x="609600" y="6534150"/>
            <a:ext cx="4762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675" b="1" i="0">
                <a:solidFill>
                  <a:srgbClr val="FFFFFF">
                    <a:alpha val="52000"/>
                  </a:srgbClr>
                </a:solidFill>
                <a:latin typeface="Avenir Next"/>
                <a:ea typeface="Avenir Next"/>
                <a:cs typeface="Avenir Next"/>
              </a:defRPr>
            </a:pPr>
            <a:r>
              <a:rPr sz="675" b="1" i="0">
                <a:solidFill>
                  <a:srgbClr val="FFFFFF">
                    <a:alpha val="52000"/>
                  </a:srgbClr>
                </a:solidFill>
                <a:latin typeface="Avenir Next"/>
                <a:ea typeface="Avenir Next"/>
                <a:cs typeface="Avenir Next"/>
              </a:rPr>
              <a:t>DOCUMENTO INTERNO · PROPUESTA EN REVISIÓN</a:t>
            </a:r>
          </a:p>
        </p:txBody>
      </p:sp>
      <p:sp>
        <p:nvSpPr>
          <p:cNvPr id="8" name="">
            <a:extLst xmlns:a="http://schemas.openxmlformats.org/drawingml/2006/main">
              <a:ext uri="{FF2B5EF4-FFF2-40B4-BE49-F238E27FC236}">
                <a16:creationId xmlns:a16="http://schemas.microsoft.com/office/drawing/2014/main" id="{B78CA14C-15F4-41E5-BD30-67A78DD101F7}"/>
              </a:ext>
            </a:extLst>
          </p:cNvPr>
          <p:cNvSpPr>
            <a:spLocks xmlns:a="http://schemas.openxmlformats.org/drawingml/2006/main" noGrp="1"/>
          </p:cNvSpPr>
          <p:nvPr/>
        </p:nvSpPr>
        <p:spPr>
          <a:xfrm xmlns:a="http://schemas.openxmlformats.org/drawingml/2006/main">
            <a:off x="11239500" y="6505575"/>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750" b="1" i="0">
                <a:solidFill>
                  <a:srgbClr val="FFFFFF">
                    <a:alpha val="52000"/>
                  </a:srgbClr>
                </a:solidFill>
                <a:latin typeface="Avenir Next"/>
                <a:ea typeface="Avenir Next"/>
                <a:cs typeface="Avenir Next"/>
              </a:defRPr>
            </a:pPr>
            <a:r>
              <a:rPr sz="750" b="1" i="0">
                <a:solidFill>
                  <a:srgbClr val="FFFFFF">
                    <a:alpha val="52000"/>
                  </a:srgbClr>
                </a:solidFill>
                <a:latin typeface="Avenir Next"/>
                <a:ea typeface="Avenir Next"/>
                <a:cs typeface="Avenir Next"/>
              </a:rPr>
              <a:t>28</a:t>
            </a:r>
          </a:p>
        </p:txBody>
      </p:sp>
      <p:sp>
        <p:nvSpPr>
          <p:cNvPr id="9" name="">
            <a:extLst xmlns:a="http://schemas.openxmlformats.org/drawingml/2006/main">
              <a:ext uri="{FF2B5EF4-FFF2-40B4-BE49-F238E27FC236}">
                <a16:creationId xmlns:a16="http://schemas.microsoft.com/office/drawing/2014/main" id="{27740D77-570B-49DF-8657-EFE7BAFD5054}"/>
              </a:ext>
            </a:extLst>
          </p:cNvPr>
          <p:cNvSpPr>
            <a:spLocks xmlns:a="http://schemas.openxmlformats.org/drawingml/2006/main" noGrp="1"/>
          </p:cNvSpPr>
          <p:nvPr/>
        </p:nvSpPr>
        <p:spPr>
          <a:xfrm xmlns:a="http://schemas.openxmlformats.org/drawingml/2006/main">
            <a:off x="609600" y="666750"/>
            <a:ext cx="1066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E72D78"/>
                </a:solidFill>
                <a:latin typeface="Avenir Next"/>
                <a:ea typeface="Avenir Next"/>
                <a:cs typeface="Avenir Next"/>
              </a:defRPr>
            </a:pPr>
            <a:r>
              <a:rPr sz="900" b="1" i="0">
                <a:solidFill>
                  <a:srgbClr val="E72D78"/>
                </a:solidFill>
                <a:latin typeface="Avenir Next"/>
                <a:ea typeface="Avenir Next"/>
                <a:cs typeface="Avenir Next"/>
              </a:rPr>
              <a:t>PELÍCULA HERO 3</a:t>
            </a:r>
          </a:p>
        </p:txBody>
      </p:sp>
      <p:sp>
        <p:nvSpPr>
          <p:cNvPr id="10" name="">
            <a:extLst xmlns:a="http://schemas.openxmlformats.org/drawingml/2006/main">
              <a:ext uri="{FF2B5EF4-FFF2-40B4-BE49-F238E27FC236}">
                <a16:creationId xmlns:a16="http://schemas.microsoft.com/office/drawing/2014/main" id="{985E8784-E037-4D13-96C3-D27285B23DC0}"/>
              </a:ext>
            </a:extLst>
          </p:cNvPr>
          <p:cNvSpPr>
            <a:spLocks xmlns:a="http://schemas.openxmlformats.org/drawingml/2006/main" noGrp="1"/>
          </p:cNvSpPr>
          <p:nvPr/>
        </p:nvSpPr>
        <p:spPr>
          <a:xfrm xmlns:a="http://schemas.openxmlformats.org/drawingml/2006/main">
            <a:off x="609600" y="990600"/>
            <a:ext cx="1066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4200" b="1" i="0">
                <a:solidFill>
                  <a:srgbClr val="FFFFFF"/>
                </a:solidFill>
                <a:latin typeface="DIN Condensed"/>
                <a:ea typeface="DIN Condensed"/>
                <a:cs typeface="DIN Condensed"/>
              </a:defRPr>
            </a:pPr>
            <a:r>
              <a:rPr sz="4200" b="1" i="0">
                <a:solidFill>
                  <a:srgbClr val="FFFFFF"/>
                </a:solidFill>
                <a:latin typeface="DIN Condensed"/>
                <a:ea typeface="DIN Condensed"/>
                <a:cs typeface="DIN Condensed"/>
              </a:rPr>
              <a:t>DESCUBRIMIENTOS DEL TERRITORIO</a:t>
            </a:r>
          </a:p>
        </p:txBody>
      </p:sp>
      <p:sp>
        <p:nvSpPr>
          <p:cNvPr id="11" name="">
            <a:extLst xmlns:a="http://schemas.openxmlformats.org/drawingml/2006/main">
              <a:ext uri="{FF2B5EF4-FFF2-40B4-BE49-F238E27FC236}">
                <a16:creationId xmlns:a16="http://schemas.microsoft.com/office/drawing/2014/main" id="{22A7A77C-DAA3-41AA-9BC9-FE4610D489C6}"/>
              </a:ext>
            </a:extLst>
          </p:cNvPr>
          <p:cNvSpPr>
            <a:spLocks xmlns:a="http://schemas.openxmlformats.org/drawingml/2006/main" noGrp="1"/>
          </p:cNvSpPr>
          <p:nvPr/>
        </p:nvSpPr>
        <p:spPr>
          <a:xfrm xmlns:a="http://schemas.openxmlformats.org/drawingml/2006/main">
            <a:off x="609600" y="182880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0" i="0">
                <a:solidFill>
                  <a:srgbClr val="FFFFFF">
                    <a:alpha val="78000"/>
                  </a:srgbClr>
                </a:solidFill>
                <a:latin typeface="Avenir Next"/>
                <a:ea typeface="Avenir Next"/>
                <a:cs typeface="Avenir Next"/>
              </a:defRPr>
            </a:pPr>
            <a:r>
              <a:rPr sz="1500" b="0" i="0">
                <a:solidFill>
                  <a:srgbClr val="FFFFFF">
                    <a:alpha val="78000"/>
                  </a:srgbClr>
                </a:solidFill>
                <a:latin typeface="Avenir Next"/>
                <a:ea typeface="Avenir Next"/>
                <a:cs typeface="Avenir Next"/>
              </a:rPr>
              <a:t>Convierte la amplitud en curiosidad: cada pista revela un lugar, un atractivo o una historia real y segura.</a:t>
            </a:r>
          </a:p>
        </p:txBody>
      </p:sp>
      <p:sp>
        <p:nvSpPr>
          <p:cNvPr id="12" name="">
            <a:extLst xmlns:a="http://schemas.openxmlformats.org/drawingml/2006/main">
              <a:ext uri="{FF2B5EF4-FFF2-40B4-BE49-F238E27FC236}">
                <a16:creationId xmlns:a16="http://schemas.microsoft.com/office/drawing/2014/main" id="{12401098-1228-4A93-AF1C-066895DD72DA}"/>
              </a:ext>
            </a:extLst>
          </p:cNvPr>
          <p:cNvSpPr>
            <a:spLocks xmlns:a="http://schemas.openxmlformats.org/drawingml/2006/main" noGrp="1"/>
          </p:cNvSpPr>
          <p:nvPr/>
        </p:nvSpPr>
        <p:spPr>
          <a:xfrm xmlns:a="http://schemas.openxmlformats.org/drawingml/2006/main">
            <a:off x="609600" y="2857500"/>
            <a:ext cx="2457450" cy="2247900"/>
          </a:xfrm>
          <a:prstGeom xmlns:a="http://schemas.openxmlformats.org/drawingml/2006/main" prst="rect">
            <a:avLst/>
          </a:prstGeom>
          <a:solidFill xmlns:a="http://schemas.openxmlformats.org/drawingml/2006/main">
            <a:srgbClr val="2B0D3B"/>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18FCFF6E-8C4A-479C-89EE-B98406778A31}"/>
              </a:ext>
            </a:extLst>
          </p:cNvPr>
          <p:cNvSpPr>
            <a:spLocks xmlns:a="http://schemas.openxmlformats.org/drawingml/2006/main" noGrp="1"/>
          </p:cNvSpPr>
          <p:nvPr/>
        </p:nvSpPr>
        <p:spPr>
          <a:xfrm xmlns:a="http://schemas.openxmlformats.org/drawingml/2006/main">
            <a:off x="762000" y="3009900"/>
            <a:ext cx="5524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773"/>
          </a:bodyPr>
          <a:lstStyle xmlns:a="http://schemas.openxmlformats.org/drawingml/2006/main"/>
          <a:p xmlns:a="http://schemas.openxmlformats.org/drawingml/2006/main">
            <a:pPr algn="l">
              <a:lnSpc>
                <a:spcPct val="105000"/>
              </a:lnSpc>
              <a:buNone/>
              <a:defRPr sz="2625" b="1" i="0">
                <a:solidFill>
                  <a:srgbClr val="FFFFFF">
                    <a:alpha val="72000"/>
                  </a:srgbClr>
                </a:solidFill>
                <a:latin typeface="DIN Condensed"/>
                <a:ea typeface="DIN Condensed"/>
                <a:cs typeface="DIN Condensed"/>
              </a:defRPr>
            </a:pPr>
            <a:r>
              <a:rPr sz="2625" b="1" i="0">
                <a:solidFill>
                  <a:srgbClr val="FFFFFF">
                    <a:alpha val="72000"/>
                  </a:srgbClr>
                </a:solidFill>
                <a:latin typeface="DIN Condensed"/>
                <a:ea typeface="DIN Condensed"/>
                <a:cs typeface="DIN Condensed"/>
              </a:rPr>
              <a:t>01</a:t>
            </a:r>
          </a:p>
        </p:txBody>
      </p:sp>
      <p:sp>
        <p:nvSpPr>
          <p:cNvPr id="14" name="">
            <a:extLst xmlns:a="http://schemas.openxmlformats.org/drawingml/2006/main">
              <a:ext uri="{FF2B5EF4-FFF2-40B4-BE49-F238E27FC236}">
                <a16:creationId xmlns:a16="http://schemas.microsoft.com/office/drawing/2014/main" id="{41703246-2FDD-4265-AA6B-3BF3626378D8}"/>
              </a:ext>
            </a:extLst>
          </p:cNvPr>
          <p:cNvSpPr>
            <a:spLocks xmlns:a="http://schemas.openxmlformats.org/drawingml/2006/main" noGrp="1"/>
          </p:cNvSpPr>
          <p:nvPr/>
        </p:nvSpPr>
        <p:spPr>
          <a:xfrm xmlns:a="http://schemas.openxmlformats.org/drawingml/2006/main">
            <a:off x="762000" y="3638550"/>
            <a:ext cx="21526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00" b="1" i="0">
                <a:solidFill>
                  <a:srgbClr val="FFFFFF"/>
                </a:solidFill>
                <a:latin typeface="DIN Condensed"/>
                <a:ea typeface="DIN Condensed"/>
                <a:cs typeface="DIN Condensed"/>
              </a:defRPr>
            </a:pPr>
            <a:r>
              <a:rPr sz="1800" b="1" i="0">
                <a:solidFill>
                  <a:srgbClr val="FFFFFF"/>
                </a:solidFill>
                <a:latin typeface="DIN Condensed"/>
                <a:ea typeface="DIN Condensed"/>
                <a:cs typeface="DIN Condensed"/>
              </a:rPr>
              <a:t>PISTA</a:t>
            </a:r>
          </a:p>
        </p:txBody>
      </p:sp>
      <p:sp>
        <p:nvSpPr>
          <p:cNvPr id="15" name="">
            <a:extLst xmlns:a="http://schemas.openxmlformats.org/drawingml/2006/main">
              <a:ext uri="{FF2B5EF4-FFF2-40B4-BE49-F238E27FC236}">
                <a16:creationId xmlns:a16="http://schemas.microsoft.com/office/drawing/2014/main" id="{BFA6745F-0347-4616-983C-2E9710DE6D71}"/>
              </a:ext>
            </a:extLst>
          </p:cNvPr>
          <p:cNvSpPr>
            <a:spLocks xmlns:a="http://schemas.openxmlformats.org/drawingml/2006/main" noGrp="1"/>
          </p:cNvSpPr>
          <p:nvPr/>
        </p:nvSpPr>
        <p:spPr>
          <a:xfrm xmlns:a="http://schemas.openxmlformats.org/drawingml/2006/main">
            <a:off x="762000" y="4171950"/>
            <a:ext cx="21526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sonido o detalle</a:t>
            </a:r>
          </a:p>
        </p:txBody>
      </p:sp>
      <p:sp>
        <p:nvSpPr>
          <p:cNvPr id="16" name="">
            <a:extLst xmlns:a="http://schemas.openxmlformats.org/drawingml/2006/main">
              <a:ext uri="{FF2B5EF4-FFF2-40B4-BE49-F238E27FC236}">
                <a16:creationId xmlns:a16="http://schemas.microsoft.com/office/drawing/2014/main" id="{9F75DDCE-AA03-405C-BBD4-1B3EEA095DD7}"/>
              </a:ext>
            </a:extLst>
          </p:cNvPr>
          <p:cNvSpPr>
            <a:spLocks xmlns:a="http://schemas.openxmlformats.org/drawingml/2006/main" noGrp="1"/>
          </p:cNvSpPr>
          <p:nvPr/>
        </p:nvSpPr>
        <p:spPr>
          <a:xfrm xmlns:a="http://schemas.openxmlformats.org/drawingml/2006/main">
            <a:off x="3333750" y="2857500"/>
            <a:ext cx="2457450" cy="2247900"/>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EAAB74B6-CFD3-44B3-9997-F879748B0B8A}"/>
              </a:ext>
            </a:extLst>
          </p:cNvPr>
          <p:cNvSpPr>
            <a:spLocks xmlns:a="http://schemas.openxmlformats.org/drawingml/2006/main" noGrp="1"/>
          </p:cNvSpPr>
          <p:nvPr/>
        </p:nvSpPr>
        <p:spPr>
          <a:xfrm xmlns:a="http://schemas.openxmlformats.org/drawingml/2006/main">
            <a:off x="3486150" y="3009900"/>
            <a:ext cx="5524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773"/>
          </a:bodyPr>
          <a:lstStyle xmlns:a="http://schemas.openxmlformats.org/drawingml/2006/main"/>
          <a:p xmlns:a="http://schemas.openxmlformats.org/drawingml/2006/main">
            <a:pPr algn="l">
              <a:lnSpc>
                <a:spcPct val="105000"/>
              </a:lnSpc>
              <a:buNone/>
              <a:defRPr sz="2625" b="1" i="0">
                <a:solidFill>
                  <a:srgbClr val="FFFFFF">
                    <a:alpha val="72000"/>
                  </a:srgbClr>
                </a:solidFill>
                <a:latin typeface="DIN Condensed"/>
                <a:ea typeface="DIN Condensed"/>
                <a:cs typeface="DIN Condensed"/>
              </a:defRPr>
            </a:pPr>
            <a:r>
              <a:rPr sz="2625" b="1" i="0">
                <a:solidFill>
                  <a:srgbClr val="FFFFFF">
                    <a:alpha val="72000"/>
                  </a:srgbClr>
                </a:solidFill>
                <a:latin typeface="DIN Condensed"/>
                <a:ea typeface="DIN Condensed"/>
                <a:cs typeface="DIN Condensed"/>
              </a:rPr>
              <a:t>02</a:t>
            </a:r>
          </a:p>
        </p:txBody>
      </p:sp>
      <p:sp>
        <p:nvSpPr>
          <p:cNvPr id="18" name="">
            <a:extLst xmlns:a="http://schemas.openxmlformats.org/drawingml/2006/main">
              <a:ext uri="{FF2B5EF4-FFF2-40B4-BE49-F238E27FC236}">
                <a16:creationId xmlns:a16="http://schemas.microsoft.com/office/drawing/2014/main" id="{053E6F4D-709E-4A52-A1F8-AAB990C1615F}"/>
              </a:ext>
            </a:extLst>
          </p:cNvPr>
          <p:cNvSpPr>
            <a:spLocks xmlns:a="http://schemas.openxmlformats.org/drawingml/2006/main" noGrp="1"/>
          </p:cNvSpPr>
          <p:nvPr/>
        </p:nvSpPr>
        <p:spPr>
          <a:xfrm xmlns:a="http://schemas.openxmlformats.org/drawingml/2006/main">
            <a:off x="3486150" y="3638550"/>
            <a:ext cx="21526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00" b="1" i="0">
                <a:solidFill>
                  <a:srgbClr val="FFFFFF"/>
                </a:solidFill>
                <a:latin typeface="DIN Condensed"/>
                <a:ea typeface="DIN Condensed"/>
                <a:cs typeface="DIN Condensed"/>
              </a:defRPr>
            </a:pPr>
            <a:r>
              <a:rPr sz="1800" b="1" i="0">
                <a:solidFill>
                  <a:srgbClr val="FFFFFF"/>
                </a:solidFill>
                <a:latin typeface="DIN Condensed"/>
                <a:ea typeface="DIN Condensed"/>
                <a:cs typeface="DIN Condensed"/>
              </a:rPr>
              <a:t>HALLAZGO</a:t>
            </a:r>
          </a:p>
        </p:txBody>
      </p:sp>
      <p:sp>
        <p:nvSpPr>
          <p:cNvPr id="19" name="">
            <a:extLst xmlns:a="http://schemas.openxmlformats.org/drawingml/2006/main">
              <a:ext uri="{FF2B5EF4-FFF2-40B4-BE49-F238E27FC236}">
                <a16:creationId xmlns:a16="http://schemas.microsoft.com/office/drawing/2014/main" id="{D1031E78-1F6D-4DFE-9F5E-D11E74D07ABB}"/>
              </a:ext>
            </a:extLst>
          </p:cNvPr>
          <p:cNvSpPr>
            <a:spLocks xmlns:a="http://schemas.openxmlformats.org/drawingml/2006/main" noGrp="1"/>
          </p:cNvSpPr>
          <p:nvPr/>
        </p:nvSpPr>
        <p:spPr>
          <a:xfrm xmlns:a="http://schemas.openxmlformats.org/drawingml/2006/main">
            <a:off x="3486150" y="4171950"/>
            <a:ext cx="21526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plaza, granja o paisaje</a:t>
            </a:r>
          </a:p>
        </p:txBody>
      </p:sp>
      <p:sp>
        <p:nvSpPr>
          <p:cNvPr id="20" name="">
            <a:extLst xmlns:a="http://schemas.openxmlformats.org/drawingml/2006/main">
              <a:ext uri="{FF2B5EF4-FFF2-40B4-BE49-F238E27FC236}">
                <a16:creationId xmlns:a16="http://schemas.microsoft.com/office/drawing/2014/main" id="{4936F5C6-3195-47FF-99C2-A0D37F3F48FD}"/>
              </a:ext>
            </a:extLst>
          </p:cNvPr>
          <p:cNvSpPr>
            <a:spLocks xmlns:a="http://schemas.openxmlformats.org/drawingml/2006/main" noGrp="1"/>
          </p:cNvSpPr>
          <p:nvPr/>
        </p:nvSpPr>
        <p:spPr>
          <a:xfrm xmlns:a="http://schemas.openxmlformats.org/drawingml/2006/main">
            <a:off x="6057900" y="2857500"/>
            <a:ext cx="2457450" cy="2247900"/>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756CFDA9-2DE1-42AC-BFF5-D86C75C4D198}"/>
              </a:ext>
            </a:extLst>
          </p:cNvPr>
          <p:cNvSpPr>
            <a:spLocks xmlns:a="http://schemas.openxmlformats.org/drawingml/2006/main" noGrp="1"/>
          </p:cNvSpPr>
          <p:nvPr/>
        </p:nvSpPr>
        <p:spPr>
          <a:xfrm xmlns:a="http://schemas.openxmlformats.org/drawingml/2006/main">
            <a:off x="6210300" y="3009900"/>
            <a:ext cx="5524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773"/>
          </a:bodyPr>
          <a:lstStyle xmlns:a="http://schemas.openxmlformats.org/drawingml/2006/main"/>
          <a:p xmlns:a="http://schemas.openxmlformats.org/drawingml/2006/main">
            <a:pPr algn="l">
              <a:lnSpc>
                <a:spcPct val="105000"/>
              </a:lnSpc>
              <a:buNone/>
              <a:defRPr sz="2625" b="1" i="0">
                <a:solidFill>
                  <a:srgbClr val="FFFFFF">
                    <a:alpha val="72000"/>
                  </a:srgbClr>
                </a:solidFill>
                <a:latin typeface="DIN Condensed"/>
                <a:ea typeface="DIN Condensed"/>
                <a:cs typeface="DIN Condensed"/>
              </a:defRPr>
            </a:pPr>
            <a:r>
              <a:rPr sz="2625" b="1" i="0">
                <a:solidFill>
                  <a:srgbClr val="FFFFFF">
                    <a:alpha val="72000"/>
                  </a:srgbClr>
                </a:solidFill>
                <a:latin typeface="DIN Condensed"/>
                <a:ea typeface="DIN Condensed"/>
                <a:cs typeface="DIN Condensed"/>
              </a:rPr>
              <a:t>03</a:t>
            </a:r>
          </a:p>
        </p:txBody>
      </p:sp>
      <p:sp>
        <p:nvSpPr>
          <p:cNvPr id="22" name="">
            <a:extLst xmlns:a="http://schemas.openxmlformats.org/drawingml/2006/main">
              <a:ext uri="{FF2B5EF4-FFF2-40B4-BE49-F238E27FC236}">
                <a16:creationId xmlns:a16="http://schemas.microsoft.com/office/drawing/2014/main" id="{DEDC03D8-83E8-49D6-A199-F814E0B81061}"/>
              </a:ext>
            </a:extLst>
          </p:cNvPr>
          <p:cNvSpPr>
            <a:spLocks xmlns:a="http://schemas.openxmlformats.org/drawingml/2006/main" noGrp="1"/>
          </p:cNvSpPr>
          <p:nvPr/>
        </p:nvSpPr>
        <p:spPr>
          <a:xfrm xmlns:a="http://schemas.openxmlformats.org/drawingml/2006/main">
            <a:off x="6210300" y="3638550"/>
            <a:ext cx="21526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00" b="1" i="0">
                <a:solidFill>
                  <a:srgbClr val="FFFFFF"/>
                </a:solidFill>
                <a:latin typeface="DIN Condensed"/>
                <a:ea typeface="DIN Condensed"/>
                <a:cs typeface="DIN Condensed"/>
              </a:defRPr>
            </a:pPr>
            <a:r>
              <a:rPr sz="1800" b="1" i="0">
                <a:solidFill>
                  <a:srgbClr val="FFFFFF"/>
                </a:solidFill>
                <a:latin typeface="DIN Condensed"/>
                <a:ea typeface="DIN Condensed"/>
                <a:cs typeface="DIN Condensed"/>
              </a:rPr>
              <a:t>PERSONA</a:t>
            </a:r>
          </a:p>
        </p:txBody>
      </p:sp>
      <p:sp>
        <p:nvSpPr>
          <p:cNvPr id="23" name="">
            <a:extLst xmlns:a="http://schemas.openxmlformats.org/drawingml/2006/main">
              <a:ext uri="{FF2B5EF4-FFF2-40B4-BE49-F238E27FC236}">
                <a16:creationId xmlns:a16="http://schemas.microsoft.com/office/drawing/2014/main" id="{0F8994EE-3A1A-4EE2-98F5-FD26671D3F8A}"/>
              </a:ext>
            </a:extLst>
          </p:cNvPr>
          <p:cNvSpPr>
            <a:spLocks xmlns:a="http://schemas.openxmlformats.org/drawingml/2006/main" noGrp="1"/>
          </p:cNvSpPr>
          <p:nvPr/>
        </p:nvSpPr>
        <p:spPr>
          <a:xfrm xmlns:a="http://schemas.openxmlformats.org/drawingml/2006/main">
            <a:off x="6210300" y="4171950"/>
            <a:ext cx="21526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guía, familia o expositor</a:t>
            </a:r>
          </a:p>
        </p:txBody>
      </p:sp>
      <p:sp>
        <p:nvSpPr>
          <p:cNvPr id="24" name="">
            <a:extLst xmlns:a="http://schemas.openxmlformats.org/drawingml/2006/main">
              <a:ext uri="{FF2B5EF4-FFF2-40B4-BE49-F238E27FC236}">
                <a16:creationId xmlns:a16="http://schemas.microsoft.com/office/drawing/2014/main" id="{44F3C878-0368-44A4-AE2A-BFFD15807C23}"/>
              </a:ext>
            </a:extLst>
          </p:cNvPr>
          <p:cNvSpPr>
            <a:spLocks xmlns:a="http://schemas.openxmlformats.org/drawingml/2006/main" noGrp="1"/>
          </p:cNvSpPr>
          <p:nvPr/>
        </p:nvSpPr>
        <p:spPr>
          <a:xfrm xmlns:a="http://schemas.openxmlformats.org/drawingml/2006/main">
            <a:off x="8782050" y="2857500"/>
            <a:ext cx="2457450" cy="2247900"/>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040DE9B1-DCB5-4960-888B-49872DCD6909}"/>
              </a:ext>
            </a:extLst>
          </p:cNvPr>
          <p:cNvSpPr>
            <a:spLocks xmlns:a="http://schemas.openxmlformats.org/drawingml/2006/main" noGrp="1"/>
          </p:cNvSpPr>
          <p:nvPr/>
        </p:nvSpPr>
        <p:spPr>
          <a:xfrm xmlns:a="http://schemas.openxmlformats.org/drawingml/2006/main">
            <a:off x="8934450" y="3009900"/>
            <a:ext cx="5524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773"/>
          </a:bodyPr>
          <a:lstStyle xmlns:a="http://schemas.openxmlformats.org/drawingml/2006/main"/>
          <a:p xmlns:a="http://schemas.openxmlformats.org/drawingml/2006/main">
            <a:pPr algn="l">
              <a:lnSpc>
                <a:spcPct val="105000"/>
              </a:lnSpc>
              <a:buNone/>
              <a:defRPr sz="2625" b="1" i="0">
                <a:solidFill>
                  <a:srgbClr val="FFFFFF">
                    <a:alpha val="72000"/>
                  </a:srgbClr>
                </a:solidFill>
                <a:latin typeface="DIN Condensed"/>
                <a:ea typeface="DIN Condensed"/>
                <a:cs typeface="DIN Condensed"/>
              </a:defRPr>
            </a:pPr>
            <a:r>
              <a:rPr sz="2625" b="1" i="0">
                <a:solidFill>
                  <a:srgbClr val="FFFFFF">
                    <a:alpha val="72000"/>
                  </a:srgbClr>
                </a:solidFill>
                <a:latin typeface="DIN Condensed"/>
                <a:ea typeface="DIN Condensed"/>
                <a:cs typeface="DIN Condensed"/>
              </a:rPr>
              <a:t>04</a:t>
            </a:r>
          </a:p>
        </p:txBody>
      </p:sp>
      <p:sp>
        <p:nvSpPr>
          <p:cNvPr id="26" name="">
            <a:extLst xmlns:a="http://schemas.openxmlformats.org/drawingml/2006/main">
              <a:ext uri="{FF2B5EF4-FFF2-40B4-BE49-F238E27FC236}">
                <a16:creationId xmlns:a16="http://schemas.microsoft.com/office/drawing/2014/main" id="{A5CC8EB5-03E2-4B0D-906D-D830B7179AAB}"/>
              </a:ext>
            </a:extLst>
          </p:cNvPr>
          <p:cNvSpPr>
            <a:spLocks xmlns:a="http://schemas.openxmlformats.org/drawingml/2006/main" noGrp="1"/>
          </p:cNvSpPr>
          <p:nvPr/>
        </p:nvSpPr>
        <p:spPr>
          <a:xfrm xmlns:a="http://schemas.openxmlformats.org/drawingml/2006/main">
            <a:off x="8934450" y="3638550"/>
            <a:ext cx="21526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00" b="1" i="0">
                <a:solidFill>
                  <a:srgbClr val="FFFFFF"/>
                </a:solidFill>
                <a:latin typeface="DIN Condensed"/>
                <a:ea typeface="DIN Condensed"/>
                <a:cs typeface="DIN Condensed"/>
              </a:defRPr>
            </a:pPr>
            <a:r>
              <a:rPr sz="1800" b="1" i="0">
                <a:solidFill>
                  <a:srgbClr val="FFFFFF"/>
                </a:solidFill>
                <a:latin typeface="DIN Condensed"/>
                <a:ea typeface="DIN Condensed"/>
                <a:cs typeface="DIN Condensed"/>
              </a:rPr>
              <a:t>MAPA</a:t>
            </a:r>
          </a:p>
        </p:txBody>
      </p:sp>
      <p:sp>
        <p:nvSpPr>
          <p:cNvPr id="27" name="">
            <a:extLst xmlns:a="http://schemas.openxmlformats.org/drawingml/2006/main">
              <a:ext uri="{FF2B5EF4-FFF2-40B4-BE49-F238E27FC236}">
                <a16:creationId xmlns:a16="http://schemas.microsoft.com/office/drawing/2014/main" id="{BFB7AB45-8A8E-457C-8194-5A4369C1522A}"/>
              </a:ext>
            </a:extLst>
          </p:cNvPr>
          <p:cNvSpPr>
            <a:spLocks xmlns:a="http://schemas.openxmlformats.org/drawingml/2006/main" noGrp="1"/>
          </p:cNvSpPr>
          <p:nvPr/>
        </p:nvSpPr>
        <p:spPr>
          <a:xfrm xmlns:a="http://schemas.openxmlformats.org/drawingml/2006/main">
            <a:off x="8934450" y="4171950"/>
            <a:ext cx="21526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CTA condicionado a la PWA</a:t>
            </a:r>
          </a:p>
        </p:txBody>
      </p:sp>
      <p:sp>
        <p:nvSpPr>
          <p:cNvPr id="28" name="">
            <a:extLst xmlns:a="http://schemas.openxmlformats.org/drawingml/2006/main">
              <a:ext uri="{FF2B5EF4-FFF2-40B4-BE49-F238E27FC236}">
                <a16:creationId xmlns:a16="http://schemas.microsoft.com/office/drawing/2014/main" id="{1CD2C353-D9A0-4A7B-9FB8-C73971054F29}"/>
              </a:ext>
            </a:extLst>
          </p:cNvPr>
          <p:cNvSpPr>
            <a:spLocks xmlns:a="http://schemas.openxmlformats.org/drawingml/2006/main" noGrp="1"/>
          </p:cNvSpPr>
          <p:nvPr/>
        </p:nvSpPr>
        <p:spPr>
          <a:xfrm xmlns:a="http://schemas.openxmlformats.org/drawingml/2006/main">
            <a:off x="609600" y="5524500"/>
            <a:ext cx="10972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050" b="1" i="0">
                <a:solidFill>
                  <a:srgbClr val="FFF7EA"/>
                </a:solidFill>
                <a:latin typeface="Avenir Next"/>
                <a:ea typeface="Avenir Next"/>
                <a:cs typeface="Avenir Next"/>
              </a:defRPr>
            </a:pPr>
            <a:r>
              <a:rPr sz="1050" b="1" i="0">
                <a:solidFill>
                  <a:srgbClr val="FFF7EA"/>
                </a:solidFill>
                <a:latin typeface="Avenir Next"/>
                <a:ea typeface="Avenir Next"/>
                <a:cs typeface="Avenir Next"/>
              </a:rPr>
              <a:t>SALIDA: MASTER + 30 s + 15 s + 6 s + 4:5 + 9:16 + SUBTÍTULOS</a:t>
            </a:r>
          </a:p>
        </p:txBody>
      </p:sp>
    </p:spTree>
    <p:extLst>
      <p:ext uri="{BB962C8B-B14F-4D97-AF65-F5344CB8AC3E}">
        <p14:creationId xmlns:p14="http://schemas.microsoft.com/office/powerpoint/2010/main" val="2039824486"/>
      </p:ext>
    </p:extLst>
  </p:cSld>
</p:sld>
</file>

<file path=ppt/slides/slide29.xml><?xml version="1.0" encoding="utf-8"?>
<p:sld xmlns:p="http://schemas.openxmlformats.org/presentationml/2006/main">
  <p:cSld>
    <p:bg>
      <p:bgPr>
        <a:solidFill xmlns:a="http://schemas.openxmlformats.org/drawingml/2006/main">
          <a:srgbClr val="160A22"/>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F10149A2-337F-46DE-8320-48253E871D47}"/>
              </a:ext>
            </a:extLst>
          </p:cNvPr>
          <p:cNvSpPr>
            <a:spLocks xmlns:a="http://schemas.openxmlformats.org/drawingml/2006/main" noGrp="1"/>
          </p:cNvSpPr>
          <p:nvPr/>
        </p:nvSpPr>
        <p:spPr>
          <a:xfrm xmlns:a="http://schemas.openxmlformats.org/drawingml/2006/main">
            <a:off x="0" y="0"/>
            <a:ext cx="2438400" cy="66675"/>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C22AE77-46B0-4445-A3A3-E2901FCB9E43}"/>
              </a:ext>
            </a:extLst>
          </p:cNvPr>
          <p:cNvSpPr>
            <a:spLocks xmlns:a="http://schemas.openxmlformats.org/drawingml/2006/main" noGrp="1"/>
          </p:cNvSpPr>
          <p:nvPr/>
        </p:nvSpPr>
        <p:spPr>
          <a:xfrm xmlns:a="http://schemas.openxmlformats.org/drawingml/2006/main">
            <a:off x="2438400" y="0"/>
            <a:ext cx="2438400" cy="66675"/>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62A6E24B-4278-4F90-877D-195D596D15FA}"/>
              </a:ext>
            </a:extLst>
          </p:cNvPr>
          <p:cNvSpPr>
            <a:spLocks xmlns:a="http://schemas.openxmlformats.org/drawingml/2006/main" noGrp="1"/>
          </p:cNvSpPr>
          <p:nvPr/>
        </p:nvSpPr>
        <p:spPr>
          <a:xfrm xmlns:a="http://schemas.openxmlformats.org/drawingml/2006/main">
            <a:off x="4876800" y="0"/>
            <a:ext cx="2438400" cy="66675"/>
          </a:xfrm>
          <a:prstGeom xmlns:a="http://schemas.openxmlformats.org/drawingml/2006/main" prst="rect">
            <a:avLst/>
          </a:prstGeom>
          <a:solidFill xmlns:a="http://schemas.openxmlformats.org/drawingml/2006/main">
            <a:srgbClr val="FFC92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DC91635-EA5B-4CA5-A985-7045E57E8CCB}"/>
              </a:ext>
            </a:extLst>
          </p:cNvPr>
          <p:cNvSpPr>
            <a:spLocks xmlns:a="http://schemas.openxmlformats.org/drawingml/2006/main" noGrp="1"/>
          </p:cNvSpPr>
          <p:nvPr/>
        </p:nvSpPr>
        <p:spPr>
          <a:xfrm xmlns:a="http://schemas.openxmlformats.org/drawingml/2006/main">
            <a:off x="7315200" y="0"/>
            <a:ext cx="2438400" cy="66675"/>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7B7F3166-DBDB-4799-A51D-F92966010654}"/>
              </a:ext>
            </a:extLst>
          </p:cNvPr>
          <p:cNvSpPr>
            <a:spLocks xmlns:a="http://schemas.openxmlformats.org/drawingml/2006/main" noGrp="1"/>
          </p:cNvSpPr>
          <p:nvPr/>
        </p:nvSpPr>
        <p:spPr>
          <a:xfrm xmlns:a="http://schemas.openxmlformats.org/drawingml/2006/main">
            <a:off x="9753600" y="0"/>
            <a:ext cx="2438400" cy="66675"/>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808C6A91-C05F-442F-ABAD-8C01AF6DD8B0}"/>
              </a:ext>
            </a:extLst>
          </p:cNvPr>
          <p:cNvSpPr>
            <a:spLocks xmlns:a="http://schemas.openxmlformats.org/drawingml/2006/main" noGrp="1"/>
          </p:cNvSpPr>
          <p:nvPr/>
        </p:nvSpPr>
        <p:spPr>
          <a:xfrm xmlns:a="http://schemas.openxmlformats.org/drawingml/2006/main">
            <a:off x="609600" y="26670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FFC928"/>
                </a:solidFill>
                <a:latin typeface="Avenir Next"/>
                <a:ea typeface="Avenir Next"/>
                <a:cs typeface="Avenir Next"/>
              </a:defRPr>
            </a:pPr>
            <a:r>
              <a:rPr sz="825" b="1" i="0">
                <a:solidFill>
                  <a:srgbClr val="FFC928"/>
                </a:solidFill>
                <a:latin typeface="Avenir Next"/>
                <a:ea typeface="Avenir Next"/>
                <a:cs typeface="Avenir Next"/>
              </a:rPr>
              <a:t>PIEZAS HERO</a:t>
            </a:r>
          </a:p>
        </p:txBody>
      </p:sp>
      <p:sp>
        <p:nvSpPr>
          <p:cNvPr id="7" name="">
            <a:extLst xmlns:a="http://schemas.openxmlformats.org/drawingml/2006/main">
              <a:ext uri="{FF2B5EF4-FFF2-40B4-BE49-F238E27FC236}">
                <a16:creationId xmlns:a16="http://schemas.microsoft.com/office/drawing/2014/main" id="{D7426C83-6D05-4560-AD7B-8824FBD3C107}"/>
              </a:ext>
            </a:extLst>
          </p:cNvPr>
          <p:cNvSpPr>
            <a:spLocks xmlns:a="http://schemas.openxmlformats.org/drawingml/2006/main" noGrp="1"/>
          </p:cNvSpPr>
          <p:nvPr/>
        </p:nvSpPr>
        <p:spPr>
          <a:xfrm xmlns:a="http://schemas.openxmlformats.org/drawingml/2006/main">
            <a:off x="609600" y="6534150"/>
            <a:ext cx="4762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675" b="1" i="0">
                <a:solidFill>
                  <a:srgbClr val="FFFFFF">
                    <a:alpha val="52000"/>
                  </a:srgbClr>
                </a:solidFill>
                <a:latin typeface="Avenir Next"/>
                <a:ea typeface="Avenir Next"/>
                <a:cs typeface="Avenir Next"/>
              </a:defRPr>
            </a:pPr>
            <a:r>
              <a:rPr sz="675" b="1" i="0">
                <a:solidFill>
                  <a:srgbClr val="FFFFFF">
                    <a:alpha val="52000"/>
                  </a:srgbClr>
                </a:solidFill>
                <a:latin typeface="Avenir Next"/>
                <a:ea typeface="Avenir Next"/>
                <a:cs typeface="Avenir Next"/>
              </a:rPr>
              <a:t>DOCUMENTO INTERNO · PROPUESTA EN REVISIÓN</a:t>
            </a:r>
          </a:p>
        </p:txBody>
      </p:sp>
      <p:sp>
        <p:nvSpPr>
          <p:cNvPr id="8" name="">
            <a:extLst xmlns:a="http://schemas.openxmlformats.org/drawingml/2006/main">
              <a:ext uri="{FF2B5EF4-FFF2-40B4-BE49-F238E27FC236}">
                <a16:creationId xmlns:a16="http://schemas.microsoft.com/office/drawing/2014/main" id="{6891B035-2918-4885-B5D6-C55C69A23EAD}"/>
              </a:ext>
            </a:extLst>
          </p:cNvPr>
          <p:cNvSpPr>
            <a:spLocks xmlns:a="http://schemas.openxmlformats.org/drawingml/2006/main" noGrp="1"/>
          </p:cNvSpPr>
          <p:nvPr/>
        </p:nvSpPr>
        <p:spPr>
          <a:xfrm xmlns:a="http://schemas.openxmlformats.org/drawingml/2006/main">
            <a:off x="11239500" y="6505575"/>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750" b="1" i="0">
                <a:solidFill>
                  <a:srgbClr val="FFFFFF">
                    <a:alpha val="52000"/>
                  </a:srgbClr>
                </a:solidFill>
                <a:latin typeface="Avenir Next"/>
                <a:ea typeface="Avenir Next"/>
                <a:cs typeface="Avenir Next"/>
              </a:defRPr>
            </a:pPr>
            <a:r>
              <a:rPr sz="750" b="1" i="0">
                <a:solidFill>
                  <a:srgbClr val="FFFFFF">
                    <a:alpha val="52000"/>
                  </a:srgbClr>
                </a:solidFill>
                <a:latin typeface="Avenir Next"/>
                <a:ea typeface="Avenir Next"/>
                <a:cs typeface="Avenir Next"/>
              </a:rPr>
              <a:t>29</a:t>
            </a:r>
          </a:p>
        </p:txBody>
      </p:sp>
      <p:sp>
        <p:nvSpPr>
          <p:cNvPr id="9" name="">
            <a:extLst xmlns:a="http://schemas.openxmlformats.org/drawingml/2006/main">
              <a:ext uri="{FF2B5EF4-FFF2-40B4-BE49-F238E27FC236}">
                <a16:creationId xmlns:a16="http://schemas.microsoft.com/office/drawing/2014/main" id="{10B325BA-5C8A-4E4E-A623-DF091C0AE3EB}"/>
              </a:ext>
            </a:extLst>
          </p:cNvPr>
          <p:cNvSpPr>
            <a:spLocks xmlns:a="http://schemas.openxmlformats.org/drawingml/2006/main" noGrp="1"/>
          </p:cNvSpPr>
          <p:nvPr/>
        </p:nvSpPr>
        <p:spPr>
          <a:xfrm xmlns:a="http://schemas.openxmlformats.org/drawingml/2006/main">
            <a:off x="609600" y="666750"/>
            <a:ext cx="1066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E72D78"/>
                </a:solidFill>
                <a:latin typeface="Avenir Next"/>
                <a:ea typeface="Avenir Next"/>
                <a:cs typeface="Avenir Next"/>
              </a:defRPr>
            </a:pPr>
            <a:r>
              <a:rPr sz="900" b="1" i="0">
                <a:solidFill>
                  <a:srgbClr val="E72D78"/>
                </a:solidFill>
                <a:latin typeface="Avenir Next"/>
                <a:ea typeface="Avenir Next"/>
                <a:cs typeface="Avenir Next"/>
              </a:rPr>
              <a:t>PELÍCULA HERO 4</a:t>
            </a:r>
          </a:p>
        </p:txBody>
      </p:sp>
      <p:sp>
        <p:nvSpPr>
          <p:cNvPr id="10" name="">
            <a:extLst xmlns:a="http://schemas.openxmlformats.org/drawingml/2006/main">
              <a:ext uri="{FF2B5EF4-FFF2-40B4-BE49-F238E27FC236}">
                <a16:creationId xmlns:a16="http://schemas.microsoft.com/office/drawing/2014/main" id="{395D1E14-4403-432F-BA3F-BC726E0DAE4D}"/>
              </a:ext>
            </a:extLst>
          </p:cNvPr>
          <p:cNvSpPr>
            <a:spLocks xmlns:a="http://schemas.openxmlformats.org/drawingml/2006/main" noGrp="1"/>
          </p:cNvSpPr>
          <p:nvPr/>
        </p:nvSpPr>
        <p:spPr>
          <a:xfrm xmlns:a="http://schemas.openxmlformats.org/drawingml/2006/main">
            <a:off x="609600" y="990600"/>
            <a:ext cx="1066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4200" b="1" i="0">
                <a:solidFill>
                  <a:srgbClr val="FFFFFF"/>
                </a:solidFill>
                <a:latin typeface="DIN Condensed"/>
                <a:ea typeface="DIN Condensed"/>
                <a:cs typeface="DIN Condensed"/>
              </a:defRPr>
            </a:pPr>
            <a:r>
              <a:rPr sz="4200" b="1" i="0">
                <a:solidFill>
                  <a:srgbClr val="FFFFFF"/>
                </a:solidFill>
                <a:latin typeface="DIN Condensed"/>
                <a:ea typeface="DIN Condensed"/>
                <a:cs typeface="DIN Condensed"/>
              </a:rPr>
              <a:t>LA CANCIÓN QUE VUELVE</a:t>
            </a:r>
          </a:p>
        </p:txBody>
      </p:sp>
      <p:sp>
        <p:nvSpPr>
          <p:cNvPr id="11" name="">
            <a:extLst xmlns:a="http://schemas.openxmlformats.org/drawingml/2006/main">
              <a:ext uri="{FF2B5EF4-FFF2-40B4-BE49-F238E27FC236}">
                <a16:creationId xmlns:a16="http://schemas.microsoft.com/office/drawing/2014/main" id="{4A48F007-7059-4150-8F7B-1D0BDA85E4AC}"/>
              </a:ext>
            </a:extLst>
          </p:cNvPr>
          <p:cNvSpPr>
            <a:spLocks xmlns:a="http://schemas.openxmlformats.org/drawingml/2006/main" noGrp="1"/>
          </p:cNvSpPr>
          <p:nvPr/>
        </p:nvSpPr>
        <p:spPr>
          <a:xfrm xmlns:a="http://schemas.openxmlformats.org/drawingml/2006/main">
            <a:off x="609600" y="182880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0" i="0">
                <a:solidFill>
                  <a:srgbClr val="FFFFFF">
                    <a:alpha val="78000"/>
                  </a:srgbClr>
                </a:solidFill>
                <a:latin typeface="Avenir Next"/>
                <a:ea typeface="Avenir Next"/>
                <a:cs typeface="Avenir Next"/>
              </a:defRPr>
            </a:pPr>
            <a:r>
              <a:rPr sz="1500" b="0" i="0">
                <a:solidFill>
                  <a:srgbClr val="FFFFFF">
                    <a:alpha val="78000"/>
                  </a:srgbClr>
                </a:solidFill>
                <a:latin typeface="Avenir Next"/>
                <a:ea typeface="Avenir Next"/>
                <a:cs typeface="Avenir Next"/>
              </a:rPr>
              <a:t>Solo después del control del cartel: memoria musical, revelación y un día completo.</a:t>
            </a:r>
          </a:p>
        </p:txBody>
      </p:sp>
      <p:sp>
        <p:nvSpPr>
          <p:cNvPr id="12" name="">
            <a:extLst xmlns:a="http://schemas.openxmlformats.org/drawingml/2006/main">
              <a:ext uri="{FF2B5EF4-FFF2-40B4-BE49-F238E27FC236}">
                <a16:creationId xmlns:a16="http://schemas.microsoft.com/office/drawing/2014/main" id="{D9C40936-1DAA-4C56-9189-0680D34AE5F7}"/>
              </a:ext>
            </a:extLst>
          </p:cNvPr>
          <p:cNvSpPr>
            <a:spLocks xmlns:a="http://schemas.openxmlformats.org/drawingml/2006/main" noGrp="1"/>
          </p:cNvSpPr>
          <p:nvPr/>
        </p:nvSpPr>
        <p:spPr>
          <a:xfrm xmlns:a="http://schemas.openxmlformats.org/drawingml/2006/main">
            <a:off x="609600" y="2857500"/>
            <a:ext cx="2457450" cy="2247900"/>
          </a:xfrm>
          <a:prstGeom xmlns:a="http://schemas.openxmlformats.org/drawingml/2006/main" prst="rect">
            <a:avLst/>
          </a:prstGeom>
          <a:solidFill xmlns:a="http://schemas.openxmlformats.org/drawingml/2006/main">
            <a:srgbClr val="2B0D3B"/>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BC53CFE4-022D-4156-A40E-C595478FEF56}"/>
              </a:ext>
            </a:extLst>
          </p:cNvPr>
          <p:cNvSpPr>
            <a:spLocks xmlns:a="http://schemas.openxmlformats.org/drawingml/2006/main" noGrp="1"/>
          </p:cNvSpPr>
          <p:nvPr/>
        </p:nvSpPr>
        <p:spPr>
          <a:xfrm xmlns:a="http://schemas.openxmlformats.org/drawingml/2006/main">
            <a:off x="762000" y="3009900"/>
            <a:ext cx="5524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773"/>
          </a:bodyPr>
          <a:lstStyle xmlns:a="http://schemas.openxmlformats.org/drawingml/2006/main"/>
          <a:p xmlns:a="http://schemas.openxmlformats.org/drawingml/2006/main">
            <a:pPr algn="l">
              <a:lnSpc>
                <a:spcPct val="105000"/>
              </a:lnSpc>
              <a:buNone/>
              <a:defRPr sz="2625" b="1" i="0">
                <a:solidFill>
                  <a:srgbClr val="FFFFFF">
                    <a:alpha val="72000"/>
                  </a:srgbClr>
                </a:solidFill>
                <a:latin typeface="DIN Condensed"/>
                <a:ea typeface="DIN Condensed"/>
                <a:cs typeface="DIN Condensed"/>
              </a:defRPr>
            </a:pPr>
            <a:r>
              <a:rPr sz="2625" b="1" i="0">
                <a:solidFill>
                  <a:srgbClr val="FFFFFF">
                    <a:alpha val="72000"/>
                  </a:srgbClr>
                </a:solidFill>
                <a:latin typeface="DIN Condensed"/>
                <a:ea typeface="DIN Condensed"/>
                <a:cs typeface="DIN Condensed"/>
              </a:rPr>
              <a:t>01</a:t>
            </a:r>
          </a:p>
        </p:txBody>
      </p:sp>
      <p:sp>
        <p:nvSpPr>
          <p:cNvPr id="14" name="">
            <a:extLst xmlns:a="http://schemas.openxmlformats.org/drawingml/2006/main">
              <a:ext uri="{FF2B5EF4-FFF2-40B4-BE49-F238E27FC236}">
                <a16:creationId xmlns:a16="http://schemas.microsoft.com/office/drawing/2014/main" id="{F484E067-4199-41D5-92AC-49ADEA2CACF1}"/>
              </a:ext>
            </a:extLst>
          </p:cNvPr>
          <p:cNvSpPr>
            <a:spLocks xmlns:a="http://schemas.openxmlformats.org/drawingml/2006/main" noGrp="1"/>
          </p:cNvSpPr>
          <p:nvPr/>
        </p:nvSpPr>
        <p:spPr>
          <a:xfrm xmlns:a="http://schemas.openxmlformats.org/drawingml/2006/main">
            <a:off x="762000" y="3638550"/>
            <a:ext cx="21526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00" b="1" i="0">
                <a:solidFill>
                  <a:srgbClr val="FFFFFF"/>
                </a:solidFill>
                <a:latin typeface="DIN Condensed"/>
                <a:ea typeface="DIN Condensed"/>
                <a:cs typeface="DIN Condensed"/>
              </a:defRPr>
            </a:pPr>
            <a:r>
              <a:rPr sz="1800" b="1" i="0">
                <a:solidFill>
                  <a:srgbClr val="FFFFFF"/>
                </a:solidFill>
                <a:latin typeface="DIN Condensed"/>
                <a:ea typeface="DIN Condensed"/>
                <a:cs typeface="DIN Condensed"/>
              </a:rPr>
              <a:t>MEMORIA</a:t>
            </a:r>
          </a:p>
        </p:txBody>
      </p:sp>
      <p:sp>
        <p:nvSpPr>
          <p:cNvPr id="15" name="">
            <a:extLst xmlns:a="http://schemas.openxmlformats.org/drawingml/2006/main">
              <a:ext uri="{FF2B5EF4-FFF2-40B4-BE49-F238E27FC236}">
                <a16:creationId xmlns:a16="http://schemas.microsoft.com/office/drawing/2014/main" id="{665F2FEC-ABFD-4B37-8B4A-D1A8CF0A52B7}"/>
              </a:ext>
            </a:extLst>
          </p:cNvPr>
          <p:cNvSpPr>
            <a:spLocks xmlns:a="http://schemas.openxmlformats.org/drawingml/2006/main" noGrp="1"/>
          </p:cNvSpPr>
          <p:nvPr/>
        </p:nvSpPr>
        <p:spPr>
          <a:xfrm xmlns:a="http://schemas.openxmlformats.org/drawingml/2006/main">
            <a:off x="762000" y="4171950"/>
            <a:ext cx="21526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una frase, no una adivinanza</a:t>
            </a:r>
          </a:p>
        </p:txBody>
      </p:sp>
      <p:sp>
        <p:nvSpPr>
          <p:cNvPr id="16" name="">
            <a:extLst xmlns:a="http://schemas.openxmlformats.org/drawingml/2006/main">
              <a:ext uri="{FF2B5EF4-FFF2-40B4-BE49-F238E27FC236}">
                <a16:creationId xmlns:a16="http://schemas.microsoft.com/office/drawing/2014/main" id="{8370ACD7-E18F-454D-B6AE-FBBC92B8DAC3}"/>
              </a:ext>
            </a:extLst>
          </p:cNvPr>
          <p:cNvSpPr>
            <a:spLocks xmlns:a="http://schemas.openxmlformats.org/drawingml/2006/main" noGrp="1"/>
          </p:cNvSpPr>
          <p:nvPr/>
        </p:nvSpPr>
        <p:spPr>
          <a:xfrm xmlns:a="http://schemas.openxmlformats.org/drawingml/2006/main">
            <a:off x="3333750" y="2857500"/>
            <a:ext cx="2457450" cy="2247900"/>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91ABCFCC-3628-499F-BC6C-358667899B65}"/>
              </a:ext>
            </a:extLst>
          </p:cNvPr>
          <p:cNvSpPr>
            <a:spLocks xmlns:a="http://schemas.openxmlformats.org/drawingml/2006/main" noGrp="1"/>
          </p:cNvSpPr>
          <p:nvPr/>
        </p:nvSpPr>
        <p:spPr>
          <a:xfrm xmlns:a="http://schemas.openxmlformats.org/drawingml/2006/main">
            <a:off x="3486150" y="3009900"/>
            <a:ext cx="5524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773"/>
          </a:bodyPr>
          <a:lstStyle xmlns:a="http://schemas.openxmlformats.org/drawingml/2006/main"/>
          <a:p xmlns:a="http://schemas.openxmlformats.org/drawingml/2006/main">
            <a:pPr algn="l">
              <a:lnSpc>
                <a:spcPct val="105000"/>
              </a:lnSpc>
              <a:buNone/>
              <a:defRPr sz="2625" b="1" i="0">
                <a:solidFill>
                  <a:srgbClr val="FFFFFF">
                    <a:alpha val="72000"/>
                  </a:srgbClr>
                </a:solidFill>
                <a:latin typeface="DIN Condensed"/>
                <a:ea typeface="DIN Condensed"/>
                <a:cs typeface="DIN Condensed"/>
              </a:defRPr>
            </a:pPr>
            <a:r>
              <a:rPr sz="2625" b="1" i="0">
                <a:solidFill>
                  <a:srgbClr val="FFFFFF">
                    <a:alpha val="72000"/>
                  </a:srgbClr>
                </a:solidFill>
                <a:latin typeface="DIN Condensed"/>
                <a:ea typeface="DIN Condensed"/>
                <a:cs typeface="DIN Condensed"/>
              </a:rPr>
              <a:t>02</a:t>
            </a:r>
          </a:p>
        </p:txBody>
      </p:sp>
      <p:sp>
        <p:nvSpPr>
          <p:cNvPr id="18" name="">
            <a:extLst xmlns:a="http://schemas.openxmlformats.org/drawingml/2006/main">
              <a:ext uri="{FF2B5EF4-FFF2-40B4-BE49-F238E27FC236}">
                <a16:creationId xmlns:a16="http://schemas.microsoft.com/office/drawing/2014/main" id="{00851AB8-821A-450A-B5C3-99D4A1FC5FAB}"/>
              </a:ext>
            </a:extLst>
          </p:cNvPr>
          <p:cNvSpPr>
            <a:spLocks xmlns:a="http://schemas.openxmlformats.org/drawingml/2006/main" noGrp="1"/>
          </p:cNvSpPr>
          <p:nvPr/>
        </p:nvSpPr>
        <p:spPr>
          <a:xfrm xmlns:a="http://schemas.openxmlformats.org/drawingml/2006/main">
            <a:off x="3486150" y="3638550"/>
            <a:ext cx="21526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00" b="1" i="0">
                <a:solidFill>
                  <a:srgbClr val="FFFFFF"/>
                </a:solidFill>
                <a:latin typeface="DIN Condensed"/>
                <a:ea typeface="DIN Condensed"/>
                <a:cs typeface="DIN Condensed"/>
              </a:defRPr>
            </a:pPr>
            <a:r>
              <a:rPr sz="1800" b="1" i="0">
                <a:solidFill>
                  <a:srgbClr val="FFFFFF"/>
                </a:solidFill>
                <a:latin typeface="DIN Condensed"/>
                <a:ea typeface="DIN Condensed"/>
                <a:cs typeface="DIN Condensed"/>
              </a:rPr>
              <a:t>REVELACIÓN</a:t>
            </a:r>
          </a:p>
        </p:txBody>
      </p:sp>
      <p:sp>
        <p:nvSpPr>
          <p:cNvPr id="19" name="">
            <a:extLst xmlns:a="http://schemas.openxmlformats.org/drawingml/2006/main">
              <a:ext uri="{FF2B5EF4-FFF2-40B4-BE49-F238E27FC236}">
                <a16:creationId xmlns:a16="http://schemas.microsoft.com/office/drawing/2014/main" id="{F4B4FBBE-06FA-4492-B146-D233EE0DDA06}"/>
              </a:ext>
            </a:extLst>
          </p:cNvPr>
          <p:cNvSpPr>
            <a:spLocks xmlns:a="http://schemas.openxmlformats.org/drawingml/2006/main" noGrp="1"/>
          </p:cNvSpPr>
          <p:nvPr/>
        </p:nvSpPr>
        <p:spPr>
          <a:xfrm xmlns:a="http://schemas.openxmlformats.org/drawingml/2006/main">
            <a:off x="3486150" y="4171950"/>
            <a:ext cx="21526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nombre + día + escenario</a:t>
            </a:r>
          </a:p>
        </p:txBody>
      </p:sp>
      <p:sp>
        <p:nvSpPr>
          <p:cNvPr id="20" name="">
            <a:extLst xmlns:a="http://schemas.openxmlformats.org/drawingml/2006/main">
              <a:ext uri="{FF2B5EF4-FFF2-40B4-BE49-F238E27FC236}">
                <a16:creationId xmlns:a16="http://schemas.microsoft.com/office/drawing/2014/main" id="{24C08167-E4EC-44AD-BDA1-07BEFE462A9A}"/>
              </a:ext>
            </a:extLst>
          </p:cNvPr>
          <p:cNvSpPr>
            <a:spLocks xmlns:a="http://schemas.openxmlformats.org/drawingml/2006/main" noGrp="1"/>
          </p:cNvSpPr>
          <p:nvPr/>
        </p:nvSpPr>
        <p:spPr>
          <a:xfrm xmlns:a="http://schemas.openxmlformats.org/drawingml/2006/main">
            <a:off x="6057900" y="2857500"/>
            <a:ext cx="2457450" cy="2247900"/>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639A5B6E-588D-424D-BC7D-E158344FCB51}"/>
              </a:ext>
            </a:extLst>
          </p:cNvPr>
          <p:cNvSpPr>
            <a:spLocks xmlns:a="http://schemas.openxmlformats.org/drawingml/2006/main" noGrp="1"/>
          </p:cNvSpPr>
          <p:nvPr/>
        </p:nvSpPr>
        <p:spPr>
          <a:xfrm xmlns:a="http://schemas.openxmlformats.org/drawingml/2006/main">
            <a:off x="6210300" y="3009900"/>
            <a:ext cx="5524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773"/>
          </a:bodyPr>
          <a:lstStyle xmlns:a="http://schemas.openxmlformats.org/drawingml/2006/main"/>
          <a:p xmlns:a="http://schemas.openxmlformats.org/drawingml/2006/main">
            <a:pPr algn="l">
              <a:lnSpc>
                <a:spcPct val="105000"/>
              </a:lnSpc>
              <a:buNone/>
              <a:defRPr sz="2625" b="1" i="0">
                <a:solidFill>
                  <a:srgbClr val="FFFFFF">
                    <a:alpha val="72000"/>
                  </a:srgbClr>
                </a:solidFill>
                <a:latin typeface="DIN Condensed"/>
                <a:ea typeface="DIN Condensed"/>
                <a:cs typeface="DIN Condensed"/>
              </a:defRPr>
            </a:pPr>
            <a:r>
              <a:rPr sz="2625" b="1" i="0">
                <a:solidFill>
                  <a:srgbClr val="FFFFFF">
                    <a:alpha val="72000"/>
                  </a:srgbClr>
                </a:solidFill>
                <a:latin typeface="DIN Condensed"/>
                <a:ea typeface="DIN Condensed"/>
                <a:cs typeface="DIN Condensed"/>
              </a:rPr>
              <a:t>03</a:t>
            </a:r>
          </a:p>
        </p:txBody>
      </p:sp>
      <p:sp>
        <p:nvSpPr>
          <p:cNvPr id="22" name="">
            <a:extLst xmlns:a="http://schemas.openxmlformats.org/drawingml/2006/main">
              <a:ext uri="{FF2B5EF4-FFF2-40B4-BE49-F238E27FC236}">
                <a16:creationId xmlns:a16="http://schemas.microsoft.com/office/drawing/2014/main" id="{537DAACC-B8FE-4B73-B2A9-1C35E0C5441F}"/>
              </a:ext>
            </a:extLst>
          </p:cNvPr>
          <p:cNvSpPr>
            <a:spLocks xmlns:a="http://schemas.openxmlformats.org/drawingml/2006/main" noGrp="1"/>
          </p:cNvSpPr>
          <p:nvPr/>
        </p:nvSpPr>
        <p:spPr>
          <a:xfrm xmlns:a="http://schemas.openxmlformats.org/drawingml/2006/main">
            <a:off x="6210300" y="3638550"/>
            <a:ext cx="21526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00" b="1" i="0">
                <a:solidFill>
                  <a:srgbClr val="FFFFFF"/>
                </a:solidFill>
                <a:latin typeface="DIN Condensed"/>
                <a:ea typeface="DIN Condensed"/>
                <a:cs typeface="DIN Condensed"/>
              </a:defRPr>
            </a:pPr>
            <a:r>
              <a:rPr sz="1800" b="1" i="0">
                <a:solidFill>
                  <a:srgbClr val="FFFFFF"/>
                </a:solidFill>
                <a:latin typeface="DIN Condensed"/>
                <a:ea typeface="DIN Condensed"/>
                <a:cs typeface="DIN Condensed"/>
              </a:rPr>
              <a:t>INVITACIÓN</a:t>
            </a:r>
          </a:p>
        </p:txBody>
      </p:sp>
      <p:sp>
        <p:nvSpPr>
          <p:cNvPr id="23" name="">
            <a:extLst xmlns:a="http://schemas.openxmlformats.org/drawingml/2006/main">
              <a:ext uri="{FF2B5EF4-FFF2-40B4-BE49-F238E27FC236}">
                <a16:creationId xmlns:a16="http://schemas.microsoft.com/office/drawing/2014/main" id="{BA319ACF-B9DC-4DFA-9562-B0C10AD2FFCE}"/>
              </a:ext>
            </a:extLst>
          </p:cNvPr>
          <p:cNvSpPr>
            <a:spLocks xmlns:a="http://schemas.openxmlformats.org/drawingml/2006/main" noGrp="1"/>
          </p:cNvSpPr>
          <p:nvPr/>
        </p:nvSpPr>
        <p:spPr>
          <a:xfrm xmlns:a="http://schemas.openxmlformats.org/drawingml/2006/main">
            <a:off x="6210300" y="4171950"/>
            <a:ext cx="21526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voz auténtica y derechos</a:t>
            </a:r>
          </a:p>
        </p:txBody>
      </p:sp>
      <p:sp>
        <p:nvSpPr>
          <p:cNvPr id="24" name="">
            <a:extLst xmlns:a="http://schemas.openxmlformats.org/drawingml/2006/main">
              <a:ext uri="{FF2B5EF4-FFF2-40B4-BE49-F238E27FC236}">
                <a16:creationId xmlns:a16="http://schemas.microsoft.com/office/drawing/2014/main" id="{9FC11780-D20A-4498-99CC-7757F61F341D}"/>
              </a:ext>
            </a:extLst>
          </p:cNvPr>
          <p:cNvSpPr>
            <a:spLocks xmlns:a="http://schemas.openxmlformats.org/drawingml/2006/main" noGrp="1"/>
          </p:cNvSpPr>
          <p:nvPr/>
        </p:nvSpPr>
        <p:spPr>
          <a:xfrm xmlns:a="http://schemas.openxmlformats.org/drawingml/2006/main">
            <a:off x="8782050" y="2857500"/>
            <a:ext cx="2457450" cy="2247900"/>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CE37E7F5-BEAF-4964-8043-754CCBABE4CC}"/>
              </a:ext>
            </a:extLst>
          </p:cNvPr>
          <p:cNvSpPr>
            <a:spLocks xmlns:a="http://schemas.openxmlformats.org/drawingml/2006/main" noGrp="1"/>
          </p:cNvSpPr>
          <p:nvPr/>
        </p:nvSpPr>
        <p:spPr>
          <a:xfrm xmlns:a="http://schemas.openxmlformats.org/drawingml/2006/main">
            <a:off x="8934450" y="3009900"/>
            <a:ext cx="5524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773"/>
          </a:bodyPr>
          <a:lstStyle xmlns:a="http://schemas.openxmlformats.org/drawingml/2006/main"/>
          <a:p xmlns:a="http://schemas.openxmlformats.org/drawingml/2006/main">
            <a:pPr algn="l">
              <a:lnSpc>
                <a:spcPct val="105000"/>
              </a:lnSpc>
              <a:buNone/>
              <a:defRPr sz="2625" b="1" i="0">
                <a:solidFill>
                  <a:srgbClr val="FFFFFF">
                    <a:alpha val="72000"/>
                  </a:srgbClr>
                </a:solidFill>
                <a:latin typeface="DIN Condensed"/>
                <a:ea typeface="DIN Condensed"/>
                <a:cs typeface="DIN Condensed"/>
              </a:defRPr>
            </a:pPr>
            <a:r>
              <a:rPr sz="2625" b="1" i="0">
                <a:solidFill>
                  <a:srgbClr val="FFFFFF">
                    <a:alpha val="72000"/>
                  </a:srgbClr>
                </a:solidFill>
                <a:latin typeface="DIN Condensed"/>
                <a:ea typeface="DIN Condensed"/>
                <a:cs typeface="DIN Condensed"/>
              </a:rPr>
              <a:t>04</a:t>
            </a:r>
          </a:p>
        </p:txBody>
      </p:sp>
      <p:sp>
        <p:nvSpPr>
          <p:cNvPr id="26" name="">
            <a:extLst xmlns:a="http://schemas.openxmlformats.org/drawingml/2006/main">
              <a:ext uri="{FF2B5EF4-FFF2-40B4-BE49-F238E27FC236}">
                <a16:creationId xmlns:a16="http://schemas.microsoft.com/office/drawing/2014/main" id="{EBEBD468-3CA6-42CE-9499-FD8B8754A9A4}"/>
              </a:ext>
            </a:extLst>
          </p:cNvPr>
          <p:cNvSpPr>
            <a:spLocks xmlns:a="http://schemas.openxmlformats.org/drawingml/2006/main" noGrp="1"/>
          </p:cNvSpPr>
          <p:nvPr/>
        </p:nvSpPr>
        <p:spPr>
          <a:xfrm xmlns:a="http://schemas.openxmlformats.org/drawingml/2006/main">
            <a:off x="8934450" y="3638550"/>
            <a:ext cx="21526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00" b="1" i="0">
                <a:solidFill>
                  <a:srgbClr val="FFFFFF"/>
                </a:solidFill>
                <a:latin typeface="DIN Condensed"/>
                <a:ea typeface="DIN Condensed"/>
                <a:cs typeface="DIN Condensed"/>
              </a:defRPr>
            </a:pPr>
            <a:r>
              <a:rPr sz="1800" b="1" i="0">
                <a:solidFill>
                  <a:srgbClr val="FFFFFF"/>
                </a:solidFill>
                <a:latin typeface="DIN Condensed"/>
                <a:ea typeface="DIN Condensed"/>
                <a:cs typeface="DIN Condensed"/>
              </a:rPr>
              <a:t>ITINERARIO</a:t>
            </a:r>
          </a:p>
        </p:txBody>
      </p:sp>
      <p:sp>
        <p:nvSpPr>
          <p:cNvPr id="27" name="">
            <a:extLst xmlns:a="http://schemas.openxmlformats.org/drawingml/2006/main">
              <a:ext uri="{FF2B5EF4-FFF2-40B4-BE49-F238E27FC236}">
                <a16:creationId xmlns:a16="http://schemas.microsoft.com/office/drawing/2014/main" id="{C431E6A0-5A09-45C5-B5D4-3C52966E17F0}"/>
              </a:ext>
            </a:extLst>
          </p:cNvPr>
          <p:cNvSpPr>
            <a:spLocks xmlns:a="http://schemas.openxmlformats.org/drawingml/2006/main" noGrp="1"/>
          </p:cNvSpPr>
          <p:nvPr/>
        </p:nvSpPr>
        <p:spPr>
          <a:xfrm xmlns:a="http://schemas.openxmlformats.org/drawingml/2006/main">
            <a:off x="8934450" y="4171950"/>
            <a:ext cx="21526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total + inclusión + enlace seguro</a:t>
            </a:r>
          </a:p>
        </p:txBody>
      </p:sp>
      <p:sp>
        <p:nvSpPr>
          <p:cNvPr id="28" name="">
            <a:extLst xmlns:a="http://schemas.openxmlformats.org/drawingml/2006/main">
              <a:ext uri="{FF2B5EF4-FFF2-40B4-BE49-F238E27FC236}">
                <a16:creationId xmlns:a16="http://schemas.microsoft.com/office/drawing/2014/main" id="{7DB4AD71-5D45-4168-97E0-7273EE361D2B}"/>
              </a:ext>
            </a:extLst>
          </p:cNvPr>
          <p:cNvSpPr>
            <a:spLocks xmlns:a="http://schemas.openxmlformats.org/drawingml/2006/main" noGrp="1"/>
          </p:cNvSpPr>
          <p:nvPr/>
        </p:nvSpPr>
        <p:spPr>
          <a:xfrm xmlns:a="http://schemas.openxmlformats.org/drawingml/2006/main">
            <a:off x="609600" y="5524500"/>
            <a:ext cx="10972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050" b="1" i="0">
                <a:solidFill>
                  <a:srgbClr val="FFF7EA"/>
                </a:solidFill>
                <a:latin typeface="Avenir Next"/>
                <a:ea typeface="Avenir Next"/>
                <a:cs typeface="Avenir Next"/>
              </a:defRPr>
            </a:pPr>
            <a:r>
              <a:rPr sz="1050" b="1" i="0">
                <a:solidFill>
                  <a:srgbClr val="FFF7EA"/>
                </a:solidFill>
                <a:latin typeface="Avenir Next"/>
                <a:ea typeface="Avenir Next"/>
                <a:cs typeface="Avenir Next"/>
              </a:rPr>
              <a:t>SALIDA: MASTER + 30 s + 15 s + 6 s + 4:5 + 9:16 + SUBTÍTULOS</a:t>
            </a:r>
          </a:p>
        </p:txBody>
      </p:sp>
    </p:spTree>
    <p:extLst>
      <p:ext uri="{BB962C8B-B14F-4D97-AF65-F5344CB8AC3E}">
        <p14:creationId xmlns:p14="http://schemas.microsoft.com/office/powerpoint/2010/main" val="16419997"/>
      </p:ext>
    </p:extLst>
  </p:cSld>
</p:sld>
</file>

<file path=ppt/slides/slide30.xml><?xml version="1.0" encoding="utf-8"?>
<p:sld xmlns:p="http://schemas.openxmlformats.org/presentationml/2006/main">
  <p:cSld>
    <p:bg>
      <p:bgPr>
        <a:solidFill xmlns:a="http://schemas.openxmlformats.org/drawingml/2006/main">
          <a:srgbClr val="160A22"/>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0C7D130F-5986-4050-A4E4-9C65AAACC179}"/>
              </a:ext>
            </a:extLst>
          </p:cNvPr>
          <p:cNvSpPr>
            <a:spLocks xmlns:a="http://schemas.openxmlformats.org/drawingml/2006/main" noGrp="1"/>
          </p:cNvSpPr>
          <p:nvPr/>
        </p:nvSpPr>
        <p:spPr>
          <a:xfrm xmlns:a="http://schemas.openxmlformats.org/drawingml/2006/main">
            <a:off x="0" y="0"/>
            <a:ext cx="2438400" cy="66675"/>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4C50E48-EB82-456E-A03C-89FEB268BD78}"/>
              </a:ext>
            </a:extLst>
          </p:cNvPr>
          <p:cNvSpPr>
            <a:spLocks xmlns:a="http://schemas.openxmlformats.org/drawingml/2006/main" noGrp="1"/>
          </p:cNvSpPr>
          <p:nvPr/>
        </p:nvSpPr>
        <p:spPr>
          <a:xfrm xmlns:a="http://schemas.openxmlformats.org/drawingml/2006/main">
            <a:off x="2438400" y="0"/>
            <a:ext cx="2438400" cy="66675"/>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84CE102-21D1-4D0B-A072-5CFED2ED5889}"/>
              </a:ext>
            </a:extLst>
          </p:cNvPr>
          <p:cNvSpPr>
            <a:spLocks xmlns:a="http://schemas.openxmlformats.org/drawingml/2006/main" noGrp="1"/>
          </p:cNvSpPr>
          <p:nvPr/>
        </p:nvSpPr>
        <p:spPr>
          <a:xfrm xmlns:a="http://schemas.openxmlformats.org/drawingml/2006/main">
            <a:off x="4876800" y="0"/>
            <a:ext cx="2438400" cy="66675"/>
          </a:xfrm>
          <a:prstGeom xmlns:a="http://schemas.openxmlformats.org/drawingml/2006/main" prst="rect">
            <a:avLst/>
          </a:prstGeom>
          <a:solidFill xmlns:a="http://schemas.openxmlformats.org/drawingml/2006/main">
            <a:srgbClr val="FFC92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571E857-1D95-4CB6-A3AC-16794C6F57E1}"/>
              </a:ext>
            </a:extLst>
          </p:cNvPr>
          <p:cNvSpPr>
            <a:spLocks xmlns:a="http://schemas.openxmlformats.org/drawingml/2006/main" noGrp="1"/>
          </p:cNvSpPr>
          <p:nvPr/>
        </p:nvSpPr>
        <p:spPr>
          <a:xfrm xmlns:a="http://schemas.openxmlformats.org/drawingml/2006/main">
            <a:off x="7315200" y="0"/>
            <a:ext cx="2438400" cy="66675"/>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0F93CF2-729B-46CE-BD65-045BF5F19224}"/>
              </a:ext>
            </a:extLst>
          </p:cNvPr>
          <p:cNvSpPr>
            <a:spLocks xmlns:a="http://schemas.openxmlformats.org/drawingml/2006/main" noGrp="1"/>
          </p:cNvSpPr>
          <p:nvPr/>
        </p:nvSpPr>
        <p:spPr>
          <a:xfrm xmlns:a="http://schemas.openxmlformats.org/drawingml/2006/main">
            <a:off x="9753600" y="0"/>
            <a:ext cx="2438400" cy="66675"/>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26DF9C12-0B1C-4419-9E0D-BAB8085DF3DC}"/>
              </a:ext>
            </a:extLst>
          </p:cNvPr>
          <p:cNvSpPr>
            <a:spLocks xmlns:a="http://schemas.openxmlformats.org/drawingml/2006/main" noGrp="1"/>
          </p:cNvSpPr>
          <p:nvPr/>
        </p:nvSpPr>
        <p:spPr>
          <a:xfrm xmlns:a="http://schemas.openxmlformats.org/drawingml/2006/main">
            <a:off x="609600" y="26670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FFC928"/>
                </a:solidFill>
                <a:latin typeface="Avenir Next"/>
                <a:ea typeface="Avenir Next"/>
                <a:cs typeface="Avenir Next"/>
              </a:defRPr>
            </a:pPr>
            <a:r>
              <a:rPr sz="825" b="1" i="0">
                <a:solidFill>
                  <a:srgbClr val="FFC928"/>
                </a:solidFill>
                <a:latin typeface="Avenir Next"/>
                <a:ea typeface="Avenir Next"/>
                <a:cs typeface="Avenir Next"/>
              </a:rPr>
              <a:t>PIEZAS HERO</a:t>
            </a:r>
          </a:p>
        </p:txBody>
      </p:sp>
      <p:sp>
        <p:nvSpPr>
          <p:cNvPr id="7" name="">
            <a:extLst xmlns:a="http://schemas.openxmlformats.org/drawingml/2006/main">
              <a:ext uri="{FF2B5EF4-FFF2-40B4-BE49-F238E27FC236}">
                <a16:creationId xmlns:a16="http://schemas.microsoft.com/office/drawing/2014/main" id="{C75748BA-46B5-47BD-9040-69F70169D50D}"/>
              </a:ext>
            </a:extLst>
          </p:cNvPr>
          <p:cNvSpPr>
            <a:spLocks xmlns:a="http://schemas.openxmlformats.org/drawingml/2006/main" noGrp="1"/>
          </p:cNvSpPr>
          <p:nvPr/>
        </p:nvSpPr>
        <p:spPr>
          <a:xfrm xmlns:a="http://schemas.openxmlformats.org/drawingml/2006/main">
            <a:off x="609600" y="6534150"/>
            <a:ext cx="4762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675" b="1" i="0">
                <a:solidFill>
                  <a:srgbClr val="FFFFFF">
                    <a:alpha val="52000"/>
                  </a:srgbClr>
                </a:solidFill>
                <a:latin typeface="Avenir Next"/>
                <a:ea typeface="Avenir Next"/>
                <a:cs typeface="Avenir Next"/>
              </a:defRPr>
            </a:pPr>
            <a:r>
              <a:rPr sz="675" b="1" i="0">
                <a:solidFill>
                  <a:srgbClr val="FFFFFF">
                    <a:alpha val="52000"/>
                  </a:srgbClr>
                </a:solidFill>
                <a:latin typeface="Avenir Next"/>
                <a:ea typeface="Avenir Next"/>
                <a:cs typeface="Avenir Next"/>
              </a:rPr>
              <a:t>DOCUMENTO INTERNO · PROPUESTA EN REVISIÓN</a:t>
            </a:r>
          </a:p>
        </p:txBody>
      </p:sp>
      <p:sp>
        <p:nvSpPr>
          <p:cNvPr id="8" name="">
            <a:extLst xmlns:a="http://schemas.openxmlformats.org/drawingml/2006/main">
              <a:ext uri="{FF2B5EF4-FFF2-40B4-BE49-F238E27FC236}">
                <a16:creationId xmlns:a16="http://schemas.microsoft.com/office/drawing/2014/main" id="{023E4D5B-95DD-4B9A-A6B2-4E27931C1F6C}"/>
              </a:ext>
            </a:extLst>
          </p:cNvPr>
          <p:cNvSpPr>
            <a:spLocks xmlns:a="http://schemas.openxmlformats.org/drawingml/2006/main" noGrp="1"/>
          </p:cNvSpPr>
          <p:nvPr/>
        </p:nvSpPr>
        <p:spPr>
          <a:xfrm xmlns:a="http://schemas.openxmlformats.org/drawingml/2006/main">
            <a:off x="11239500" y="6505575"/>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750" b="1" i="0">
                <a:solidFill>
                  <a:srgbClr val="FFFFFF">
                    <a:alpha val="52000"/>
                  </a:srgbClr>
                </a:solidFill>
                <a:latin typeface="Avenir Next"/>
                <a:ea typeface="Avenir Next"/>
                <a:cs typeface="Avenir Next"/>
              </a:defRPr>
            </a:pPr>
            <a:r>
              <a:rPr sz="750" b="1" i="0">
                <a:solidFill>
                  <a:srgbClr val="FFFFFF">
                    <a:alpha val="52000"/>
                  </a:srgbClr>
                </a:solidFill>
                <a:latin typeface="Avenir Next"/>
                <a:ea typeface="Avenir Next"/>
                <a:cs typeface="Avenir Next"/>
              </a:rPr>
              <a:t>30</a:t>
            </a:r>
          </a:p>
        </p:txBody>
      </p:sp>
      <p:sp>
        <p:nvSpPr>
          <p:cNvPr id="9" name="">
            <a:extLst xmlns:a="http://schemas.openxmlformats.org/drawingml/2006/main">
              <a:ext uri="{FF2B5EF4-FFF2-40B4-BE49-F238E27FC236}">
                <a16:creationId xmlns:a16="http://schemas.microsoft.com/office/drawing/2014/main" id="{F2086633-8D1C-4468-8E8F-B0C1C1320FBD}"/>
              </a:ext>
            </a:extLst>
          </p:cNvPr>
          <p:cNvSpPr>
            <a:spLocks xmlns:a="http://schemas.openxmlformats.org/drawingml/2006/main" noGrp="1"/>
          </p:cNvSpPr>
          <p:nvPr/>
        </p:nvSpPr>
        <p:spPr>
          <a:xfrm xmlns:a="http://schemas.openxmlformats.org/drawingml/2006/main">
            <a:off x="609600" y="666750"/>
            <a:ext cx="1066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E72D78"/>
                </a:solidFill>
                <a:latin typeface="Avenir Next"/>
                <a:ea typeface="Avenir Next"/>
                <a:cs typeface="Avenir Next"/>
              </a:defRPr>
            </a:pPr>
            <a:r>
              <a:rPr sz="900" b="1" i="0">
                <a:solidFill>
                  <a:srgbClr val="E72D78"/>
                </a:solidFill>
                <a:latin typeface="Avenir Next"/>
                <a:ea typeface="Avenir Next"/>
                <a:cs typeface="Avenir Next"/>
              </a:rPr>
              <a:t>PELÍCULA HERO 5</a:t>
            </a:r>
          </a:p>
        </p:txBody>
      </p:sp>
      <p:sp>
        <p:nvSpPr>
          <p:cNvPr id="10" name="">
            <a:extLst xmlns:a="http://schemas.openxmlformats.org/drawingml/2006/main">
              <a:ext uri="{FF2B5EF4-FFF2-40B4-BE49-F238E27FC236}">
                <a16:creationId xmlns:a16="http://schemas.microsoft.com/office/drawing/2014/main" id="{505865A5-1AC7-4FC6-8E74-F824A9B61E64}"/>
              </a:ext>
            </a:extLst>
          </p:cNvPr>
          <p:cNvSpPr>
            <a:spLocks xmlns:a="http://schemas.openxmlformats.org/drawingml/2006/main" noGrp="1"/>
          </p:cNvSpPr>
          <p:nvPr/>
        </p:nvSpPr>
        <p:spPr>
          <a:xfrm xmlns:a="http://schemas.openxmlformats.org/drawingml/2006/main">
            <a:off x="609600" y="990600"/>
            <a:ext cx="1066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4200" b="1" i="0">
                <a:solidFill>
                  <a:srgbClr val="FFFFFF"/>
                </a:solidFill>
                <a:latin typeface="DIN Condensed"/>
                <a:ea typeface="DIN Condensed"/>
                <a:cs typeface="DIN Condensed"/>
              </a:defRPr>
            </a:pPr>
            <a:r>
              <a:rPr sz="4200" b="1" i="0">
                <a:solidFill>
                  <a:srgbClr val="FFFFFF"/>
                </a:solidFill>
                <a:latin typeface="DIN Condensed"/>
                <a:ea typeface="DIN Condensed"/>
                <a:cs typeface="DIN Condensed"/>
              </a:rPr>
              <a:t>CINCO CAPÍTULOS</a:t>
            </a:r>
          </a:p>
        </p:txBody>
      </p:sp>
      <p:sp>
        <p:nvSpPr>
          <p:cNvPr id="11" name="">
            <a:extLst xmlns:a="http://schemas.openxmlformats.org/drawingml/2006/main">
              <a:ext uri="{FF2B5EF4-FFF2-40B4-BE49-F238E27FC236}">
                <a16:creationId xmlns:a16="http://schemas.microsoft.com/office/drawing/2014/main" id="{1FF5CBF2-8BF0-42B7-93EC-DFC8E7F62252}"/>
              </a:ext>
            </a:extLst>
          </p:cNvPr>
          <p:cNvSpPr>
            <a:spLocks xmlns:a="http://schemas.openxmlformats.org/drawingml/2006/main" noGrp="1"/>
          </p:cNvSpPr>
          <p:nvPr/>
        </p:nvSpPr>
        <p:spPr>
          <a:xfrm xmlns:a="http://schemas.openxmlformats.org/drawingml/2006/main">
            <a:off x="609600" y="182880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0" i="0">
                <a:solidFill>
                  <a:srgbClr val="FFFFFF">
                    <a:alpha val="78000"/>
                  </a:srgbClr>
                </a:solidFill>
                <a:latin typeface="Avenir Next"/>
                <a:ea typeface="Avenir Next"/>
                <a:cs typeface="Avenir Next"/>
              </a:defRPr>
            </a:pPr>
            <a:r>
              <a:rPr sz="1500" b="0" i="0">
                <a:solidFill>
                  <a:srgbClr val="FFFFFF">
                    <a:alpha val="78000"/>
                  </a:srgbClr>
                </a:solidFill>
                <a:latin typeface="Avenir Next"/>
                <a:ea typeface="Avenir Next"/>
                <a:cs typeface="Avenir Next"/>
              </a:rPr>
              <a:t>Convierte una visita nocturna en deseo de vivir cinco jornadas diferentes.</a:t>
            </a:r>
          </a:p>
        </p:txBody>
      </p:sp>
      <p:sp>
        <p:nvSpPr>
          <p:cNvPr id="12" name="">
            <a:extLst xmlns:a="http://schemas.openxmlformats.org/drawingml/2006/main">
              <a:ext uri="{FF2B5EF4-FFF2-40B4-BE49-F238E27FC236}">
                <a16:creationId xmlns:a16="http://schemas.microsoft.com/office/drawing/2014/main" id="{9A886D21-61F4-4B90-8788-3CB650EC5F6D}"/>
              </a:ext>
            </a:extLst>
          </p:cNvPr>
          <p:cNvSpPr>
            <a:spLocks xmlns:a="http://schemas.openxmlformats.org/drawingml/2006/main" noGrp="1"/>
          </p:cNvSpPr>
          <p:nvPr/>
        </p:nvSpPr>
        <p:spPr>
          <a:xfrm xmlns:a="http://schemas.openxmlformats.org/drawingml/2006/main">
            <a:off x="609600" y="2857500"/>
            <a:ext cx="1962150" cy="2247900"/>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83E8227F-83EC-4EFE-8D90-6592D6A0EA0C}"/>
              </a:ext>
            </a:extLst>
          </p:cNvPr>
          <p:cNvSpPr>
            <a:spLocks xmlns:a="http://schemas.openxmlformats.org/drawingml/2006/main" noGrp="1"/>
          </p:cNvSpPr>
          <p:nvPr/>
        </p:nvSpPr>
        <p:spPr>
          <a:xfrm xmlns:a="http://schemas.openxmlformats.org/drawingml/2006/main">
            <a:off x="762000" y="3009900"/>
            <a:ext cx="5524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773"/>
          </a:bodyPr>
          <a:lstStyle xmlns:a="http://schemas.openxmlformats.org/drawingml/2006/main"/>
          <a:p xmlns:a="http://schemas.openxmlformats.org/drawingml/2006/main">
            <a:pPr algn="l">
              <a:lnSpc>
                <a:spcPct val="105000"/>
              </a:lnSpc>
              <a:buNone/>
              <a:defRPr sz="2625" b="1" i="0">
                <a:solidFill>
                  <a:srgbClr val="FFFFFF">
                    <a:alpha val="72000"/>
                  </a:srgbClr>
                </a:solidFill>
                <a:latin typeface="DIN Condensed"/>
                <a:ea typeface="DIN Condensed"/>
                <a:cs typeface="DIN Condensed"/>
              </a:defRPr>
            </a:pPr>
            <a:r>
              <a:rPr sz="2625" b="1" i="0">
                <a:solidFill>
                  <a:srgbClr val="FFFFFF">
                    <a:alpha val="72000"/>
                  </a:srgbClr>
                </a:solidFill>
                <a:latin typeface="DIN Condensed"/>
                <a:ea typeface="DIN Condensed"/>
                <a:cs typeface="DIN Condensed"/>
              </a:rPr>
              <a:t>01</a:t>
            </a:r>
          </a:p>
        </p:txBody>
      </p:sp>
      <p:sp>
        <p:nvSpPr>
          <p:cNvPr id="14" name="">
            <a:extLst xmlns:a="http://schemas.openxmlformats.org/drawingml/2006/main">
              <a:ext uri="{FF2B5EF4-FFF2-40B4-BE49-F238E27FC236}">
                <a16:creationId xmlns:a16="http://schemas.microsoft.com/office/drawing/2014/main" id="{E2E1F65C-5EF3-4706-BF1E-698DA791D3F9}"/>
              </a:ext>
            </a:extLst>
          </p:cNvPr>
          <p:cNvSpPr>
            <a:spLocks xmlns:a="http://schemas.openxmlformats.org/drawingml/2006/main" noGrp="1"/>
          </p:cNvSpPr>
          <p:nvPr/>
        </p:nvSpPr>
        <p:spPr>
          <a:xfrm xmlns:a="http://schemas.openxmlformats.org/drawingml/2006/main">
            <a:off x="762000" y="3638550"/>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75" b="1" i="0">
                <a:solidFill>
                  <a:srgbClr val="FFFFFF"/>
                </a:solidFill>
                <a:latin typeface="DIN Condensed"/>
                <a:ea typeface="DIN Condensed"/>
                <a:cs typeface="DIN Condensed"/>
              </a:defRPr>
            </a:pPr>
            <a:r>
              <a:rPr sz="1575" b="1" i="0">
                <a:solidFill>
                  <a:srgbClr val="FFFFFF"/>
                </a:solidFill>
                <a:latin typeface="DIN Condensed"/>
                <a:ea typeface="DIN Condensed"/>
                <a:cs typeface="DIN Condensed"/>
              </a:rPr>
              <a:t>VOLVER</a:t>
            </a:r>
          </a:p>
        </p:txBody>
      </p:sp>
      <p:sp>
        <p:nvSpPr>
          <p:cNvPr id="15" name="">
            <a:extLst xmlns:a="http://schemas.openxmlformats.org/drawingml/2006/main">
              <a:ext uri="{FF2B5EF4-FFF2-40B4-BE49-F238E27FC236}">
                <a16:creationId xmlns:a16="http://schemas.microsoft.com/office/drawing/2014/main" id="{3ADBC344-0777-49CB-B206-2DFC63A35FF7}"/>
              </a:ext>
            </a:extLst>
          </p:cNvPr>
          <p:cNvSpPr>
            <a:spLocks xmlns:a="http://schemas.openxmlformats.org/drawingml/2006/main" noGrp="1"/>
          </p:cNvSpPr>
          <p:nvPr/>
        </p:nvSpPr>
        <p:spPr>
          <a:xfrm xmlns:a="http://schemas.openxmlformats.org/drawingml/2006/main">
            <a:off x="762000" y="4171950"/>
            <a:ext cx="16573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apertura y retorno</a:t>
            </a:r>
          </a:p>
        </p:txBody>
      </p:sp>
      <p:sp>
        <p:nvSpPr>
          <p:cNvPr id="16" name="">
            <a:extLst xmlns:a="http://schemas.openxmlformats.org/drawingml/2006/main">
              <a:ext uri="{FF2B5EF4-FFF2-40B4-BE49-F238E27FC236}">
                <a16:creationId xmlns:a16="http://schemas.microsoft.com/office/drawing/2014/main" id="{9885FA36-FE22-4962-BC85-F2B55C607B9F}"/>
              </a:ext>
            </a:extLst>
          </p:cNvPr>
          <p:cNvSpPr>
            <a:spLocks xmlns:a="http://schemas.openxmlformats.org/drawingml/2006/main" noGrp="1"/>
          </p:cNvSpPr>
          <p:nvPr/>
        </p:nvSpPr>
        <p:spPr>
          <a:xfrm xmlns:a="http://schemas.openxmlformats.org/drawingml/2006/main">
            <a:off x="2800350" y="2857500"/>
            <a:ext cx="1962150" cy="2247900"/>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FC9FAC98-A789-4DD2-8A68-CC8A6983A8FB}"/>
              </a:ext>
            </a:extLst>
          </p:cNvPr>
          <p:cNvSpPr>
            <a:spLocks xmlns:a="http://schemas.openxmlformats.org/drawingml/2006/main" noGrp="1"/>
          </p:cNvSpPr>
          <p:nvPr/>
        </p:nvSpPr>
        <p:spPr>
          <a:xfrm xmlns:a="http://schemas.openxmlformats.org/drawingml/2006/main">
            <a:off x="2952750" y="3009900"/>
            <a:ext cx="5524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773"/>
          </a:bodyPr>
          <a:lstStyle xmlns:a="http://schemas.openxmlformats.org/drawingml/2006/main"/>
          <a:p xmlns:a="http://schemas.openxmlformats.org/drawingml/2006/main">
            <a:pPr algn="l">
              <a:lnSpc>
                <a:spcPct val="105000"/>
              </a:lnSpc>
              <a:buNone/>
              <a:defRPr sz="2625" b="1" i="0">
                <a:solidFill>
                  <a:srgbClr val="FFFFFF">
                    <a:alpha val="72000"/>
                  </a:srgbClr>
                </a:solidFill>
                <a:latin typeface="DIN Condensed"/>
                <a:ea typeface="DIN Condensed"/>
                <a:cs typeface="DIN Condensed"/>
              </a:defRPr>
            </a:pPr>
            <a:r>
              <a:rPr sz="2625" b="1" i="0">
                <a:solidFill>
                  <a:srgbClr val="FFFFFF">
                    <a:alpha val="72000"/>
                  </a:srgbClr>
                </a:solidFill>
                <a:latin typeface="DIN Condensed"/>
                <a:ea typeface="DIN Condensed"/>
                <a:cs typeface="DIN Condensed"/>
              </a:rPr>
              <a:t>02</a:t>
            </a:r>
          </a:p>
        </p:txBody>
      </p:sp>
      <p:sp>
        <p:nvSpPr>
          <p:cNvPr id="18" name="">
            <a:extLst xmlns:a="http://schemas.openxmlformats.org/drawingml/2006/main">
              <a:ext uri="{FF2B5EF4-FFF2-40B4-BE49-F238E27FC236}">
                <a16:creationId xmlns:a16="http://schemas.microsoft.com/office/drawing/2014/main" id="{41C915EF-93FC-42D4-93CB-5D4C76D1B743}"/>
              </a:ext>
            </a:extLst>
          </p:cNvPr>
          <p:cNvSpPr>
            <a:spLocks xmlns:a="http://schemas.openxmlformats.org/drawingml/2006/main" noGrp="1"/>
          </p:cNvSpPr>
          <p:nvPr/>
        </p:nvSpPr>
        <p:spPr>
          <a:xfrm xmlns:a="http://schemas.openxmlformats.org/drawingml/2006/main">
            <a:off x="2952750" y="3638550"/>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75" b="1" i="0">
                <a:solidFill>
                  <a:srgbClr val="FFFFFF"/>
                </a:solidFill>
                <a:latin typeface="DIN Condensed"/>
                <a:ea typeface="DIN Condensed"/>
                <a:cs typeface="DIN Condensed"/>
              </a:defRPr>
            </a:pPr>
            <a:r>
              <a:rPr sz="1575" b="1" i="0">
                <a:solidFill>
                  <a:srgbClr val="FFFFFF"/>
                </a:solidFill>
                <a:latin typeface="DIN Condensed"/>
                <a:ea typeface="DIN Condensed"/>
                <a:cs typeface="DIN Condensed"/>
              </a:rPr>
              <a:t>DESCUBRIR</a:t>
            </a:r>
          </a:p>
        </p:txBody>
      </p:sp>
      <p:sp>
        <p:nvSpPr>
          <p:cNvPr id="19" name="">
            <a:extLst xmlns:a="http://schemas.openxmlformats.org/drawingml/2006/main">
              <a:ext uri="{FF2B5EF4-FFF2-40B4-BE49-F238E27FC236}">
                <a16:creationId xmlns:a16="http://schemas.microsoft.com/office/drawing/2014/main" id="{AF37646A-2BEC-4908-BE99-79C01DF41EBE}"/>
              </a:ext>
            </a:extLst>
          </p:cNvPr>
          <p:cNvSpPr>
            <a:spLocks xmlns:a="http://schemas.openxmlformats.org/drawingml/2006/main" noGrp="1"/>
          </p:cNvSpPr>
          <p:nvPr/>
        </p:nvSpPr>
        <p:spPr>
          <a:xfrm xmlns:a="http://schemas.openxmlformats.org/drawingml/2006/main">
            <a:off x="2952750" y="4171950"/>
            <a:ext cx="16573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feria y rutas</a:t>
            </a:r>
          </a:p>
        </p:txBody>
      </p:sp>
      <p:sp>
        <p:nvSpPr>
          <p:cNvPr id="20" name="">
            <a:extLst xmlns:a="http://schemas.openxmlformats.org/drawingml/2006/main">
              <a:ext uri="{FF2B5EF4-FFF2-40B4-BE49-F238E27FC236}">
                <a16:creationId xmlns:a16="http://schemas.microsoft.com/office/drawing/2014/main" id="{24B4C1F0-B0A0-498F-A17D-C3A029E31A58}"/>
              </a:ext>
            </a:extLst>
          </p:cNvPr>
          <p:cNvSpPr>
            <a:spLocks xmlns:a="http://schemas.openxmlformats.org/drawingml/2006/main" noGrp="1"/>
          </p:cNvSpPr>
          <p:nvPr/>
        </p:nvSpPr>
        <p:spPr>
          <a:xfrm xmlns:a="http://schemas.openxmlformats.org/drawingml/2006/main">
            <a:off x="4991100" y="2857500"/>
            <a:ext cx="1962150" cy="2247900"/>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74F30129-B2A1-4800-ABA6-6616E889DB20}"/>
              </a:ext>
            </a:extLst>
          </p:cNvPr>
          <p:cNvSpPr>
            <a:spLocks xmlns:a="http://schemas.openxmlformats.org/drawingml/2006/main" noGrp="1"/>
          </p:cNvSpPr>
          <p:nvPr/>
        </p:nvSpPr>
        <p:spPr>
          <a:xfrm xmlns:a="http://schemas.openxmlformats.org/drawingml/2006/main">
            <a:off x="5143500" y="3009900"/>
            <a:ext cx="5524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773"/>
          </a:bodyPr>
          <a:lstStyle xmlns:a="http://schemas.openxmlformats.org/drawingml/2006/main"/>
          <a:p xmlns:a="http://schemas.openxmlformats.org/drawingml/2006/main">
            <a:pPr algn="l">
              <a:lnSpc>
                <a:spcPct val="105000"/>
              </a:lnSpc>
              <a:buNone/>
              <a:defRPr sz="2625" b="1" i="0">
                <a:solidFill>
                  <a:srgbClr val="FFFFFF">
                    <a:alpha val="72000"/>
                  </a:srgbClr>
                </a:solidFill>
                <a:latin typeface="DIN Condensed"/>
                <a:ea typeface="DIN Condensed"/>
                <a:cs typeface="DIN Condensed"/>
              </a:defRPr>
            </a:pPr>
            <a:r>
              <a:rPr sz="2625" b="1" i="0">
                <a:solidFill>
                  <a:srgbClr val="FFFFFF">
                    <a:alpha val="72000"/>
                  </a:srgbClr>
                </a:solidFill>
                <a:latin typeface="DIN Condensed"/>
                <a:ea typeface="DIN Condensed"/>
                <a:cs typeface="DIN Condensed"/>
              </a:rPr>
              <a:t>03</a:t>
            </a:r>
          </a:p>
        </p:txBody>
      </p:sp>
      <p:sp>
        <p:nvSpPr>
          <p:cNvPr id="22" name="">
            <a:extLst xmlns:a="http://schemas.openxmlformats.org/drawingml/2006/main">
              <a:ext uri="{FF2B5EF4-FFF2-40B4-BE49-F238E27FC236}">
                <a16:creationId xmlns:a16="http://schemas.microsoft.com/office/drawing/2014/main" id="{96B5B25F-639C-4F8C-B253-CC020A6E96B0}"/>
              </a:ext>
            </a:extLst>
          </p:cNvPr>
          <p:cNvSpPr>
            <a:spLocks xmlns:a="http://schemas.openxmlformats.org/drawingml/2006/main" noGrp="1"/>
          </p:cNvSpPr>
          <p:nvPr/>
        </p:nvSpPr>
        <p:spPr>
          <a:xfrm xmlns:a="http://schemas.openxmlformats.org/drawingml/2006/main">
            <a:off x="5143500" y="3638550"/>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75" b="1" i="0">
                <a:solidFill>
                  <a:srgbClr val="FFFFFF"/>
                </a:solidFill>
                <a:latin typeface="DIN Condensed"/>
                <a:ea typeface="DIN Condensed"/>
                <a:cs typeface="DIN Condensed"/>
              </a:defRPr>
            </a:pPr>
            <a:r>
              <a:rPr sz="1575" b="1" i="0">
                <a:solidFill>
                  <a:srgbClr val="FFFFFF"/>
                </a:solidFill>
                <a:latin typeface="DIN Condensed"/>
                <a:ea typeface="DIN Condensed"/>
                <a:cs typeface="DIN Condensed"/>
              </a:rPr>
              <a:t>CANTAR</a:t>
            </a:r>
          </a:p>
        </p:txBody>
      </p:sp>
      <p:sp>
        <p:nvSpPr>
          <p:cNvPr id="23" name="">
            <a:extLst xmlns:a="http://schemas.openxmlformats.org/drawingml/2006/main">
              <a:ext uri="{FF2B5EF4-FFF2-40B4-BE49-F238E27FC236}">
                <a16:creationId xmlns:a16="http://schemas.microsoft.com/office/drawing/2014/main" id="{1D8536BC-CEE9-4959-88E7-C25953948C1C}"/>
              </a:ext>
            </a:extLst>
          </p:cNvPr>
          <p:cNvSpPr>
            <a:spLocks xmlns:a="http://schemas.openxmlformats.org/drawingml/2006/main" noGrp="1"/>
          </p:cNvSpPr>
          <p:nvPr/>
        </p:nvSpPr>
        <p:spPr>
          <a:xfrm xmlns:a="http://schemas.openxmlformats.org/drawingml/2006/main">
            <a:off x="5143500" y="4171950"/>
            <a:ext cx="16573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momento musical</a:t>
            </a:r>
          </a:p>
        </p:txBody>
      </p:sp>
      <p:sp>
        <p:nvSpPr>
          <p:cNvPr id="24" name="">
            <a:extLst xmlns:a="http://schemas.openxmlformats.org/drawingml/2006/main">
              <a:ext uri="{FF2B5EF4-FFF2-40B4-BE49-F238E27FC236}">
                <a16:creationId xmlns:a16="http://schemas.microsoft.com/office/drawing/2014/main" id="{260DAF18-CC7B-4D61-BA39-99570D93A6C3}"/>
              </a:ext>
            </a:extLst>
          </p:cNvPr>
          <p:cNvSpPr>
            <a:spLocks xmlns:a="http://schemas.openxmlformats.org/drawingml/2006/main" noGrp="1"/>
          </p:cNvSpPr>
          <p:nvPr/>
        </p:nvSpPr>
        <p:spPr>
          <a:xfrm xmlns:a="http://schemas.openxmlformats.org/drawingml/2006/main">
            <a:off x="7181850" y="2857500"/>
            <a:ext cx="1962150" cy="2247900"/>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3BE7404A-14C3-4E4B-8FEC-CCABD1C8B7DF}"/>
              </a:ext>
            </a:extLst>
          </p:cNvPr>
          <p:cNvSpPr>
            <a:spLocks xmlns:a="http://schemas.openxmlformats.org/drawingml/2006/main" noGrp="1"/>
          </p:cNvSpPr>
          <p:nvPr/>
        </p:nvSpPr>
        <p:spPr>
          <a:xfrm xmlns:a="http://schemas.openxmlformats.org/drawingml/2006/main">
            <a:off x="7334250" y="3009900"/>
            <a:ext cx="5524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773"/>
          </a:bodyPr>
          <a:lstStyle xmlns:a="http://schemas.openxmlformats.org/drawingml/2006/main"/>
          <a:p xmlns:a="http://schemas.openxmlformats.org/drawingml/2006/main">
            <a:pPr algn="l">
              <a:lnSpc>
                <a:spcPct val="105000"/>
              </a:lnSpc>
              <a:buNone/>
              <a:defRPr sz="2625" b="1" i="0">
                <a:solidFill>
                  <a:srgbClr val="FFFFFF">
                    <a:alpha val="72000"/>
                  </a:srgbClr>
                </a:solidFill>
                <a:latin typeface="DIN Condensed"/>
                <a:ea typeface="DIN Condensed"/>
                <a:cs typeface="DIN Condensed"/>
              </a:defRPr>
            </a:pPr>
            <a:r>
              <a:rPr sz="2625" b="1" i="0">
                <a:solidFill>
                  <a:srgbClr val="FFFFFF">
                    <a:alpha val="72000"/>
                  </a:srgbClr>
                </a:solidFill>
                <a:latin typeface="DIN Condensed"/>
                <a:ea typeface="DIN Condensed"/>
                <a:cs typeface="DIN Condensed"/>
              </a:rPr>
              <a:t>04</a:t>
            </a:r>
          </a:p>
        </p:txBody>
      </p:sp>
      <p:sp>
        <p:nvSpPr>
          <p:cNvPr id="26" name="">
            <a:extLst xmlns:a="http://schemas.openxmlformats.org/drawingml/2006/main">
              <a:ext uri="{FF2B5EF4-FFF2-40B4-BE49-F238E27FC236}">
                <a16:creationId xmlns:a16="http://schemas.microsoft.com/office/drawing/2014/main" id="{841E4544-DDFE-4483-9DE2-61C18EDAE35F}"/>
              </a:ext>
            </a:extLst>
          </p:cNvPr>
          <p:cNvSpPr>
            <a:spLocks xmlns:a="http://schemas.openxmlformats.org/drawingml/2006/main" noGrp="1"/>
          </p:cNvSpPr>
          <p:nvPr/>
        </p:nvSpPr>
        <p:spPr>
          <a:xfrm xmlns:a="http://schemas.openxmlformats.org/drawingml/2006/main">
            <a:off x="7334250" y="3638550"/>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75" b="1" i="0">
                <a:solidFill>
                  <a:srgbClr val="FFFFFF"/>
                </a:solidFill>
                <a:latin typeface="DIN Condensed"/>
                <a:ea typeface="DIN Condensed"/>
                <a:cs typeface="DIN Condensed"/>
              </a:defRPr>
            </a:pPr>
            <a:r>
              <a:rPr sz="1575" b="1" i="0">
                <a:solidFill>
                  <a:srgbClr val="FFFFFF"/>
                </a:solidFill>
                <a:latin typeface="DIN Condensed"/>
                <a:ea typeface="DIN Condensed"/>
                <a:cs typeface="DIN Condensed"/>
              </a:rPr>
              <a:t>COMPARTIR</a:t>
            </a:r>
          </a:p>
        </p:txBody>
      </p:sp>
      <p:sp>
        <p:nvSpPr>
          <p:cNvPr id="27" name="">
            <a:extLst xmlns:a="http://schemas.openxmlformats.org/drawingml/2006/main">
              <a:ext uri="{FF2B5EF4-FFF2-40B4-BE49-F238E27FC236}">
                <a16:creationId xmlns:a16="http://schemas.microsoft.com/office/drawing/2014/main" id="{C9C658B5-0233-49E9-80A3-FF261665F936}"/>
              </a:ext>
            </a:extLst>
          </p:cNvPr>
          <p:cNvSpPr>
            <a:spLocks xmlns:a="http://schemas.openxmlformats.org/drawingml/2006/main" noGrp="1"/>
          </p:cNvSpPr>
          <p:nvPr/>
        </p:nvSpPr>
        <p:spPr>
          <a:xfrm xmlns:a="http://schemas.openxmlformats.org/drawingml/2006/main">
            <a:off x="7334250" y="4171950"/>
            <a:ext cx="16573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familia y comunidad</a:t>
            </a:r>
          </a:p>
        </p:txBody>
      </p:sp>
      <p:sp>
        <p:nvSpPr>
          <p:cNvPr id="28" name="">
            <a:extLst xmlns:a="http://schemas.openxmlformats.org/drawingml/2006/main">
              <a:ext uri="{FF2B5EF4-FFF2-40B4-BE49-F238E27FC236}">
                <a16:creationId xmlns:a16="http://schemas.microsoft.com/office/drawing/2014/main" id="{85DFFD6A-B968-4325-B090-FFBE15C790B6}"/>
              </a:ext>
            </a:extLst>
          </p:cNvPr>
          <p:cNvSpPr>
            <a:spLocks xmlns:a="http://schemas.openxmlformats.org/drawingml/2006/main" noGrp="1"/>
          </p:cNvSpPr>
          <p:nvPr/>
        </p:nvSpPr>
        <p:spPr>
          <a:xfrm xmlns:a="http://schemas.openxmlformats.org/drawingml/2006/main">
            <a:off x="9372600" y="2857500"/>
            <a:ext cx="1962150" cy="2247900"/>
          </a:xfrm>
          <a:prstGeom xmlns:a="http://schemas.openxmlformats.org/drawingml/2006/main" prst="rect">
            <a:avLst/>
          </a:prstGeom>
          <a:solidFill xmlns:a="http://schemas.openxmlformats.org/drawingml/2006/main">
            <a:srgbClr val="2B0D3B"/>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5983CE50-EC91-40E9-9E0A-29E89C5EBE07}"/>
              </a:ext>
            </a:extLst>
          </p:cNvPr>
          <p:cNvSpPr>
            <a:spLocks xmlns:a="http://schemas.openxmlformats.org/drawingml/2006/main" noGrp="1"/>
          </p:cNvSpPr>
          <p:nvPr/>
        </p:nvSpPr>
        <p:spPr>
          <a:xfrm xmlns:a="http://schemas.openxmlformats.org/drawingml/2006/main">
            <a:off x="9525000" y="3009900"/>
            <a:ext cx="5524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773"/>
          </a:bodyPr>
          <a:lstStyle xmlns:a="http://schemas.openxmlformats.org/drawingml/2006/main"/>
          <a:p xmlns:a="http://schemas.openxmlformats.org/drawingml/2006/main">
            <a:pPr algn="l">
              <a:lnSpc>
                <a:spcPct val="105000"/>
              </a:lnSpc>
              <a:buNone/>
              <a:defRPr sz="2625" b="1" i="0">
                <a:solidFill>
                  <a:srgbClr val="FFFFFF">
                    <a:alpha val="72000"/>
                  </a:srgbClr>
                </a:solidFill>
                <a:latin typeface="DIN Condensed"/>
                <a:ea typeface="DIN Condensed"/>
                <a:cs typeface="DIN Condensed"/>
              </a:defRPr>
            </a:pPr>
            <a:r>
              <a:rPr sz="2625" b="1" i="0">
                <a:solidFill>
                  <a:srgbClr val="FFFFFF">
                    <a:alpha val="72000"/>
                  </a:srgbClr>
                </a:solidFill>
                <a:latin typeface="DIN Condensed"/>
                <a:ea typeface="DIN Condensed"/>
                <a:cs typeface="DIN Condensed"/>
              </a:rPr>
              <a:t>05</a:t>
            </a:r>
          </a:p>
        </p:txBody>
      </p:sp>
      <p:sp>
        <p:nvSpPr>
          <p:cNvPr id="30" name="">
            <a:extLst xmlns:a="http://schemas.openxmlformats.org/drawingml/2006/main">
              <a:ext uri="{FF2B5EF4-FFF2-40B4-BE49-F238E27FC236}">
                <a16:creationId xmlns:a16="http://schemas.microsoft.com/office/drawing/2014/main" id="{61579DBA-EB0E-4FBC-B679-622730921897}"/>
              </a:ext>
            </a:extLst>
          </p:cNvPr>
          <p:cNvSpPr>
            <a:spLocks xmlns:a="http://schemas.openxmlformats.org/drawingml/2006/main" noGrp="1"/>
          </p:cNvSpPr>
          <p:nvPr/>
        </p:nvSpPr>
        <p:spPr>
          <a:xfrm xmlns:a="http://schemas.openxmlformats.org/drawingml/2006/main">
            <a:off x="9525000" y="3638550"/>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75" b="1" i="0">
                <a:solidFill>
                  <a:srgbClr val="FFFFFF"/>
                </a:solidFill>
                <a:latin typeface="DIN Condensed"/>
                <a:ea typeface="DIN Condensed"/>
                <a:cs typeface="DIN Condensed"/>
              </a:defRPr>
            </a:pPr>
            <a:r>
              <a:rPr sz="1575" b="1" i="0">
                <a:solidFill>
                  <a:srgbClr val="FFFFFF"/>
                </a:solidFill>
                <a:latin typeface="DIN Condensed"/>
                <a:ea typeface="DIN Condensed"/>
                <a:cs typeface="DIN Condensed"/>
              </a:rPr>
              <a:t>RECORDAR</a:t>
            </a:r>
          </a:p>
        </p:txBody>
      </p:sp>
      <p:sp>
        <p:nvSpPr>
          <p:cNvPr id="31" name="">
            <a:extLst xmlns:a="http://schemas.openxmlformats.org/drawingml/2006/main">
              <a:ext uri="{FF2B5EF4-FFF2-40B4-BE49-F238E27FC236}">
                <a16:creationId xmlns:a16="http://schemas.microsoft.com/office/drawing/2014/main" id="{4D3D38F8-0D2E-413D-A701-4135524E401E}"/>
              </a:ext>
            </a:extLst>
          </p:cNvPr>
          <p:cNvSpPr>
            <a:spLocks xmlns:a="http://schemas.openxmlformats.org/drawingml/2006/main" noGrp="1"/>
          </p:cNvSpPr>
          <p:nvPr/>
        </p:nvSpPr>
        <p:spPr>
          <a:xfrm xmlns:a="http://schemas.openxmlformats.org/drawingml/2006/main">
            <a:off x="9525000" y="4171950"/>
            <a:ext cx="16573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colada y cierre</a:t>
            </a:r>
          </a:p>
        </p:txBody>
      </p:sp>
      <p:sp>
        <p:nvSpPr>
          <p:cNvPr id="32" name="">
            <a:extLst xmlns:a="http://schemas.openxmlformats.org/drawingml/2006/main">
              <a:ext uri="{FF2B5EF4-FFF2-40B4-BE49-F238E27FC236}">
                <a16:creationId xmlns:a16="http://schemas.microsoft.com/office/drawing/2014/main" id="{852BB00B-67D8-4BBB-8564-10B7E9B54D03}"/>
              </a:ext>
            </a:extLst>
          </p:cNvPr>
          <p:cNvSpPr>
            <a:spLocks xmlns:a="http://schemas.openxmlformats.org/drawingml/2006/main" noGrp="1"/>
          </p:cNvSpPr>
          <p:nvPr/>
        </p:nvSpPr>
        <p:spPr>
          <a:xfrm xmlns:a="http://schemas.openxmlformats.org/drawingml/2006/main">
            <a:off x="609600" y="5524500"/>
            <a:ext cx="10972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050" b="1" i="0">
                <a:solidFill>
                  <a:srgbClr val="FFF7EA"/>
                </a:solidFill>
                <a:latin typeface="Avenir Next"/>
                <a:ea typeface="Avenir Next"/>
                <a:cs typeface="Avenir Next"/>
              </a:defRPr>
            </a:pPr>
            <a:r>
              <a:rPr sz="1050" b="1" i="0">
                <a:solidFill>
                  <a:srgbClr val="FFF7EA"/>
                </a:solidFill>
                <a:latin typeface="Avenir Next"/>
                <a:ea typeface="Avenir Next"/>
                <a:cs typeface="Avenir Next"/>
              </a:rPr>
              <a:t>SALIDA: MASTER + 30 s + 15 s + 6 s + 4:5 + 9:16 + SUBTÍTULOS</a:t>
            </a:r>
          </a:p>
        </p:txBody>
      </p:sp>
    </p:spTree>
    <p:extLst>
      <p:ext uri="{BB962C8B-B14F-4D97-AF65-F5344CB8AC3E}">
        <p14:creationId xmlns:p14="http://schemas.microsoft.com/office/powerpoint/2010/main" val="365555013"/>
      </p:ext>
    </p:extLst>
  </p:cSld>
</p:sld>
</file>

<file path=ppt/slides/slide31.xml><?xml version="1.0" encoding="utf-8"?>
<p:sld xmlns:p="http://schemas.openxmlformats.org/presentationml/2006/main">
  <p:cSld>
    <p:bg>
      <p:bgPr>
        <a:solidFill xmlns:a="http://schemas.openxmlformats.org/drawingml/2006/main">
          <a:srgbClr val="FFF7EA"/>
        </a:solidFill>
      </p:bgPr>
    </p:bg>
    <p:spTree>
      <p:nvGrpSpPr>
        <p:cNvPr id="1" name=""/>
        <p:cNvGrpSpPr/>
        <p:nvPr/>
      </p:nvGrpSpPr>
      <p:grpSpPr>
        <a:xfrm xmlns:a="http://schemas.openxmlformats.org/drawingml/2006/main"/>
      </p:grpSpPr>
      <p:sp>
        <p:nvSpPr>
          <p:cNvPr id="48" name="">
            <a:extLst xmlns:a="http://schemas.openxmlformats.org/drawingml/2006/main">
              <a:ext uri="{FF2B5EF4-FFF2-40B4-BE49-F238E27FC236}">
                <a16:creationId xmlns:a16="http://schemas.microsoft.com/office/drawing/2014/main" id="{C823A0B6-E680-45A7-A604-2F8226D6885D}"/>
              </a:ext>
            </a:extLst>
          </p:cNvPr>
          <p:cNvSpPr>
            <a:spLocks xmlns:a="http://schemas.openxmlformats.org/drawingml/2006/main" noGrp="1"/>
          </p:cNvSpPr>
          <p:nvPr/>
        </p:nvSpPr>
        <p:spPr>
          <a:xfrm xmlns:a="http://schemas.openxmlformats.org/drawingml/2006/main">
            <a:off x="0" y="0"/>
            <a:ext cx="2438400" cy="66675"/>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9F012CD-C3D1-4FB5-AE6B-A0638E62E30F}"/>
              </a:ext>
            </a:extLst>
          </p:cNvPr>
          <p:cNvSpPr>
            <a:spLocks xmlns:a="http://schemas.openxmlformats.org/drawingml/2006/main" noGrp="1"/>
          </p:cNvSpPr>
          <p:nvPr/>
        </p:nvSpPr>
        <p:spPr>
          <a:xfrm xmlns:a="http://schemas.openxmlformats.org/drawingml/2006/main">
            <a:off x="2438400" y="0"/>
            <a:ext cx="2438400" cy="66675"/>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DA059D4-FBC2-4ED0-BEB1-41B40D1A36B0}"/>
              </a:ext>
            </a:extLst>
          </p:cNvPr>
          <p:cNvSpPr>
            <a:spLocks xmlns:a="http://schemas.openxmlformats.org/drawingml/2006/main" noGrp="1"/>
          </p:cNvSpPr>
          <p:nvPr/>
        </p:nvSpPr>
        <p:spPr>
          <a:xfrm xmlns:a="http://schemas.openxmlformats.org/drawingml/2006/main">
            <a:off x="4876800" y="0"/>
            <a:ext cx="2438400" cy="66675"/>
          </a:xfrm>
          <a:prstGeom xmlns:a="http://schemas.openxmlformats.org/drawingml/2006/main" prst="rect">
            <a:avLst/>
          </a:prstGeom>
          <a:solidFill xmlns:a="http://schemas.openxmlformats.org/drawingml/2006/main">
            <a:srgbClr val="FFC92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C485B22-BED8-4E68-A19C-973D6731E037}"/>
              </a:ext>
            </a:extLst>
          </p:cNvPr>
          <p:cNvSpPr>
            <a:spLocks xmlns:a="http://schemas.openxmlformats.org/drawingml/2006/main" noGrp="1"/>
          </p:cNvSpPr>
          <p:nvPr/>
        </p:nvSpPr>
        <p:spPr>
          <a:xfrm xmlns:a="http://schemas.openxmlformats.org/drawingml/2006/main">
            <a:off x="7315200" y="0"/>
            <a:ext cx="2438400" cy="66675"/>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36FEB392-DDA2-4CC8-9BF1-66DD1D2CEF61}"/>
              </a:ext>
            </a:extLst>
          </p:cNvPr>
          <p:cNvSpPr>
            <a:spLocks xmlns:a="http://schemas.openxmlformats.org/drawingml/2006/main" noGrp="1"/>
          </p:cNvSpPr>
          <p:nvPr/>
        </p:nvSpPr>
        <p:spPr>
          <a:xfrm xmlns:a="http://schemas.openxmlformats.org/drawingml/2006/main">
            <a:off x="9753600" y="0"/>
            <a:ext cx="2438400" cy="66675"/>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8AEE9154-DC26-44AB-9E49-4235BDB7DAC8}"/>
              </a:ext>
            </a:extLst>
          </p:cNvPr>
          <p:cNvSpPr>
            <a:spLocks xmlns:a="http://schemas.openxmlformats.org/drawingml/2006/main" noGrp="1"/>
          </p:cNvSpPr>
          <p:nvPr/>
        </p:nvSpPr>
        <p:spPr>
          <a:xfrm xmlns:a="http://schemas.openxmlformats.org/drawingml/2006/main">
            <a:off x="609600" y="26670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E72D78"/>
                </a:solidFill>
                <a:latin typeface="Avenir Next"/>
                <a:ea typeface="Avenir Next"/>
                <a:cs typeface="Avenir Next"/>
              </a:defRPr>
            </a:pPr>
            <a:r>
              <a:rPr sz="825" b="1" i="0">
                <a:solidFill>
                  <a:srgbClr val="E72D78"/>
                </a:solidFill>
                <a:latin typeface="Avenir Next"/>
                <a:ea typeface="Avenir Next"/>
                <a:cs typeface="Avenir Next"/>
              </a:rPr>
              <a:t>SISTEMA EDITORIAL</a:t>
            </a:r>
          </a:p>
        </p:txBody>
      </p:sp>
      <p:sp>
        <p:nvSpPr>
          <p:cNvPr id="7" name="">
            <a:extLst xmlns:a="http://schemas.openxmlformats.org/drawingml/2006/main">
              <a:ext uri="{FF2B5EF4-FFF2-40B4-BE49-F238E27FC236}">
                <a16:creationId xmlns:a16="http://schemas.microsoft.com/office/drawing/2014/main" id="{462F64F9-A3FD-45A3-8C5C-345B2859D540}"/>
              </a:ext>
            </a:extLst>
          </p:cNvPr>
          <p:cNvSpPr>
            <a:spLocks xmlns:a="http://schemas.openxmlformats.org/drawingml/2006/main" noGrp="1"/>
          </p:cNvSpPr>
          <p:nvPr/>
        </p:nvSpPr>
        <p:spPr>
          <a:xfrm xmlns:a="http://schemas.openxmlformats.org/drawingml/2006/main">
            <a:off x="609600" y="6534150"/>
            <a:ext cx="4762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675" b="1" i="0">
                <a:solidFill>
                  <a:srgbClr val="25112C">
                    <a:alpha val="55000"/>
                  </a:srgbClr>
                </a:solidFill>
                <a:latin typeface="Avenir Next"/>
                <a:ea typeface="Avenir Next"/>
                <a:cs typeface="Avenir Next"/>
              </a:defRPr>
            </a:pPr>
            <a:r>
              <a:rPr sz="675" b="1" i="0">
                <a:solidFill>
                  <a:srgbClr val="25112C">
                    <a:alpha val="55000"/>
                  </a:srgbClr>
                </a:solidFill>
                <a:latin typeface="Avenir Next"/>
                <a:ea typeface="Avenir Next"/>
                <a:cs typeface="Avenir Next"/>
              </a:rPr>
              <a:t>DOCUMENTO INTERNO · PROPUESTA EN REVISIÓN</a:t>
            </a:r>
          </a:p>
        </p:txBody>
      </p:sp>
      <p:sp>
        <p:nvSpPr>
          <p:cNvPr id="8" name="">
            <a:extLst xmlns:a="http://schemas.openxmlformats.org/drawingml/2006/main">
              <a:ext uri="{FF2B5EF4-FFF2-40B4-BE49-F238E27FC236}">
                <a16:creationId xmlns:a16="http://schemas.microsoft.com/office/drawing/2014/main" id="{543B63FE-57F1-4553-A5FA-9245199230D0}"/>
              </a:ext>
            </a:extLst>
          </p:cNvPr>
          <p:cNvSpPr>
            <a:spLocks xmlns:a="http://schemas.openxmlformats.org/drawingml/2006/main" noGrp="1"/>
          </p:cNvSpPr>
          <p:nvPr/>
        </p:nvSpPr>
        <p:spPr>
          <a:xfrm xmlns:a="http://schemas.openxmlformats.org/drawingml/2006/main">
            <a:off x="11239500" y="6505575"/>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750" b="1" i="0">
                <a:solidFill>
                  <a:srgbClr val="25112C">
                    <a:alpha val="55000"/>
                  </a:srgbClr>
                </a:solidFill>
                <a:latin typeface="Avenir Next"/>
                <a:ea typeface="Avenir Next"/>
                <a:cs typeface="Avenir Next"/>
              </a:defRPr>
            </a:pPr>
            <a:r>
              <a:rPr sz="750" b="1" i="0">
                <a:solidFill>
                  <a:srgbClr val="25112C">
                    <a:alpha val="55000"/>
                  </a:srgbClr>
                </a:solidFill>
                <a:latin typeface="Avenir Next"/>
                <a:ea typeface="Avenir Next"/>
                <a:cs typeface="Avenir Next"/>
              </a:rPr>
              <a:t>31</a:t>
            </a:r>
          </a:p>
        </p:txBody>
      </p:sp>
      <p:sp>
        <p:nvSpPr>
          <p:cNvPr id="9" name="">
            <a:extLst xmlns:a="http://schemas.openxmlformats.org/drawingml/2006/main">
              <a:ext uri="{FF2B5EF4-FFF2-40B4-BE49-F238E27FC236}">
                <a16:creationId xmlns:a16="http://schemas.microsoft.com/office/drawing/2014/main" id="{554EB3AB-0F10-46F8-8E7C-CAD633C79A50}"/>
              </a:ext>
            </a:extLst>
          </p:cNvPr>
          <p:cNvSpPr>
            <a:spLocks xmlns:a="http://schemas.openxmlformats.org/drawingml/2006/main" noGrp="1"/>
          </p:cNvSpPr>
          <p:nvPr/>
        </p:nvSpPr>
        <p:spPr>
          <a:xfrm xmlns:a="http://schemas.openxmlformats.org/drawingml/2006/main">
            <a:off x="609600" y="666750"/>
            <a:ext cx="1066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E72D78"/>
                </a:solidFill>
                <a:latin typeface="Avenir Next"/>
                <a:ea typeface="Avenir Next"/>
                <a:cs typeface="Avenir Next"/>
              </a:defRPr>
            </a:pPr>
            <a:r>
              <a:rPr sz="900" b="1" i="0">
                <a:solidFill>
                  <a:srgbClr val="E72D78"/>
                </a:solidFill>
                <a:latin typeface="Avenir Next"/>
                <a:ea typeface="Avenir Next"/>
                <a:cs typeface="Avenir Next"/>
              </a:rPr>
              <a:t>CONTENIDO CONECTADO</a:t>
            </a:r>
          </a:p>
        </p:txBody>
      </p:sp>
      <p:sp>
        <p:nvSpPr>
          <p:cNvPr id="10" name="">
            <a:extLst xmlns:a="http://schemas.openxmlformats.org/drawingml/2006/main">
              <a:ext uri="{FF2B5EF4-FFF2-40B4-BE49-F238E27FC236}">
                <a16:creationId xmlns:a16="http://schemas.microsoft.com/office/drawing/2014/main" id="{11E163F6-B904-4FEF-BD46-D19FA25F61E1}"/>
              </a:ext>
            </a:extLst>
          </p:cNvPr>
          <p:cNvSpPr>
            <a:spLocks xmlns:a="http://schemas.openxmlformats.org/drawingml/2006/main" noGrp="1"/>
          </p:cNvSpPr>
          <p:nvPr/>
        </p:nvSpPr>
        <p:spPr>
          <a:xfrm xmlns:a="http://schemas.openxmlformats.org/drawingml/2006/main">
            <a:off x="609600" y="990600"/>
            <a:ext cx="1066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4050" b="1" i="0">
                <a:solidFill>
                  <a:srgbClr val="25112C"/>
                </a:solidFill>
                <a:latin typeface="DIN Condensed"/>
                <a:ea typeface="DIN Condensed"/>
                <a:cs typeface="DIN Condensed"/>
              </a:defRPr>
            </a:pPr>
            <a:r>
              <a:rPr sz="4050" b="1" i="0">
                <a:solidFill>
                  <a:srgbClr val="25112C"/>
                </a:solidFill>
                <a:latin typeface="DIN Condensed"/>
                <a:ea typeface="DIN Condensed"/>
                <a:cs typeface="DIN Condensed"/>
              </a:rPr>
              <a:t>Seis pilares públicos. Diecisiete paquetes detrás.</a:t>
            </a:r>
          </a:p>
        </p:txBody>
      </p:sp>
      <p:sp>
        <p:nvSpPr>
          <p:cNvPr id="11" name="">
            <a:extLst xmlns:a="http://schemas.openxmlformats.org/drawingml/2006/main">
              <a:ext uri="{FF2B5EF4-FFF2-40B4-BE49-F238E27FC236}">
                <a16:creationId xmlns:a16="http://schemas.microsoft.com/office/drawing/2014/main" id="{439B7D1E-5700-45D7-9205-D7E39AC511AD}"/>
              </a:ext>
            </a:extLst>
          </p:cNvPr>
          <p:cNvSpPr>
            <a:spLocks xmlns:a="http://schemas.openxmlformats.org/drawingml/2006/main" noGrp="1"/>
          </p:cNvSpPr>
          <p:nvPr/>
        </p:nvSpPr>
        <p:spPr>
          <a:xfrm xmlns:a="http://schemas.openxmlformats.org/drawingml/2006/main">
            <a:off x="609600" y="182880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0" i="0">
                <a:solidFill>
                  <a:srgbClr val="6D6470"/>
                </a:solidFill>
                <a:latin typeface="Avenir Next"/>
                <a:ea typeface="Avenir Next"/>
                <a:cs typeface="Avenir Next"/>
              </a:defRPr>
            </a:pPr>
            <a:r>
              <a:rPr sz="1500" b="0" i="0">
                <a:solidFill>
                  <a:srgbClr val="6D6470"/>
                </a:solidFill>
                <a:latin typeface="Avenir Next"/>
                <a:ea typeface="Avenir Next"/>
                <a:cs typeface="Avenir Next"/>
              </a:rPr>
              <a:t>Los paquetes agrupan tareas históricas en entregables con dueño, fuente, aprobación y cierre medible.</a:t>
            </a:r>
          </a:p>
        </p:txBody>
      </p:sp>
      <p:sp>
        <p:nvSpPr>
          <p:cNvPr id="12" name="">
            <a:extLst xmlns:a="http://schemas.openxmlformats.org/drawingml/2006/main">
              <a:ext uri="{FF2B5EF4-FFF2-40B4-BE49-F238E27FC236}">
                <a16:creationId xmlns:a16="http://schemas.microsoft.com/office/drawing/2014/main" id="{6F93327C-0B88-4DB1-8811-22D70340188C}"/>
              </a:ext>
            </a:extLst>
          </p:cNvPr>
          <p:cNvSpPr>
            <a:spLocks xmlns:a="http://schemas.openxmlformats.org/drawingml/2006/main" noGrp="1"/>
          </p:cNvSpPr>
          <p:nvPr/>
        </p:nvSpPr>
        <p:spPr>
          <a:xfrm xmlns:a="http://schemas.openxmlformats.org/drawingml/2006/main">
            <a:off x="609600" y="2781300"/>
            <a:ext cx="1600200" cy="2838450"/>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239B1D87-D69A-4C4D-A13C-8F08FB608728}"/>
              </a:ext>
            </a:extLst>
          </p:cNvPr>
          <p:cNvSpPr>
            <a:spLocks xmlns:a="http://schemas.openxmlformats.org/drawingml/2006/main" noGrp="1"/>
          </p:cNvSpPr>
          <p:nvPr/>
        </p:nvSpPr>
        <p:spPr>
          <a:xfrm xmlns:a="http://schemas.openxmlformats.org/drawingml/2006/main">
            <a:off x="742950" y="3028950"/>
            <a:ext cx="1333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1" i="0">
                <a:solidFill>
                  <a:srgbClr val="FFFFFF"/>
                </a:solidFill>
                <a:latin typeface="DIN Condensed"/>
                <a:ea typeface="DIN Condensed"/>
                <a:cs typeface="DIN Condensed"/>
              </a:defRPr>
            </a:pPr>
            <a:r>
              <a:rPr sz="1650" b="1" i="0">
                <a:solidFill>
                  <a:srgbClr val="FFFFFF"/>
                </a:solidFill>
                <a:latin typeface="DIN Condensed"/>
                <a:ea typeface="DIN Condensed"/>
                <a:cs typeface="DIN Condensed"/>
              </a:rPr>
              <a:t>MEMORIA</a:t>
            </a:r>
          </a:p>
        </p:txBody>
      </p:sp>
      <p:sp>
        <p:nvSpPr>
          <p:cNvPr id="14" name="">
            <a:extLst xmlns:a="http://schemas.openxmlformats.org/drawingml/2006/main">
              <a:ext uri="{FF2B5EF4-FFF2-40B4-BE49-F238E27FC236}">
                <a16:creationId xmlns:a16="http://schemas.microsoft.com/office/drawing/2014/main" id="{863AEA0C-E0EB-4D07-8C50-D9362C7A99D8}"/>
              </a:ext>
            </a:extLst>
          </p:cNvPr>
          <p:cNvSpPr>
            <a:spLocks xmlns:a="http://schemas.openxmlformats.org/drawingml/2006/main" noGrp="1"/>
          </p:cNvSpPr>
          <p:nvPr/>
        </p:nvSpPr>
        <p:spPr>
          <a:xfrm xmlns:a="http://schemas.openxmlformats.org/drawingml/2006/main">
            <a:off x="742950" y="3733800"/>
            <a:ext cx="1333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675" b="1" i="0">
                <a:solidFill>
                  <a:srgbClr val="FFFFFF">
                    <a:alpha val="65000"/>
                  </a:srgbClr>
                </a:solidFill>
                <a:latin typeface="Avenir Next"/>
                <a:ea typeface="Avenir Next"/>
                <a:cs typeface="Avenir Next"/>
              </a:defRPr>
            </a:pPr>
            <a:r>
              <a:rPr sz="675" b="1" i="0">
                <a:solidFill>
                  <a:srgbClr val="FFFFFF">
                    <a:alpha val="65000"/>
                  </a:srgbClr>
                </a:solidFill>
                <a:latin typeface="Avenir Next"/>
                <a:ea typeface="Avenir Next"/>
                <a:cs typeface="Avenir Next"/>
              </a:rPr>
              <a:t>PÚBLICO</a:t>
            </a:r>
          </a:p>
        </p:txBody>
      </p:sp>
      <p:sp>
        <p:nvSpPr>
          <p:cNvPr id="15" name="">
            <a:extLst xmlns:a="http://schemas.openxmlformats.org/drawingml/2006/main">
              <a:ext uri="{FF2B5EF4-FFF2-40B4-BE49-F238E27FC236}">
                <a16:creationId xmlns:a16="http://schemas.microsoft.com/office/drawing/2014/main" id="{3A334B79-0163-4157-B71E-7B4DD92BB56F}"/>
              </a:ext>
            </a:extLst>
          </p:cNvPr>
          <p:cNvSpPr>
            <a:spLocks xmlns:a="http://schemas.openxmlformats.org/drawingml/2006/main" noGrp="1"/>
          </p:cNvSpPr>
          <p:nvPr/>
        </p:nvSpPr>
        <p:spPr>
          <a:xfrm xmlns:a="http://schemas.openxmlformats.org/drawingml/2006/main">
            <a:off x="742950" y="4000500"/>
            <a:ext cx="1333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FFFFFF"/>
                </a:solidFill>
                <a:latin typeface="Avenir Next"/>
                <a:ea typeface="Avenir Next"/>
                <a:cs typeface="Avenir Next"/>
              </a:defRPr>
            </a:pPr>
            <a:r>
              <a:rPr sz="900" b="1" i="0">
                <a:solidFill>
                  <a:srgbClr val="FFFFFF"/>
                </a:solidFill>
                <a:latin typeface="Avenir Next"/>
                <a:ea typeface="Avenir Next"/>
                <a:cs typeface="Avenir Next"/>
              </a:rPr>
              <a:t>regreso · identidad</a:t>
            </a:r>
          </a:p>
        </p:txBody>
      </p:sp>
      <p:sp>
        <p:nvSpPr>
          <p:cNvPr id="16" name="">
            <a:extLst xmlns:a="http://schemas.openxmlformats.org/drawingml/2006/main">
              <a:ext uri="{FF2B5EF4-FFF2-40B4-BE49-F238E27FC236}">
                <a16:creationId xmlns:a16="http://schemas.microsoft.com/office/drawing/2014/main" id="{1774090E-7FA5-4F6D-AC41-57F6CED486EE}"/>
              </a:ext>
            </a:extLst>
          </p:cNvPr>
          <p:cNvSpPr>
            <a:spLocks xmlns:a="http://schemas.openxmlformats.org/drawingml/2006/main" noGrp="1"/>
          </p:cNvSpPr>
          <p:nvPr/>
        </p:nvSpPr>
        <p:spPr>
          <a:xfrm xmlns:a="http://schemas.openxmlformats.org/drawingml/2006/main">
            <a:off x="742950" y="4762500"/>
            <a:ext cx="1333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675" b="1" i="0">
                <a:solidFill>
                  <a:srgbClr val="FFFFFF">
                    <a:alpha val="65000"/>
                  </a:srgbClr>
                </a:solidFill>
                <a:latin typeface="Avenir Next"/>
                <a:ea typeface="Avenir Next"/>
                <a:cs typeface="Avenir Next"/>
              </a:defRPr>
            </a:pPr>
            <a:r>
              <a:rPr sz="675" b="1" i="0">
                <a:solidFill>
                  <a:srgbClr val="FFFFFF">
                    <a:alpha val="65000"/>
                  </a:srgbClr>
                </a:solidFill>
                <a:latin typeface="Avenir Next"/>
                <a:ea typeface="Avenir Next"/>
                <a:cs typeface="Avenir Next"/>
              </a:rPr>
              <a:t>SE ALIMENTA DE</a:t>
            </a:r>
          </a:p>
        </p:txBody>
      </p:sp>
      <p:sp>
        <p:nvSpPr>
          <p:cNvPr id="17" name="">
            <a:extLst xmlns:a="http://schemas.openxmlformats.org/drawingml/2006/main">
              <a:ext uri="{FF2B5EF4-FFF2-40B4-BE49-F238E27FC236}">
                <a16:creationId xmlns:a16="http://schemas.microsoft.com/office/drawing/2014/main" id="{3770289E-44AF-4346-AC8A-9C9B273B2A09}"/>
              </a:ext>
            </a:extLst>
          </p:cNvPr>
          <p:cNvSpPr>
            <a:spLocks xmlns:a="http://schemas.openxmlformats.org/drawingml/2006/main" noGrp="1"/>
          </p:cNvSpPr>
          <p:nvPr/>
        </p:nvSpPr>
        <p:spPr>
          <a:xfrm xmlns:a="http://schemas.openxmlformats.org/drawingml/2006/main">
            <a:off x="742950" y="5029200"/>
            <a:ext cx="133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FFFFFF"/>
                </a:solidFill>
                <a:latin typeface="Avenir Next"/>
                <a:ea typeface="Avenir Next"/>
                <a:cs typeface="Avenir Next"/>
              </a:defRPr>
            </a:pPr>
            <a:r>
              <a:rPr sz="825" b="1" i="0">
                <a:solidFill>
                  <a:srgbClr val="FFFFFF"/>
                </a:solidFill>
                <a:latin typeface="Avenir Next"/>
                <a:ea typeface="Avenir Next"/>
                <a:cs typeface="Avenir Next"/>
              </a:rPr>
              <a:t>marca + archivo + cultura</a:t>
            </a:r>
          </a:p>
        </p:txBody>
      </p:sp>
      <p:sp>
        <p:nvSpPr>
          <p:cNvPr id="18" name="">
            <a:extLst xmlns:a="http://schemas.openxmlformats.org/drawingml/2006/main">
              <a:ext uri="{FF2B5EF4-FFF2-40B4-BE49-F238E27FC236}">
                <a16:creationId xmlns:a16="http://schemas.microsoft.com/office/drawing/2014/main" id="{1FF655CA-2FD0-4043-9165-22CEDF0C5410}"/>
              </a:ext>
            </a:extLst>
          </p:cNvPr>
          <p:cNvSpPr>
            <a:spLocks xmlns:a="http://schemas.openxmlformats.org/drawingml/2006/main" noGrp="1"/>
          </p:cNvSpPr>
          <p:nvPr/>
        </p:nvSpPr>
        <p:spPr>
          <a:xfrm xmlns:a="http://schemas.openxmlformats.org/drawingml/2006/main">
            <a:off x="2438400" y="2781300"/>
            <a:ext cx="1600200" cy="2838450"/>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5EE4BA8D-82CB-47A6-8387-A57557F91AF8}"/>
              </a:ext>
            </a:extLst>
          </p:cNvPr>
          <p:cNvSpPr>
            <a:spLocks xmlns:a="http://schemas.openxmlformats.org/drawingml/2006/main" noGrp="1"/>
          </p:cNvSpPr>
          <p:nvPr/>
        </p:nvSpPr>
        <p:spPr>
          <a:xfrm xmlns:a="http://schemas.openxmlformats.org/drawingml/2006/main">
            <a:off x="2571750" y="3028950"/>
            <a:ext cx="1333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1" i="0">
                <a:solidFill>
                  <a:srgbClr val="FFFFFF"/>
                </a:solidFill>
                <a:latin typeface="DIN Condensed"/>
                <a:ea typeface="DIN Condensed"/>
                <a:cs typeface="DIN Condensed"/>
              </a:defRPr>
            </a:pPr>
            <a:r>
              <a:rPr sz="1650" b="1" i="0">
                <a:solidFill>
                  <a:srgbClr val="FFFFFF"/>
                </a:solidFill>
                <a:latin typeface="DIN Condensed"/>
                <a:ea typeface="DIN Condensed"/>
                <a:cs typeface="DIN Condensed"/>
              </a:rPr>
              <a:t>FERIA</a:t>
            </a:r>
          </a:p>
        </p:txBody>
      </p:sp>
      <p:sp>
        <p:nvSpPr>
          <p:cNvPr id="20" name="">
            <a:extLst xmlns:a="http://schemas.openxmlformats.org/drawingml/2006/main">
              <a:ext uri="{FF2B5EF4-FFF2-40B4-BE49-F238E27FC236}">
                <a16:creationId xmlns:a16="http://schemas.microsoft.com/office/drawing/2014/main" id="{DB9DECAB-4276-48E9-8F39-2F7354564633}"/>
              </a:ext>
            </a:extLst>
          </p:cNvPr>
          <p:cNvSpPr>
            <a:spLocks xmlns:a="http://schemas.openxmlformats.org/drawingml/2006/main" noGrp="1"/>
          </p:cNvSpPr>
          <p:nvPr/>
        </p:nvSpPr>
        <p:spPr>
          <a:xfrm xmlns:a="http://schemas.openxmlformats.org/drawingml/2006/main">
            <a:off x="2571750" y="3733800"/>
            <a:ext cx="1333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675" b="1" i="0">
                <a:solidFill>
                  <a:srgbClr val="FFFFFF">
                    <a:alpha val="65000"/>
                  </a:srgbClr>
                </a:solidFill>
                <a:latin typeface="Avenir Next"/>
                <a:ea typeface="Avenir Next"/>
                <a:cs typeface="Avenir Next"/>
              </a:defRPr>
            </a:pPr>
            <a:r>
              <a:rPr sz="675" b="1" i="0">
                <a:solidFill>
                  <a:srgbClr val="FFFFFF">
                    <a:alpha val="65000"/>
                  </a:srgbClr>
                </a:solidFill>
                <a:latin typeface="Avenir Next"/>
                <a:ea typeface="Avenir Next"/>
                <a:cs typeface="Avenir Next"/>
              </a:rPr>
              <a:t>PÚBLICO</a:t>
            </a:r>
          </a:p>
        </p:txBody>
      </p:sp>
      <p:sp>
        <p:nvSpPr>
          <p:cNvPr id="21" name="">
            <a:extLst xmlns:a="http://schemas.openxmlformats.org/drawingml/2006/main">
              <a:ext uri="{FF2B5EF4-FFF2-40B4-BE49-F238E27FC236}">
                <a16:creationId xmlns:a16="http://schemas.microsoft.com/office/drawing/2014/main" id="{423F3EA3-F4EB-40CD-B913-F9FB8274BFEA}"/>
              </a:ext>
            </a:extLst>
          </p:cNvPr>
          <p:cNvSpPr>
            <a:spLocks xmlns:a="http://schemas.openxmlformats.org/drawingml/2006/main" noGrp="1"/>
          </p:cNvSpPr>
          <p:nvPr/>
        </p:nvSpPr>
        <p:spPr>
          <a:xfrm xmlns:a="http://schemas.openxmlformats.org/drawingml/2006/main">
            <a:off x="2571750" y="4000500"/>
            <a:ext cx="1333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FFFFFF"/>
                </a:solidFill>
                <a:latin typeface="Avenir Next"/>
                <a:ea typeface="Avenir Next"/>
                <a:cs typeface="Avenir Next"/>
              </a:defRPr>
            </a:pPr>
            <a:r>
              <a:rPr sz="900" b="1" i="0">
                <a:solidFill>
                  <a:srgbClr val="FFFFFF"/>
                </a:solidFill>
                <a:latin typeface="Avenir Next"/>
                <a:ea typeface="Avenir Next"/>
                <a:cs typeface="Avenir Next"/>
              </a:rPr>
              <a:t>expositores · rutas</a:t>
            </a:r>
          </a:p>
        </p:txBody>
      </p:sp>
      <p:sp>
        <p:nvSpPr>
          <p:cNvPr id="22" name="">
            <a:extLst xmlns:a="http://schemas.openxmlformats.org/drawingml/2006/main">
              <a:ext uri="{FF2B5EF4-FFF2-40B4-BE49-F238E27FC236}">
                <a16:creationId xmlns:a16="http://schemas.microsoft.com/office/drawing/2014/main" id="{8A838351-2130-4B25-8D96-ED37B0EE5A95}"/>
              </a:ext>
            </a:extLst>
          </p:cNvPr>
          <p:cNvSpPr>
            <a:spLocks xmlns:a="http://schemas.openxmlformats.org/drawingml/2006/main" noGrp="1"/>
          </p:cNvSpPr>
          <p:nvPr/>
        </p:nvSpPr>
        <p:spPr>
          <a:xfrm xmlns:a="http://schemas.openxmlformats.org/drawingml/2006/main">
            <a:off x="2571750" y="4762500"/>
            <a:ext cx="1333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675" b="1" i="0">
                <a:solidFill>
                  <a:srgbClr val="FFFFFF">
                    <a:alpha val="65000"/>
                  </a:srgbClr>
                </a:solidFill>
                <a:latin typeface="Avenir Next"/>
                <a:ea typeface="Avenir Next"/>
                <a:cs typeface="Avenir Next"/>
              </a:defRPr>
            </a:pPr>
            <a:r>
              <a:rPr sz="675" b="1" i="0">
                <a:solidFill>
                  <a:srgbClr val="FFFFFF">
                    <a:alpha val="65000"/>
                  </a:srgbClr>
                </a:solidFill>
                <a:latin typeface="Avenir Next"/>
                <a:ea typeface="Avenir Next"/>
                <a:cs typeface="Avenir Next"/>
              </a:rPr>
              <a:t>SE ALIMENTA DE</a:t>
            </a:r>
          </a:p>
        </p:txBody>
      </p:sp>
      <p:sp>
        <p:nvSpPr>
          <p:cNvPr id="23" name="">
            <a:extLst xmlns:a="http://schemas.openxmlformats.org/drawingml/2006/main">
              <a:ext uri="{FF2B5EF4-FFF2-40B4-BE49-F238E27FC236}">
                <a16:creationId xmlns:a16="http://schemas.microsoft.com/office/drawing/2014/main" id="{49AC6114-ECE9-4886-A275-71E41A0826D8}"/>
              </a:ext>
            </a:extLst>
          </p:cNvPr>
          <p:cNvSpPr>
            <a:spLocks xmlns:a="http://schemas.openxmlformats.org/drawingml/2006/main" noGrp="1"/>
          </p:cNvSpPr>
          <p:nvPr/>
        </p:nvSpPr>
        <p:spPr>
          <a:xfrm xmlns:a="http://schemas.openxmlformats.org/drawingml/2006/main">
            <a:off x="2571750" y="5029200"/>
            <a:ext cx="133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FFFFFF"/>
                </a:solidFill>
                <a:latin typeface="Avenir Next"/>
                <a:ea typeface="Avenir Next"/>
                <a:cs typeface="Avenir Next"/>
              </a:defRPr>
            </a:pPr>
            <a:r>
              <a:rPr sz="825" b="1" i="0">
                <a:solidFill>
                  <a:srgbClr val="FFFFFF"/>
                </a:solidFill>
                <a:latin typeface="Avenir Next"/>
                <a:ea typeface="Avenir Next"/>
                <a:cs typeface="Avenir Next"/>
              </a:rPr>
              <a:t>comercial + operación</a:t>
            </a:r>
          </a:p>
        </p:txBody>
      </p:sp>
      <p:sp>
        <p:nvSpPr>
          <p:cNvPr id="24" name="">
            <a:extLst xmlns:a="http://schemas.openxmlformats.org/drawingml/2006/main">
              <a:ext uri="{FF2B5EF4-FFF2-40B4-BE49-F238E27FC236}">
                <a16:creationId xmlns:a16="http://schemas.microsoft.com/office/drawing/2014/main" id="{DE3C32D3-2596-44AD-A3D9-A6E42778B099}"/>
              </a:ext>
            </a:extLst>
          </p:cNvPr>
          <p:cNvSpPr>
            <a:spLocks xmlns:a="http://schemas.openxmlformats.org/drawingml/2006/main" noGrp="1"/>
          </p:cNvSpPr>
          <p:nvPr/>
        </p:nvSpPr>
        <p:spPr>
          <a:xfrm xmlns:a="http://schemas.openxmlformats.org/drawingml/2006/main">
            <a:off x="4267200" y="2781300"/>
            <a:ext cx="1600200" cy="2838450"/>
          </a:xfrm>
          <a:prstGeom xmlns:a="http://schemas.openxmlformats.org/drawingml/2006/main" prst="rect">
            <a:avLst/>
          </a:prstGeom>
          <a:solidFill xmlns:a="http://schemas.openxmlformats.org/drawingml/2006/main">
            <a:srgbClr val="FFC928"/>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ED6846A9-0030-4163-81A6-90A2B8644CFC}"/>
              </a:ext>
            </a:extLst>
          </p:cNvPr>
          <p:cNvSpPr>
            <a:spLocks xmlns:a="http://schemas.openxmlformats.org/drawingml/2006/main" noGrp="1"/>
          </p:cNvSpPr>
          <p:nvPr/>
        </p:nvSpPr>
        <p:spPr>
          <a:xfrm xmlns:a="http://schemas.openxmlformats.org/drawingml/2006/main">
            <a:off x="4400550" y="3028950"/>
            <a:ext cx="1333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1" i="0">
                <a:solidFill>
                  <a:srgbClr val="FFFFFF"/>
                </a:solidFill>
                <a:latin typeface="DIN Condensed"/>
                <a:ea typeface="DIN Condensed"/>
                <a:cs typeface="DIN Condensed"/>
              </a:defRPr>
            </a:pPr>
            <a:r>
              <a:rPr sz="1650" b="1" i="0">
                <a:solidFill>
                  <a:srgbClr val="FFFFFF"/>
                </a:solidFill>
                <a:latin typeface="DIN Condensed"/>
                <a:ea typeface="DIN Condensed"/>
                <a:cs typeface="DIN Condensed"/>
              </a:rPr>
              <a:t>FAMILIA</a:t>
            </a:r>
          </a:p>
        </p:txBody>
      </p:sp>
      <p:sp>
        <p:nvSpPr>
          <p:cNvPr id="26" name="">
            <a:extLst xmlns:a="http://schemas.openxmlformats.org/drawingml/2006/main">
              <a:ext uri="{FF2B5EF4-FFF2-40B4-BE49-F238E27FC236}">
                <a16:creationId xmlns:a16="http://schemas.microsoft.com/office/drawing/2014/main" id="{4046B91A-9511-43FF-B1AB-092FC447F2F6}"/>
              </a:ext>
            </a:extLst>
          </p:cNvPr>
          <p:cNvSpPr>
            <a:spLocks xmlns:a="http://schemas.openxmlformats.org/drawingml/2006/main" noGrp="1"/>
          </p:cNvSpPr>
          <p:nvPr/>
        </p:nvSpPr>
        <p:spPr>
          <a:xfrm xmlns:a="http://schemas.openxmlformats.org/drawingml/2006/main">
            <a:off x="4400550" y="3733800"/>
            <a:ext cx="1333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675" b="1" i="0">
                <a:solidFill>
                  <a:srgbClr val="FFFFFF">
                    <a:alpha val="65000"/>
                  </a:srgbClr>
                </a:solidFill>
                <a:latin typeface="Avenir Next"/>
                <a:ea typeface="Avenir Next"/>
                <a:cs typeface="Avenir Next"/>
              </a:defRPr>
            </a:pPr>
            <a:r>
              <a:rPr sz="675" b="1" i="0">
                <a:solidFill>
                  <a:srgbClr val="FFFFFF">
                    <a:alpha val="65000"/>
                  </a:srgbClr>
                </a:solidFill>
                <a:latin typeface="Avenir Next"/>
                <a:ea typeface="Avenir Next"/>
                <a:cs typeface="Avenir Next"/>
              </a:rPr>
              <a:t>PÚBLICO</a:t>
            </a:r>
          </a:p>
        </p:txBody>
      </p:sp>
      <p:sp>
        <p:nvSpPr>
          <p:cNvPr id="27" name="">
            <a:extLst xmlns:a="http://schemas.openxmlformats.org/drawingml/2006/main">
              <a:ext uri="{FF2B5EF4-FFF2-40B4-BE49-F238E27FC236}">
                <a16:creationId xmlns:a16="http://schemas.microsoft.com/office/drawing/2014/main" id="{756D21A3-BB7B-4FAA-939D-FAA95572F216}"/>
              </a:ext>
            </a:extLst>
          </p:cNvPr>
          <p:cNvSpPr>
            <a:spLocks xmlns:a="http://schemas.openxmlformats.org/drawingml/2006/main" noGrp="1"/>
          </p:cNvSpPr>
          <p:nvPr/>
        </p:nvSpPr>
        <p:spPr>
          <a:xfrm xmlns:a="http://schemas.openxmlformats.org/drawingml/2006/main">
            <a:off x="4400550" y="4000500"/>
            <a:ext cx="1333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FFFFFF"/>
                </a:solidFill>
                <a:latin typeface="Avenir Next"/>
                <a:ea typeface="Avenir Next"/>
                <a:cs typeface="Avenir Next"/>
              </a:defRPr>
            </a:pPr>
            <a:r>
              <a:rPr sz="900" b="1" i="0">
                <a:solidFill>
                  <a:srgbClr val="FFFFFF"/>
                </a:solidFill>
                <a:latin typeface="Avenir Next"/>
                <a:ea typeface="Avenir Next"/>
                <a:cs typeface="Avenir Next"/>
              </a:rPr>
              <a:t>atractivos · permanencia</a:t>
            </a:r>
          </a:p>
        </p:txBody>
      </p:sp>
      <p:sp>
        <p:nvSpPr>
          <p:cNvPr id="28" name="">
            <a:extLst xmlns:a="http://schemas.openxmlformats.org/drawingml/2006/main">
              <a:ext uri="{FF2B5EF4-FFF2-40B4-BE49-F238E27FC236}">
                <a16:creationId xmlns:a16="http://schemas.microsoft.com/office/drawing/2014/main" id="{43D24BF0-6850-4C7A-BDC2-EA9B7881A25A}"/>
              </a:ext>
            </a:extLst>
          </p:cNvPr>
          <p:cNvSpPr>
            <a:spLocks xmlns:a="http://schemas.openxmlformats.org/drawingml/2006/main" noGrp="1"/>
          </p:cNvSpPr>
          <p:nvPr/>
        </p:nvSpPr>
        <p:spPr>
          <a:xfrm xmlns:a="http://schemas.openxmlformats.org/drawingml/2006/main">
            <a:off x="4400550" y="4762500"/>
            <a:ext cx="1333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675" b="1" i="0">
                <a:solidFill>
                  <a:srgbClr val="FFFFFF">
                    <a:alpha val="65000"/>
                  </a:srgbClr>
                </a:solidFill>
                <a:latin typeface="Avenir Next"/>
                <a:ea typeface="Avenir Next"/>
                <a:cs typeface="Avenir Next"/>
              </a:defRPr>
            </a:pPr>
            <a:r>
              <a:rPr sz="675" b="1" i="0">
                <a:solidFill>
                  <a:srgbClr val="FFFFFF">
                    <a:alpha val="65000"/>
                  </a:srgbClr>
                </a:solidFill>
                <a:latin typeface="Avenir Next"/>
                <a:ea typeface="Avenir Next"/>
                <a:cs typeface="Avenir Next"/>
              </a:rPr>
              <a:t>SE ALIMENTA DE</a:t>
            </a:r>
          </a:p>
        </p:txBody>
      </p:sp>
      <p:sp>
        <p:nvSpPr>
          <p:cNvPr id="29" name="">
            <a:extLst xmlns:a="http://schemas.openxmlformats.org/drawingml/2006/main">
              <a:ext uri="{FF2B5EF4-FFF2-40B4-BE49-F238E27FC236}">
                <a16:creationId xmlns:a16="http://schemas.microsoft.com/office/drawing/2014/main" id="{4FE46DF8-FFDD-4C53-87D8-9CEC3E86866D}"/>
              </a:ext>
            </a:extLst>
          </p:cNvPr>
          <p:cNvSpPr>
            <a:spLocks xmlns:a="http://schemas.openxmlformats.org/drawingml/2006/main" noGrp="1"/>
          </p:cNvSpPr>
          <p:nvPr/>
        </p:nvSpPr>
        <p:spPr>
          <a:xfrm xmlns:a="http://schemas.openxmlformats.org/drawingml/2006/main">
            <a:off x="4400550" y="5029200"/>
            <a:ext cx="133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FFFFFF"/>
                </a:solidFill>
                <a:latin typeface="Avenir Next"/>
                <a:ea typeface="Avenir Next"/>
                <a:cs typeface="Avenir Next"/>
              </a:defRPr>
            </a:pPr>
            <a:r>
              <a:rPr sz="825" b="1" i="0">
                <a:solidFill>
                  <a:srgbClr val="FFFFFF"/>
                </a:solidFill>
                <a:latin typeface="Avenir Next"/>
                <a:ea typeface="Avenir Next"/>
                <a:cs typeface="Avenir Next"/>
              </a:rPr>
              <a:t>experiencia + seguridad</a:t>
            </a:r>
          </a:p>
        </p:txBody>
      </p:sp>
      <p:sp>
        <p:nvSpPr>
          <p:cNvPr id="30" name="">
            <a:extLst xmlns:a="http://schemas.openxmlformats.org/drawingml/2006/main">
              <a:ext uri="{FF2B5EF4-FFF2-40B4-BE49-F238E27FC236}">
                <a16:creationId xmlns:a16="http://schemas.microsoft.com/office/drawing/2014/main" id="{74D1248C-9B88-47B2-A97A-6D7F687D53CF}"/>
              </a:ext>
            </a:extLst>
          </p:cNvPr>
          <p:cNvSpPr>
            <a:spLocks xmlns:a="http://schemas.openxmlformats.org/drawingml/2006/main" noGrp="1"/>
          </p:cNvSpPr>
          <p:nvPr/>
        </p:nvSpPr>
        <p:spPr>
          <a:xfrm xmlns:a="http://schemas.openxmlformats.org/drawingml/2006/main">
            <a:off x="6096000" y="2781300"/>
            <a:ext cx="1600200" cy="2838450"/>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FB70DAD0-271B-442F-9706-121201B58B01}"/>
              </a:ext>
            </a:extLst>
          </p:cNvPr>
          <p:cNvSpPr>
            <a:spLocks xmlns:a="http://schemas.openxmlformats.org/drawingml/2006/main" noGrp="1"/>
          </p:cNvSpPr>
          <p:nvPr/>
        </p:nvSpPr>
        <p:spPr>
          <a:xfrm xmlns:a="http://schemas.openxmlformats.org/drawingml/2006/main">
            <a:off x="6229350" y="3028950"/>
            <a:ext cx="1333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1" i="0">
                <a:solidFill>
                  <a:srgbClr val="FFFFFF"/>
                </a:solidFill>
                <a:latin typeface="DIN Condensed"/>
                <a:ea typeface="DIN Condensed"/>
                <a:cs typeface="DIN Condensed"/>
              </a:defRPr>
            </a:pPr>
            <a:r>
              <a:rPr sz="1650" b="1" i="0">
                <a:solidFill>
                  <a:srgbClr val="FFFFFF"/>
                </a:solidFill>
                <a:latin typeface="DIN Condensed"/>
                <a:ea typeface="DIN Condensed"/>
                <a:cs typeface="DIN Condensed"/>
              </a:rPr>
              <a:t>MÚSICA</a:t>
            </a:r>
          </a:p>
        </p:txBody>
      </p:sp>
      <p:sp>
        <p:nvSpPr>
          <p:cNvPr id="32" name="">
            <a:extLst xmlns:a="http://schemas.openxmlformats.org/drawingml/2006/main">
              <a:ext uri="{FF2B5EF4-FFF2-40B4-BE49-F238E27FC236}">
                <a16:creationId xmlns:a16="http://schemas.microsoft.com/office/drawing/2014/main" id="{6A25B05D-D01E-48E4-A648-2DFE30DBAE30}"/>
              </a:ext>
            </a:extLst>
          </p:cNvPr>
          <p:cNvSpPr>
            <a:spLocks xmlns:a="http://schemas.openxmlformats.org/drawingml/2006/main" noGrp="1"/>
          </p:cNvSpPr>
          <p:nvPr/>
        </p:nvSpPr>
        <p:spPr>
          <a:xfrm xmlns:a="http://schemas.openxmlformats.org/drawingml/2006/main">
            <a:off x="6229350" y="3733800"/>
            <a:ext cx="1333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675" b="1" i="0">
                <a:solidFill>
                  <a:srgbClr val="FFFFFF">
                    <a:alpha val="65000"/>
                  </a:srgbClr>
                </a:solidFill>
                <a:latin typeface="Avenir Next"/>
                <a:ea typeface="Avenir Next"/>
                <a:cs typeface="Avenir Next"/>
              </a:defRPr>
            </a:pPr>
            <a:r>
              <a:rPr sz="675" b="1" i="0">
                <a:solidFill>
                  <a:srgbClr val="FFFFFF">
                    <a:alpha val="65000"/>
                  </a:srgbClr>
                </a:solidFill>
                <a:latin typeface="Avenir Next"/>
                <a:ea typeface="Avenir Next"/>
                <a:cs typeface="Avenir Next"/>
              </a:rPr>
              <a:t>PÚBLICO</a:t>
            </a:r>
          </a:p>
        </p:txBody>
      </p:sp>
      <p:sp>
        <p:nvSpPr>
          <p:cNvPr id="33" name="">
            <a:extLst xmlns:a="http://schemas.openxmlformats.org/drawingml/2006/main">
              <a:ext uri="{FF2B5EF4-FFF2-40B4-BE49-F238E27FC236}">
                <a16:creationId xmlns:a16="http://schemas.microsoft.com/office/drawing/2014/main" id="{C6514516-5610-4119-B433-A0E15AEA1686}"/>
              </a:ext>
            </a:extLst>
          </p:cNvPr>
          <p:cNvSpPr>
            <a:spLocks xmlns:a="http://schemas.openxmlformats.org/drawingml/2006/main" noGrp="1"/>
          </p:cNvSpPr>
          <p:nvPr/>
        </p:nvSpPr>
        <p:spPr>
          <a:xfrm xmlns:a="http://schemas.openxmlformats.org/drawingml/2006/main">
            <a:off x="6229350" y="4000500"/>
            <a:ext cx="1333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FFFFFF"/>
                </a:solidFill>
                <a:latin typeface="Avenir Next"/>
                <a:ea typeface="Avenir Next"/>
                <a:cs typeface="Avenir Next"/>
              </a:defRPr>
            </a:pPr>
            <a:r>
              <a:rPr sz="900" b="1" i="0">
                <a:solidFill>
                  <a:srgbClr val="FFFFFF"/>
                </a:solidFill>
                <a:latin typeface="Avenir Next"/>
                <a:ea typeface="Avenir Next"/>
                <a:cs typeface="Avenir Next"/>
              </a:rPr>
              <a:t>revelación · noche</a:t>
            </a:r>
          </a:p>
        </p:txBody>
      </p:sp>
      <p:sp>
        <p:nvSpPr>
          <p:cNvPr id="34" name="">
            <a:extLst xmlns:a="http://schemas.openxmlformats.org/drawingml/2006/main">
              <a:ext uri="{FF2B5EF4-FFF2-40B4-BE49-F238E27FC236}">
                <a16:creationId xmlns:a16="http://schemas.microsoft.com/office/drawing/2014/main" id="{44D4A18F-7189-4E31-89A4-36C241637928}"/>
              </a:ext>
            </a:extLst>
          </p:cNvPr>
          <p:cNvSpPr>
            <a:spLocks xmlns:a="http://schemas.openxmlformats.org/drawingml/2006/main" noGrp="1"/>
          </p:cNvSpPr>
          <p:nvPr/>
        </p:nvSpPr>
        <p:spPr>
          <a:xfrm xmlns:a="http://schemas.openxmlformats.org/drawingml/2006/main">
            <a:off x="6229350" y="4762500"/>
            <a:ext cx="1333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675" b="1" i="0">
                <a:solidFill>
                  <a:srgbClr val="FFFFFF">
                    <a:alpha val="65000"/>
                  </a:srgbClr>
                </a:solidFill>
                <a:latin typeface="Avenir Next"/>
                <a:ea typeface="Avenir Next"/>
                <a:cs typeface="Avenir Next"/>
              </a:defRPr>
            </a:pPr>
            <a:r>
              <a:rPr sz="675" b="1" i="0">
                <a:solidFill>
                  <a:srgbClr val="FFFFFF">
                    <a:alpha val="65000"/>
                  </a:srgbClr>
                </a:solidFill>
                <a:latin typeface="Avenir Next"/>
                <a:ea typeface="Avenir Next"/>
                <a:cs typeface="Avenir Next"/>
              </a:rPr>
              <a:t>SE ALIMENTA DE</a:t>
            </a:r>
          </a:p>
        </p:txBody>
      </p:sp>
      <p:sp>
        <p:nvSpPr>
          <p:cNvPr id="35" name="">
            <a:extLst xmlns:a="http://schemas.openxmlformats.org/drawingml/2006/main">
              <a:ext uri="{FF2B5EF4-FFF2-40B4-BE49-F238E27FC236}">
                <a16:creationId xmlns:a16="http://schemas.microsoft.com/office/drawing/2014/main" id="{AD49852E-B45F-41BB-9DF7-DE2C6F7EB916}"/>
              </a:ext>
            </a:extLst>
          </p:cNvPr>
          <p:cNvSpPr>
            <a:spLocks xmlns:a="http://schemas.openxmlformats.org/drawingml/2006/main" noGrp="1"/>
          </p:cNvSpPr>
          <p:nvPr/>
        </p:nvSpPr>
        <p:spPr>
          <a:xfrm xmlns:a="http://schemas.openxmlformats.org/drawingml/2006/main">
            <a:off x="6229350" y="5029200"/>
            <a:ext cx="133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FFFFFF"/>
                </a:solidFill>
                <a:latin typeface="Avenir Next"/>
                <a:ea typeface="Avenir Next"/>
                <a:cs typeface="Avenir Next"/>
              </a:defRPr>
            </a:pPr>
            <a:r>
              <a:rPr sz="825" b="1" i="0">
                <a:solidFill>
                  <a:srgbClr val="FFFFFF"/>
                </a:solidFill>
                <a:latin typeface="Avenir Next"/>
                <a:ea typeface="Avenir Next"/>
                <a:cs typeface="Avenir Next"/>
              </a:rPr>
              <a:t>programación + derechos</a:t>
            </a:r>
          </a:p>
        </p:txBody>
      </p:sp>
      <p:sp>
        <p:nvSpPr>
          <p:cNvPr id="36" name="">
            <a:extLst xmlns:a="http://schemas.openxmlformats.org/drawingml/2006/main">
              <a:ext uri="{FF2B5EF4-FFF2-40B4-BE49-F238E27FC236}">
                <a16:creationId xmlns:a16="http://schemas.microsoft.com/office/drawing/2014/main" id="{497BA858-D0AA-45D6-9840-FD1D4CC9A83D}"/>
              </a:ext>
            </a:extLst>
          </p:cNvPr>
          <p:cNvSpPr>
            <a:spLocks xmlns:a="http://schemas.openxmlformats.org/drawingml/2006/main" noGrp="1"/>
          </p:cNvSpPr>
          <p:nvPr/>
        </p:nvSpPr>
        <p:spPr>
          <a:xfrm xmlns:a="http://schemas.openxmlformats.org/drawingml/2006/main">
            <a:off x="7924800" y="2781300"/>
            <a:ext cx="1600200" cy="2838450"/>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01522C5D-FF65-4348-886F-CB086A5C9392}"/>
              </a:ext>
            </a:extLst>
          </p:cNvPr>
          <p:cNvSpPr>
            <a:spLocks xmlns:a="http://schemas.openxmlformats.org/drawingml/2006/main" noGrp="1"/>
          </p:cNvSpPr>
          <p:nvPr/>
        </p:nvSpPr>
        <p:spPr>
          <a:xfrm xmlns:a="http://schemas.openxmlformats.org/drawingml/2006/main">
            <a:off x="8058150" y="3028950"/>
            <a:ext cx="1333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1" i="0">
                <a:solidFill>
                  <a:srgbClr val="FFFFFF"/>
                </a:solidFill>
                <a:latin typeface="DIN Condensed"/>
                <a:ea typeface="DIN Condensed"/>
                <a:cs typeface="DIN Condensed"/>
              </a:defRPr>
            </a:pPr>
            <a:r>
              <a:rPr sz="1650" b="1" i="0">
                <a:solidFill>
                  <a:srgbClr val="FFFFFF"/>
                </a:solidFill>
                <a:latin typeface="DIN Condensed"/>
                <a:ea typeface="DIN Condensed"/>
                <a:cs typeface="DIN Condensed"/>
              </a:rPr>
              <a:t>UTILIDAD</a:t>
            </a:r>
          </a:p>
        </p:txBody>
      </p:sp>
      <p:sp>
        <p:nvSpPr>
          <p:cNvPr id="38" name="">
            <a:extLst xmlns:a="http://schemas.openxmlformats.org/drawingml/2006/main">
              <a:ext uri="{FF2B5EF4-FFF2-40B4-BE49-F238E27FC236}">
                <a16:creationId xmlns:a16="http://schemas.microsoft.com/office/drawing/2014/main" id="{397D6222-EF6F-434A-B2A2-53A7F9C8E708}"/>
              </a:ext>
            </a:extLst>
          </p:cNvPr>
          <p:cNvSpPr>
            <a:spLocks xmlns:a="http://schemas.openxmlformats.org/drawingml/2006/main" noGrp="1"/>
          </p:cNvSpPr>
          <p:nvPr/>
        </p:nvSpPr>
        <p:spPr>
          <a:xfrm xmlns:a="http://schemas.openxmlformats.org/drawingml/2006/main">
            <a:off x="8058150" y="3733800"/>
            <a:ext cx="1333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675" b="1" i="0">
                <a:solidFill>
                  <a:srgbClr val="FFFFFF">
                    <a:alpha val="65000"/>
                  </a:srgbClr>
                </a:solidFill>
                <a:latin typeface="Avenir Next"/>
                <a:ea typeface="Avenir Next"/>
                <a:cs typeface="Avenir Next"/>
              </a:defRPr>
            </a:pPr>
            <a:r>
              <a:rPr sz="675" b="1" i="0">
                <a:solidFill>
                  <a:srgbClr val="FFFFFF">
                    <a:alpha val="65000"/>
                  </a:srgbClr>
                </a:solidFill>
                <a:latin typeface="Avenir Next"/>
                <a:ea typeface="Avenir Next"/>
                <a:cs typeface="Avenir Next"/>
              </a:rPr>
              <a:t>PÚBLICO</a:t>
            </a:r>
          </a:p>
        </p:txBody>
      </p:sp>
      <p:sp>
        <p:nvSpPr>
          <p:cNvPr id="39" name="">
            <a:extLst xmlns:a="http://schemas.openxmlformats.org/drawingml/2006/main">
              <a:ext uri="{FF2B5EF4-FFF2-40B4-BE49-F238E27FC236}">
                <a16:creationId xmlns:a16="http://schemas.microsoft.com/office/drawing/2014/main" id="{B7E1AEBF-1FC4-4084-BDEC-7707BA03D632}"/>
              </a:ext>
            </a:extLst>
          </p:cNvPr>
          <p:cNvSpPr>
            <a:spLocks xmlns:a="http://schemas.openxmlformats.org/drawingml/2006/main" noGrp="1"/>
          </p:cNvSpPr>
          <p:nvPr/>
        </p:nvSpPr>
        <p:spPr>
          <a:xfrm xmlns:a="http://schemas.openxmlformats.org/drawingml/2006/main">
            <a:off x="8058150" y="4000500"/>
            <a:ext cx="1333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FFFFFF"/>
                </a:solidFill>
                <a:latin typeface="Avenir Next"/>
                <a:ea typeface="Avenir Next"/>
                <a:cs typeface="Avenir Next"/>
              </a:defRPr>
            </a:pPr>
            <a:r>
              <a:rPr sz="900" b="1" i="0">
                <a:solidFill>
                  <a:srgbClr val="FFFFFF"/>
                </a:solidFill>
                <a:latin typeface="Avenir Next"/>
                <a:ea typeface="Avenir Next"/>
                <a:cs typeface="Avenir Next"/>
              </a:rPr>
              <a:t>mapa · accesos · movilidad y parqueaderos</a:t>
            </a:r>
          </a:p>
        </p:txBody>
      </p:sp>
      <p:sp>
        <p:nvSpPr>
          <p:cNvPr id="40" name="">
            <a:extLst xmlns:a="http://schemas.openxmlformats.org/drawingml/2006/main">
              <a:ext uri="{FF2B5EF4-FFF2-40B4-BE49-F238E27FC236}">
                <a16:creationId xmlns:a16="http://schemas.microsoft.com/office/drawing/2014/main" id="{E69FD1E0-9AC4-44AA-AE47-FAF444FDD0D7}"/>
              </a:ext>
            </a:extLst>
          </p:cNvPr>
          <p:cNvSpPr>
            <a:spLocks xmlns:a="http://schemas.openxmlformats.org/drawingml/2006/main" noGrp="1"/>
          </p:cNvSpPr>
          <p:nvPr/>
        </p:nvSpPr>
        <p:spPr>
          <a:xfrm xmlns:a="http://schemas.openxmlformats.org/drawingml/2006/main">
            <a:off x="8058150" y="4762500"/>
            <a:ext cx="1333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675" b="1" i="0">
                <a:solidFill>
                  <a:srgbClr val="FFFFFF">
                    <a:alpha val="65000"/>
                  </a:srgbClr>
                </a:solidFill>
                <a:latin typeface="Avenir Next"/>
                <a:ea typeface="Avenir Next"/>
                <a:cs typeface="Avenir Next"/>
              </a:defRPr>
            </a:pPr>
            <a:r>
              <a:rPr sz="675" b="1" i="0">
                <a:solidFill>
                  <a:srgbClr val="FFFFFF">
                    <a:alpha val="65000"/>
                  </a:srgbClr>
                </a:solidFill>
                <a:latin typeface="Avenir Next"/>
                <a:ea typeface="Avenir Next"/>
                <a:cs typeface="Avenir Next"/>
              </a:rPr>
              <a:t>SE ALIMENTA DE</a:t>
            </a:r>
          </a:p>
        </p:txBody>
      </p:sp>
      <p:sp>
        <p:nvSpPr>
          <p:cNvPr id="41" name="">
            <a:extLst xmlns:a="http://schemas.openxmlformats.org/drawingml/2006/main">
              <a:ext uri="{FF2B5EF4-FFF2-40B4-BE49-F238E27FC236}">
                <a16:creationId xmlns:a16="http://schemas.microsoft.com/office/drawing/2014/main" id="{25DB650E-33BB-4488-833B-1EED4D9AA316}"/>
              </a:ext>
            </a:extLst>
          </p:cNvPr>
          <p:cNvSpPr>
            <a:spLocks xmlns:a="http://schemas.openxmlformats.org/drawingml/2006/main" noGrp="1"/>
          </p:cNvSpPr>
          <p:nvPr/>
        </p:nvSpPr>
        <p:spPr>
          <a:xfrm xmlns:a="http://schemas.openxmlformats.org/drawingml/2006/main">
            <a:off x="8058150" y="5029200"/>
            <a:ext cx="133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FFFFFF"/>
                </a:solidFill>
                <a:latin typeface="Avenir Next"/>
                <a:ea typeface="Avenir Next"/>
                <a:cs typeface="Avenir Next"/>
              </a:defRPr>
            </a:pPr>
            <a:r>
              <a:rPr sz="825" b="1" i="0">
                <a:solidFill>
                  <a:srgbClr val="FFFFFF"/>
                </a:solidFill>
                <a:latin typeface="Avenir Next"/>
                <a:ea typeface="Avenir Next"/>
                <a:cs typeface="Avenir Next"/>
              </a:rPr>
              <a:t>servicio + tecnología</a:t>
            </a:r>
          </a:p>
        </p:txBody>
      </p:sp>
      <p:sp>
        <p:nvSpPr>
          <p:cNvPr id="42" name="">
            <a:extLst xmlns:a="http://schemas.openxmlformats.org/drawingml/2006/main">
              <a:ext uri="{FF2B5EF4-FFF2-40B4-BE49-F238E27FC236}">
                <a16:creationId xmlns:a16="http://schemas.microsoft.com/office/drawing/2014/main" id="{78EEFCFE-9F13-4FDB-8FD4-9278AA76B2E5}"/>
              </a:ext>
            </a:extLst>
          </p:cNvPr>
          <p:cNvSpPr>
            <a:spLocks xmlns:a="http://schemas.openxmlformats.org/drawingml/2006/main" noGrp="1"/>
          </p:cNvSpPr>
          <p:nvPr/>
        </p:nvSpPr>
        <p:spPr>
          <a:xfrm xmlns:a="http://schemas.openxmlformats.org/drawingml/2006/main">
            <a:off x="9753600" y="2781300"/>
            <a:ext cx="1600200" cy="2838450"/>
          </a:xfrm>
          <a:prstGeom xmlns:a="http://schemas.openxmlformats.org/drawingml/2006/main" prst="rect">
            <a:avLst/>
          </a:prstGeom>
          <a:solidFill xmlns:a="http://schemas.openxmlformats.org/drawingml/2006/main">
            <a:srgbClr val="2B0D3B"/>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F4F6BCCF-4D4A-4528-830D-94BE1BCA38B0}"/>
              </a:ext>
            </a:extLst>
          </p:cNvPr>
          <p:cNvSpPr>
            <a:spLocks xmlns:a="http://schemas.openxmlformats.org/drawingml/2006/main" noGrp="1"/>
          </p:cNvSpPr>
          <p:nvPr/>
        </p:nvSpPr>
        <p:spPr>
          <a:xfrm xmlns:a="http://schemas.openxmlformats.org/drawingml/2006/main">
            <a:off x="9886950" y="3028950"/>
            <a:ext cx="1333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1" i="0">
                <a:solidFill>
                  <a:srgbClr val="FFFFFF"/>
                </a:solidFill>
                <a:latin typeface="DIN Condensed"/>
                <a:ea typeface="DIN Condensed"/>
                <a:cs typeface="DIN Condensed"/>
              </a:defRPr>
            </a:pPr>
            <a:r>
              <a:rPr sz="1650" b="1" i="0">
                <a:solidFill>
                  <a:srgbClr val="FFFFFF"/>
                </a:solidFill>
                <a:latin typeface="DIN Condensed"/>
                <a:ea typeface="DIN Condensed"/>
                <a:cs typeface="DIN Condensed"/>
              </a:rPr>
              <a:t>COMUNIDAD</a:t>
            </a:r>
          </a:p>
        </p:txBody>
      </p:sp>
      <p:sp>
        <p:nvSpPr>
          <p:cNvPr id="44" name="">
            <a:extLst xmlns:a="http://schemas.openxmlformats.org/drawingml/2006/main">
              <a:ext uri="{FF2B5EF4-FFF2-40B4-BE49-F238E27FC236}">
                <a16:creationId xmlns:a16="http://schemas.microsoft.com/office/drawing/2014/main" id="{3478A2A6-D413-4F3A-B204-FE52E7371FA8}"/>
              </a:ext>
            </a:extLst>
          </p:cNvPr>
          <p:cNvSpPr>
            <a:spLocks xmlns:a="http://schemas.openxmlformats.org/drawingml/2006/main" noGrp="1"/>
          </p:cNvSpPr>
          <p:nvPr/>
        </p:nvSpPr>
        <p:spPr>
          <a:xfrm xmlns:a="http://schemas.openxmlformats.org/drawingml/2006/main">
            <a:off x="9886950" y="3733800"/>
            <a:ext cx="1333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675" b="1" i="0">
                <a:solidFill>
                  <a:srgbClr val="FFFFFF">
                    <a:alpha val="65000"/>
                  </a:srgbClr>
                </a:solidFill>
                <a:latin typeface="Avenir Next"/>
                <a:ea typeface="Avenir Next"/>
                <a:cs typeface="Avenir Next"/>
              </a:defRPr>
            </a:pPr>
            <a:r>
              <a:rPr sz="675" b="1" i="0">
                <a:solidFill>
                  <a:srgbClr val="FFFFFF">
                    <a:alpha val="65000"/>
                  </a:srgbClr>
                </a:solidFill>
                <a:latin typeface="Avenir Next"/>
                <a:ea typeface="Avenir Next"/>
                <a:cs typeface="Avenir Next"/>
              </a:rPr>
              <a:t>PÚBLICO</a:t>
            </a:r>
          </a:p>
        </p:txBody>
      </p:sp>
      <p:sp>
        <p:nvSpPr>
          <p:cNvPr id="45" name="">
            <a:extLst xmlns:a="http://schemas.openxmlformats.org/drawingml/2006/main">
              <a:ext uri="{FF2B5EF4-FFF2-40B4-BE49-F238E27FC236}">
                <a16:creationId xmlns:a16="http://schemas.microsoft.com/office/drawing/2014/main" id="{4A8C208C-9A5B-4A79-894E-B3CF8995D2B6}"/>
              </a:ext>
            </a:extLst>
          </p:cNvPr>
          <p:cNvSpPr>
            <a:spLocks xmlns:a="http://schemas.openxmlformats.org/drawingml/2006/main" noGrp="1"/>
          </p:cNvSpPr>
          <p:nvPr/>
        </p:nvSpPr>
        <p:spPr>
          <a:xfrm xmlns:a="http://schemas.openxmlformats.org/drawingml/2006/main">
            <a:off x="9886950" y="4000500"/>
            <a:ext cx="1333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FFFFFF"/>
                </a:solidFill>
                <a:latin typeface="Avenir Next"/>
                <a:ea typeface="Avenir Next"/>
                <a:cs typeface="Avenir Next"/>
              </a:defRPr>
            </a:pPr>
            <a:r>
              <a:rPr sz="900" b="1" i="0">
                <a:solidFill>
                  <a:srgbClr val="FFFFFF"/>
                </a:solidFill>
                <a:latin typeface="Avenir Next"/>
                <a:ea typeface="Avenir Next"/>
                <a:cs typeface="Avenir Next"/>
              </a:rPr>
              <a:t>creadores · aliados</a:t>
            </a:r>
          </a:p>
        </p:txBody>
      </p:sp>
      <p:sp>
        <p:nvSpPr>
          <p:cNvPr id="46" name="">
            <a:extLst xmlns:a="http://schemas.openxmlformats.org/drawingml/2006/main">
              <a:ext uri="{FF2B5EF4-FFF2-40B4-BE49-F238E27FC236}">
                <a16:creationId xmlns:a16="http://schemas.microsoft.com/office/drawing/2014/main" id="{E7BEED4E-29E6-4DA8-A8C4-8C563EF9874B}"/>
              </a:ext>
            </a:extLst>
          </p:cNvPr>
          <p:cNvSpPr>
            <a:spLocks xmlns:a="http://schemas.openxmlformats.org/drawingml/2006/main" noGrp="1"/>
          </p:cNvSpPr>
          <p:nvPr/>
        </p:nvSpPr>
        <p:spPr>
          <a:xfrm xmlns:a="http://schemas.openxmlformats.org/drawingml/2006/main">
            <a:off x="9886950" y="4762500"/>
            <a:ext cx="1333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675" b="1" i="0">
                <a:solidFill>
                  <a:srgbClr val="FFFFFF">
                    <a:alpha val="65000"/>
                  </a:srgbClr>
                </a:solidFill>
                <a:latin typeface="Avenir Next"/>
                <a:ea typeface="Avenir Next"/>
                <a:cs typeface="Avenir Next"/>
              </a:defRPr>
            </a:pPr>
            <a:r>
              <a:rPr sz="675" b="1" i="0">
                <a:solidFill>
                  <a:srgbClr val="FFFFFF">
                    <a:alpha val="65000"/>
                  </a:srgbClr>
                </a:solidFill>
                <a:latin typeface="Avenir Next"/>
                <a:ea typeface="Avenir Next"/>
                <a:cs typeface="Avenir Next"/>
              </a:rPr>
              <a:t>SE ALIMENTA DE</a:t>
            </a:r>
          </a:p>
        </p:txBody>
      </p:sp>
      <p:sp>
        <p:nvSpPr>
          <p:cNvPr id="47" name="">
            <a:extLst xmlns:a="http://schemas.openxmlformats.org/drawingml/2006/main">
              <a:ext uri="{FF2B5EF4-FFF2-40B4-BE49-F238E27FC236}">
                <a16:creationId xmlns:a16="http://schemas.microsoft.com/office/drawing/2014/main" id="{301E1E93-E5C4-43E8-8DD6-A0872B73AC97}"/>
              </a:ext>
            </a:extLst>
          </p:cNvPr>
          <p:cNvSpPr>
            <a:spLocks xmlns:a="http://schemas.openxmlformats.org/drawingml/2006/main" noGrp="1"/>
          </p:cNvSpPr>
          <p:nvPr/>
        </p:nvSpPr>
        <p:spPr>
          <a:xfrm xmlns:a="http://schemas.openxmlformats.org/drawingml/2006/main">
            <a:off x="9886950" y="5029200"/>
            <a:ext cx="133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FFFFFF"/>
                </a:solidFill>
                <a:latin typeface="Avenir Next"/>
                <a:ea typeface="Avenir Next"/>
                <a:cs typeface="Avenir Next"/>
              </a:defRPr>
            </a:pPr>
            <a:r>
              <a:rPr sz="825" b="1" i="0">
                <a:solidFill>
                  <a:srgbClr val="FFFFFF"/>
                </a:solidFill>
                <a:latin typeface="Avenir Next"/>
                <a:ea typeface="Avenir Next"/>
                <a:cs typeface="Avenir Next"/>
              </a:rPr>
              <a:t>comunicación + relaciones públicas</a:t>
            </a:r>
          </a:p>
        </p:txBody>
      </p:sp>
    </p:spTree>
    <p:extLst>
      <p:ext uri="{BB962C8B-B14F-4D97-AF65-F5344CB8AC3E}">
        <p14:creationId xmlns:p14="http://schemas.microsoft.com/office/powerpoint/2010/main" val="545773163"/>
      </p:ext>
    </p:extLst>
  </p:cSld>
</p:sld>
</file>

<file path=ppt/slides/slide32.xml><?xml version="1.0" encoding="utf-8"?>
<p:sld xmlns:p="http://schemas.openxmlformats.org/presentationml/2006/main">
  <p:cSld>
    <p:bg>
      <p:bgPr>
        <a:solidFill xmlns:a="http://schemas.openxmlformats.org/drawingml/2006/main">
          <a:srgbClr val="160A22"/>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9ABDC56B-F7E8-48B6-9D99-A0865D44DA9B}"/>
              </a:ext>
            </a:extLst>
          </p:cNvPr>
          <p:cNvSpPr>
            <a:spLocks xmlns:a="http://schemas.openxmlformats.org/drawingml/2006/main" noGrp="1"/>
          </p:cNvSpPr>
          <p:nvPr/>
        </p:nvSpPr>
        <p:spPr>
          <a:xfrm xmlns:a="http://schemas.openxmlformats.org/drawingml/2006/main">
            <a:off x="0" y="0"/>
            <a:ext cx="2438400" cy="66675"/>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BD1D349-AA16-4C1A-81D3-18607E4DFF47}"/>
              </a:ext>
            </a:extLst>
          </p:cNvPr>
          <p:cNvSpPr>
            <a:spLocks xmlns:a="http://schemas.openxmlformats.org/drawingml/2006/main" noGrp="1"/>
          </p:cNvSpPr>
          <p:nvPr/>
        </p:nvSpPr>
        <p:spPr>
          <a:xfrm xmlns:a="http://schemas.openxmlformats.org/drawingml/2006/main">
            <a:off x="2438400" y="0"/>
            <a:ext cx="2438400" cy="66675"/>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75A0CE4-0345-475E-9F81-626ECF7E29EA}"/>
              </a:ext>
            </a:extLst>
          </p:cNvPr>
          <p:cNvSpPr>
            <a:spLocks xmlns:a="http://schemas.openxmlformats.org/drawingml/2006/main" noGrp="1"/>
          </p:cNvSpPr>
          <p:nvPr/>
        </p:nvSpPr>
        <p:spPr>
          <a:xfrm xmlns:a="http://schemas.openxmlformats.org/drawingml/2006/main">
            <a:off x="4876800" y="0"/>
            <a:ext cx="2438400" cy="66675"/>
          </a:xfrm>
          <a:prstGeom xmlns:a="http://schemas.openxmlformats.org/drawingml/2006/main" prst="rect">
            <a:avLst/>
          </a:prstGeom>
          <a:solidFill xmlns:a="http://schemas.openxmlformats.org/drawingml/2006/main">
            <a:srgbClr val="FFC92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1B65B2F-AC07-485B-9D1A-9DF7000F15A9}"/>
              </a:ext>
            </a:extLst>
          </p:cNvPr>
          <p:cNvSpPr>
            <a:spLocks xmlns:a="http://schemas.openxmlformats.org/drawingml/2006/main" noGrp="1"/>
          </p:cNvSpPr>
          <p:nvPr/>
        </p:nvSpPr>
        <p:spPr>
          <a:xfrm xmlns:a="http://schemas.openxmlformats.org/drawingml/2006/main">
            <a:off x="7315200" y="0"/>
            <a:ext cx="2438400" cy="66675"/>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985403C-08C3-4800-B5EA-9B927F248C00}"/>
              </a:ext>
            </a:extLst>
          </p:cNvPr>
          <p:cNvSpPr>
            <a:spLocks xmlns:a="http://schemas.openxmlformats.org/drawingml/2006/main" noGrp="1"/>
          </p:cNvSpPr>
          <p:nvPr/>
        </p:nvSpPr>
        <p:spPr>
          <a:xfrm xmlns:a="http://schemas.openxmlformats.org/drawingml/2006/main">
            <a:off x="9753600" y="0"/>
            <a:ext cx="2438400" cy="66675"/>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5E06EA05-F7DE-4278-9150-F2139C1CE78A}"/>
              </a:ext>
            </a:extLst>
          </p:cNvPr>
          <p:cNvSpPr>
            <a:spLocks xmlns:a="http://schemas.openxmlformats.org/drawingml/2006/main" noGrp="1"/>
          </p:cNvSpPr>
          <p:nvPr/>
        </p:nvSpPr>
        <p:spPr>
          <a:xfrm xmlns:a="http://schemas.openxmlformats.org/drawingml/2006/main">
            <a:off x="609600" y="26670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FFC928"/>
                </a:solidFill>
                <a:latin typeface="Avenir Next"/>
                <a:ea typeface="Avenir Next"/>
                <a:cs typeface="Avenir Next"/>
              </a:defRPr>
            </a:pPr>
            <a:r>
              <a:rPr sz="825" b="1" i="0">
                <a:solidFill>
                  <a:srgbClr val="FFC928"/>
                </a:solidFill>
                <a:latin typeface="Avenir Next"/>
                <a:ea typeface="Avenir Next"/>
                <a:cs typeface="Avenir Next"/>
              </a:rPr>
              <a:t>REVELACIONES</a:t>
            </a:r>
          </a:p>
        </p:txBody>
      </p:sp>
      <p:sp>
        <p:nvSpPr>
          <p:cNvPr id="7" name="">
            <a:extLst xmlns:a="http://schemas.openxmlformats.org/drawingml/2006/main">
              <a:ext uri="{FF2B5EF4-FFF2-40B4-BE49-F238E27FC236}">
                <a16:creationId xmlns:a16="http://schemas.microsoft.com/office/drawing/2014/main" id="{ED0631B9-07DE-4885-BF18-A6ABBBDFEAB2}"/>
              </a:ext>
            </a:extLst>
          </p:cNvPr>
          <p:cNvSpPr>
            <a:spLocks xmlns:a="http://schemas.openxmlformats.org/drawingml/2006/main" noGrp="1"/>
          </p:cNvSpPr>
          <p:nvPr/>
        </p:nvSpPr>
        <p:spPr>
          <a:xfrm xmlns:a="http://schemas.openxmlformats.org/drawingml/2006/main">
            <a:off x="609600" y="6534150"/>
            <a:ext cx="4762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675" b="1" i="0">
                <a:solidFill>
                  <a:srgbClr val="FFFFFF">
                    <a:alpha val="52000"/>
                  </a:srgbClr>
                </a:solidFill>
                <a:latin typeface="Avenir Next"/>
                <a:ea typeface="Avenir Next"/>
                <a:cs typeface="Avenir Next"/>
              </a:defRPr>
            </a:pPr>
            <a:r>
              <a:rPr sz="675" b="1" i="0">
                <a:solidFill>
                  <a:srgbClr val="FFFFFF">
                    <a:alpha val="52000"/>
                  </a:srgbClr>
                </a:solidFill>
                <a:latin typeface="Avenir Next"/>
                <a:ea typeface="Avenir Next"/>
                <a:cs typeface="Avenir Next"/>
              </a:rPr>
              <a:t>DOCUMENTO INTERNO · PROPUESTA EN REVISIÓN</a:t>
            </a:r>
          </a:p>
        </p:txBody>
      </p:sp>
      <p:sp>
        <p:nvSpPr>
          <p:cNvPr id="8" name="">
            <a:extLst xmlns:a="http://schemas.openxmlformats.org/drawingml/2006/main">
              <a:ext uri="{FF2B5EF4-FFF2-40B4-BE49-F238E27FC236}">
                <a16:creationId xmlns:a16="http://schemas.microsoft.com/office/drawing/2014/main" id="{53101DA8-23BE-46C3-8A66-077A234F5377}"/>
              </a:ext>
            </a:extLst>
          </p:cNvPr>
          <p:cNvSpPr>
            <a:spLocks xmlns:a="http://schemas.openxmlformats.org/drawingml/2006/main" noGrp="1"/>
          </p:cNvSpPr>
          <p:nvPr/>
        </p:nvSpPr>
        <p:spPr>
          <a:xfrm xmlns:a="http://schemas.openxmlformats.org/drawingml/2006/main">
            <a:off x="11239500" y="6505575"/>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750" b="1" i="0">
                <a:solidFill>
                  <a:srgbClr val="FFFFFF">
                    <a:alpha val="52000"/>
                  </a:srgbClr>
                </a:solidFill>
                <a:latin typeface="Avenir Next"/>
                <a:ea typeface="Avenir Next"/>
                <a:cs typeface="Avenir Next"/>
              </a:defRPr>
            </a:pPr>
            <a:r>
              <a:rPr sz="750" b="1" i="0">
                <a:solidFill>
                  <a:srgbClr val="FFFFFF">
                    <a:alpha val="52000"/>
                  </a:srgbClr>
                </a:solidFill>
                <a:latin typeface="Avenir Next"/>
                <a:ea typeface="Avenir Next"/>
                <a:cs typeface="Avenir Next"/>
              </a:rPr>
              <a:t>32</a:t>
            </a:r>
          </a:p>
        </p:txBody>
      </p:sp>
      <p:sp>
        <p:nvSpPr>
          <p:cNvPr id="9" name="">
            <a:extLst xmlns:a="http://schemas.openxmlformats.org/drawingml/2006/main">
              <a:ext uri="{FF2B5EF4-FFF2-40B4-BE49-F238E27FC236}">
                <a16:creationId xmlns:a16="http://schemas.microsoft.com/office/drawing/2014/main" id="{9F3805E5-EF10-4ECC-90FC-71B851ED6FB5}"/>
              </a:ext>
            </a:extLst>
          </p:cNvPr>
          <p:cNvSpPr>
            <a:spLocks xmlns:a="http://schemas.openxmlformats.org/drawingml/2006/main" noGrp="1"/>
          </p:cNvSpPr>
          <p:nvPr/>
        </p:nvSpPr>
        <p:spPr>
          <a:xfrm xmlns:a="http://schemas.openxmlformats.org/drawingml/2006/main">
            <a:off x="609600" y="666750"/>
            <a:ext cx="1066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E72D78"/>
                </a:solidFill>
                <a:latin typeface="Avenir Next"/>
                <a:ea typeface="Avenir Next"/>
                <a:cs typeface="Avenir Next"/>
              </a:defRPr>
            </a:pPr>
            <a:r>
              <a:rPr sz="900" b="1" i="0">
                <a:solidFill>
                  <a:srgbClr val="E72D78"/>
                </a:solidFill>
                <a:latin typeface="Avenir Next"/>
                <a:ea typeface="Avenir Next"/>
                <a:cs typeface="Avenir Next"/>
              </a:rPr>
              <a:t>PROTOCOLO DEL CARTEL</a:t>
            </a:r>
          </a:p>
        </p:txBody>
      </p:sp>
      <p:sp>
        <p:nvSpPr>
          <p:cNvPr id="10" name="">
            <a:extLst xmlns:a="http://schemas.openxmlformats.org/drawingml/2006/main">
              <a:ext uri="{FF2B5EF4-FFF2-40B4-BE49-F238E27FC236}">
                <a16:creationId xmlns:a16="http://schemas.microsoft.com/office/drawing/2014/main" id="{FB257EEB-2268-4E8C-A77F-58C8490A9325}"/>
              </a:ext>
            </a:extLst>
          </p:cNvPr>
          <p:cNvSpPr>
            <a:spLocks xmlns:a="http://schemas.openxmlformats.org/drawingml/2006/main" noGrp="1"/>
          </p:cNvSpPr>
          <p:nvPr/>
        </p:nvSpPr>
        <p:spPr>
          <a:xfrm xmlns:a="http://schemas.openxmlformats.org/drawingml/2006/main">
            <a:off x="609600" y="990600"/>
            <a:ext cx="1066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3900" b="1" i="0">
                <a:solidFill>
                  <a:srgbClr val="FFFFFF"/>
                </a:solidFill>
                <a:latin typeface="DIN Condensed"/>
                <a:ea typeface="DIN Condensed"/>
                <a:cs typeface="DIN Condensed"/>
              </a:defRPr>
            </a:pPr>
            <a:r>
              <a:rPr sz="3900" b="1" i="0">
                <a:solidFill>
                  <a:srgbClr val="FFFFFF"/>
                </a:solidFill>
                <a:latin typeface="DIN Condensed"/>
                <a:ea typeface="DIN Condensed"/>
                <a:cs typeface="DIN Condensed"/>
              </a:rPr>
              <a:t>La expectativa instala la idea. El artista demuestra la promesa.</a:t>
            </a:r>
          </a:p>
        </p:txBody>
      </p:sp>
      <p:sp>
        <p:nvSpPr>
          <p:cNvPr id="11" name="">
            <a:extLst xmlns:a="http://schemas.openxmlformats.org/drawingml/2006/main">
              <a:ext uri="{FF2B5EF4-FFF2-40B4-BE49-F238E27FC236}">
                <a16:creationId xmlns:a16="http://schemas.microsoft.com/office/drawing/2014/main" id="{1313D7C4-2041-4E41-B477-634852178F74}"/>
              </a:ext>
            </a:extLst>
          </p:cNvPr>
          <p:cNvSpPr>
            <a:spLocks xmlns:a="http://schemas.openxmlformats.org/drawingml/2006/main" noGrp="1"/>
          </p:cNvSpPr>
          <p:nvPr/>
        </p:nvSpPr>
        <p:spPr>
          <a:xfrm xmlns:a="http://schemas.openxmlformats.org/drawingml/2006/main">
            <a:off x="609600" y="1828800"/>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0" i="0">
                <a:solidFill>
                  <a:srgbClr val="FFFFFF">
                    <a:alpha val="78000"/>
                  </a:srgbClr>
                </a:solidFill>
                <a:latin typeface="Avenir Next"/>
                <a:ea typeface="Avenir Next"/>
                <a:cs typeface="Avenir Next"/>
              </a:defRPr>
            </a:pPr>
            <a:r>
              <a:rPr sz="1500" b="0" i="0">
                <a:solidFill>
                  <a:srgbClr val="FFFFFF">
                    <a:alpha val="78000"/>
                  </a:srgbClr>
                </a:solidFill>
                <a:latin typeface="Avenir Next"/>
                <a:ea typeface="Avenir Next"/>
                <a:cs typeface="Avenir Next"/>
              </a:rPr>
              <a:t>La primera ventana es el 17 de septiembre. Si el control falla, se desplaza; no se rellenan vacíos con datos incompletos.</a:t>
            </a:r>
          </a:p>
        </p:txBody>
      </p:sp>
      <p:sp>
        <p:nvSpPr>
          <p:cNvPr id="12" name="">
            <a:extLst xmlns:a="http://schemas.openxmlformats.org/drawingml/2006/main">
              <a:ext uri="{FF2B5EF4-FFF2-40B4-BE49-F238E27FC236}">
                <a16:creationId xmlns:a16="http://schemas.microsoft.com/office/drawing/2014/main" id="{D820C9DE-84E8-4561-86E7-C724189E4BCD}"/>
              </a:ext>
            </a:extLst>
          </p:cNvPr>
          <p:cNvSpPr>
            <a:spLocks xmlns:a="http://schemas.openxmlformats.org/drawingml/2006/main" noGrp="1"/>
          </p:cNvSpPr>
          <p:nvPr/>
        </p:nvSpPr>
        <p:spPr>
          <a:xfrm xmlns:a="http://schemas.openxmlformats.org/drawingml/2006/main">
            <a:off x="609600" y="2952750"/>
            <a:ext cx="3333750" cy="2000250"/>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DA63259B-41A5-4B5D-B1B2-45A96F2AD9CC}"/>
              </a:ext>
            </a:extLst>
          </p:cNvPr>
          <p:cNvSpPr>
            <a:spLocks xmlns:a="http://schemas.openxmlformats.org/drawingml/2006/main" noGrp="1"/>
          </p:cNvSpPr>
          <p:nvPr/>
        </p:nvSpPr>
        <p:spPr>
          <a:xfrm xmlns:a="http://schemas.openxmlformats.org/drawingml/2006/main">
            <a:off x="781050" y="3143250"/>
            <a:ext cx="2990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T−48 A T−24 h</a:t>
            </a:r>
          </a:p>
        </p:txBody>
      </p:sp>
      <p:sp>
        <p:nvSpPr>
          <p:cNvPr id="14" name="">
            <a:extLst xmlns:a="http://schemas.openxmlformats.org/drawingml/2006/main">
              <a:ext uri="{FF2B5EF4-FFF2-40B4-BE49-F238E27FC236}">
                <a16:creationId xmlns:a16="http://schemas.microsoft.com/office/drawing/2014/main" id="{52CE818D-E7A1-4807-9F54-C4CF97225559}"/>
              </a:ext>
            </a:extLst>
          </p:cNvPr>
          <p:cNvSpPr>
            <a:spLocks xmlns:a="http://schemas.openxmlformats.org/drawingml/2006/main" noGrp="1"/>
          </p:cNvSpPr>
          <p:nvPr/>
        </p:nvSpPr>
        <p:spPr>
          <a:xfrm xmlns:a="http://schemas.openxmlformats.org/drawingml/2006/main">
            <a:off x="781050" y="3695700"/>
            <a:ext cx="29908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025" b="1" i="0">
                <a:solidFill>
                  <a:srgbClr val="FFFFFF"/>
                </a:solidFill>
                <a:latin typeface="DIN Condensed"/>
                <a:ea typeface="DIN Condensed"/>
                <a:cs typeface="DIN Condensed"/>
              </a:defRPr>
            </a:pPr>
            <a:r>
              <a:rPr sz="2025" b="1" i="0">
                <a:solidFill>
                  <a:srgbClr val="FFFFFF"/>
                </a:solidFill>
                <a:latin typeface="DIN Condensed"/>
                <a:ea typeface="DIN Condensed"/>
                <a:cs typeface="DIN Condensed"/>
              </a:rPr>
              <a:t>TENSIÓN</a:t>
            </a:r>
          </a:p>
        </p:txBody>
      </p:sp>
      <p:sp>
        <p:nvSpPr>
          <p:cNvPr id="15" name="">
            <a:extLst xmlns:a="http://schemas.openxmlformats.org/drawingml/2006/main">
              <a:ext uri="{FF2B5EF4-FFF2-40B4-BE49-F238E27FC236}">
                <a16:creationId xmlns:a16="http://schemas.microsoft.com/office/drawing/2014/main" id="{400F5965-0CF6-44DF-89E7-497A869A1C1E}"/>
              </a:ext>
            </a:extLst>
          </p:cNvPr>
          <p:cNvSpPr>
            <a:spLocks xmlns:a="http://schemas.openxmlformats.org/drawingml/2006/main" noGrp="1"/>
          </p:cNvSpPr>
          <p:nvPr/>
        </p:nvSpPr>
        <p:spPr>
          <a:xfrm xmlns:a="http://schemas.openxmlformats.org/drawingml/2006/main">
            <a:off x="781050" y="4305300"/>
            <a:ext cx="29908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frase + escena + recurso visual autorizado</a:t>
            </a:r>
          </a:p>
        </p:txBody>
      </p:sp>
      <p:sp>
        <p:nvSpPr>
          <p:cNvPr id="16" name="">
            <a:extLst xmlns:a="http://schemas.openxmlformats.org/drawingml/2006/main">
              <a:ext uri="{FF2B5EF4-FFF2-40B4-BE49-F238E27FC236}">
                <a16:creationId xmlns:a16="http://schemas.microsoft.com/office/drawing/2014/main" id="{0DC38102-872B-4DD1-B69F-FB123D0765DE}"/>
              </a:ext>
            </a:extLst>
          </p:cNvPr>
          <p:cNvSpPr>
            <a:spLocks xmlns:a="http://schemas.openxmlformats.org/drawingml/2006/main" noGrp="1"/>
          </p:cNvSpPr>
          <p:nvPr/>
        </p:nvSpPr>
        <p:spPr>
          <a:xfrm xmlns:a="http://schemas.openxmlformats.org/drawingml/2006/main">
            <a:off x="4267200" y="2952750"/>
            <a:ext cx="3333750" cy="2000250"/>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6170E1DD-DC46-4AE3-B5E5-5D0381CBC801}"/>
              </a:ext>
            </a:extLst>
          </p:cNvPr>
          <p:cNvSpPr>
            <a:spLocks xmlns:a="http://schemas.openxmlformats.org/drawingml/2006/main" noGrp="1"/>
          </p:cNvSpPr>
          <p:nvPr/>
        </p:nvSpPr>
        <p:spPr>
          <a:xfrm xmlns:a="http://schemas.openxmlformats.org/drawingml/2006/main">
            <a:off x="4438650" y="3143250"/>
            <a:ext cx="2990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T0</a:t>
            </a:r>
          </a:p>
        </p:txBody>
      </p:sp>
      <p:sp>
        <p:nvSpPr>
          <p:cNvPr id="18" name="">
            <a:extLst xmlns:a="http://schemas.openxmlformats.org/drawingml/2006/main">
              <a:ext uri="{FF2B5EF4-FFF2-40B4-BE49-F238E27FC236}">
                <a16:creationId xmlns:a16="http://schemas.microsoft.com/office/drawing/2014/main" id="{2638FE13-64B0-4210-9758-6E85712FA97D}"/>
              </a:ext>
            </a:extLst>
          </p:cNvPr>
          <p:cNvSpPr>
            <a:spLocks xmlns:a="http://schemas.openxmlformats.org/drawingml/2006/main" noGrp="1"/>
          </p:cNvSpPr>
          <p:nvPr/>
        </p:nvSpPr>
        <p:spPr>
          <a:xfrm xmlns:a="http://schemas.openxmlformats.org/drawingml/2006/main">
            <a:off x="4438650" y="3695700"/>
            <a:ext cx="29908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025" b="1" i="0">
                <a:solidFill>
                  <a:srgbClr val="FFFFFF"/>
                </a:solidFill>
                <a:latin typeface="DIN Condensed"/>
                <a:ea typeface="DIN Condensed"/>
                <a:cs typeface="DIN Condensed"/>
              </a:defRPr>
            </a:pPr>
            <a:r>
              <a:rPr sz="2025" b="1" i="0">
                <a:solidFill>
                  <a:srgbClr val="FFFFFF"/>
                </a:solidFill>
                <a:latin typeface="DIN Condensed"/>
                <a:ea typeface="DIN Condensed"/>
                <a:cs typeface="DIN Condensed"/>
              </a:rPr>
              <a:t>REVELACIÓN</a:t>
            </a:r>
          </a:p>
        </p:txBody>
      </p:sp>
      <p:sp>
        <p:nvSpPr>
          <p:cNvPr id="19" name="">
            <a:extLst xmlns:a="http://schemas.openxmlformats.org/drawingml/2006/main">
              <a:ext uri="{FF2B5EF4-FFF2-40B4-BE49-F238E27FC236}">
                <a16:creationId xmlns:a16="http://schemas.microsoft.com/office/drawing/2014/main" id="{87302A1A-307A-4858-9A26-255B50BB5C45}"/>
              </a:ext>
            </a:extLst>
          </p:cNvPr>
          <p:cNvSpPr>
            <a:spLocks xmlns:a="http://schemas.openxmlformats.org/drawingml/2006/main" noGrp="1"/>
          </p:cNvSpPr>
          <p:nvPr/>
        </p:nvSpPr>
        <p:spPr>
          <a:xfrm xmlns:a="http://schemas.openxmlformats.org/drawingml/2006/main">
            <a:off x="4438650" y="4305300"/>
            <a:ext cx="29908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video + nombre + día + escenario + total + inclusión + condiciones + enlace</a:t>
            </a:r>
          </a:p>
        </p:txBody>
      </p:sp>
      <p:sp>
        <p:nvSpPr>
          <p:cNvPr id="20" name="">
            <a:extLst xmlns:a="http://schemas.openxmlformats.org/drawingml/2006/main">
              <a:ext uri="{FF2B5EF4-FFF2-40B4-BE49-F238E27FC236}">
                <a16:creationId xmlns:a16="http://schemas.microsoft.com/office/drawing/2014/main" id="{1AE333F4-DC20-4091-A3C1-0379BAC130DE}"/>
              </a:ext>
            </a:extLst>
          </p:cNvPr>
          <p:cNvSpPr>
            <a:spLocks xmlns:a="http://schemas.openxmlformats.org/drawingml/2006/main" noGrp="1"/>
          </p:cNvSpPr>
          <p:nvPr/>
        </p:nvSpPr>
        <p:spPr>
          <a:xfrm xmlns:a="http://schemas.openxmlformats.org/drawingml/2006/main">
            <a:off x="7924800" y="2952750"/>
            <a:ext cx="3333750" cy="2000250"/>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C2F2AF8A-8D27-43CC-8752-315537C34FA8}"/>
              </a:ext>
            </a:extLst>
          </p:cNvPr>
          <p:cNvSpPr>
            <a:spLocks xmlns:a="http://schemas.openxmlformats.org/drawingml/2006/main" noGrp="1"/>
          </p:cNvSpPr>
          <p:nvPr/>
        </p:nvSpPr>
        <p:spPr>
          <a:xfrm xmlns:a="http://schemas.openxmlformats.org/drawingml/2006/main">
            <a:off x="8096250" y="3143250"/>
            <a:ext cx="2990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T+24 A T+48 h</a:t>
            </a:r>
          </a:p>
        </p:txBody>
      </p:sp>
      <p:sp>
        <p:nvSpPr>
          <p:cNvPr id="22" name="">
            <a:extLst xmlns:a="http://schemas.openxmlformats.org/drawingml/2006/main">
              <a:ext uri="{FF2B5EF4-FFF2-40B4-BE49-F238E27FC236}">
                <a16:creationId xmlns:a16="http://schemas.microsoft.com/office/drawing/2014/main" id="{4D38E3B7-3EB0-4490-AB1F-BF57FFEB0B27}"/>
              </a:ext>
            </a:extLst>
          </p:cNvPr>
          <p:cNvSpPr>
            <a:spLocks xmlns:a="http://schemas.openxmlformats.org/drawingml/2006/main" noGrp="1"/>
          </p:cNvSpPr>
          <p:nvPr/>
        </p:nvSpPr>
        <p:spPr>
          <a:xfrm xmlns:a="http://schemas.openxmlformats.org/drawingml/2006/main">
            <a:off x="8096250" y="3695700"/>
            <a:ext cx="29908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025" b="1" i="0">
                <a:solidFill>
                  <a:srgbClr val="FFFFFF"/>
                </a:solidFill>
                <a:latin typeface="DIN Condensed"/>
                <a:ea typeface="DIN Condensed"/>
                <a:cs typeface="DIN Condensed"/>
              </a:defRPr>
            </a:pPr>
            <a:r>
              <a:rPr sz="2025" b="1" i="0">
                <a:solidFill>
                  <a:srgbClr val="FFFFFF"/>
                </a:solidFill>
                <a:latin typeface="DIN Condensed"/>
                <a:ea typeface="DIN Condensed"/>
                <a:cs typeface="DIN Condensed"/>
              </a:rPr>
              <a:t>PRUEBA HUMANA</a:t>
            </a:r>
          </a:p>
        </p:txBody>
      </p:sp>
      <p:sp>
        <p:nvSpPr>
          <p:cNvPr id="23" name="">
            <a:extLst xmlns:a="http://schemas.openxmlformats.org/drawingml/2006/main">
              <a:ext uri="{FF2B5EF4-FFF2-40B4-BE49-F238E27FC236}">
                <a16:creationId xmlns:a16="http://schemas.microsoft.com/office/drawing/2014/main" id="{022D660B-0F64-4D6B-9669-AED867971C59}"/>
              </a:ext>
            </a:extLst>
          </p:cNvPr>
          <p:cNvSpPr>
            <a:spLocks xmlns:a="http://schemas.openxmlformats.org/drawingml/2006/main" noGrp="1"/>
          </p:cNvSpPr>
          <p:nvPr/>
        </p:nvSpPr>
        <p:spPr>
          <a:xfrm xmlns:a="http://schemas.openxmlformats.org/drawingml/2006/main">
            <a:off x="8096250" y="4305300"/>
            <a:ext cx="29908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invitación + historia + itinerario del día</a:t>
            </a:r>
          </a:p>
        </p:txBody>
      </p:sp>
      <p:sp>
        <p:nvSpPr>
          <p:cNvPr id="24" name="">
            <a:extLst xmlns:a="http://schemas.openxmlformats.org/drawingml/2006/main">
              <a:ext uri="{FF2B5EF4-FFF2-40B4-BE49-F238E27FC236}">
                <a16:creationId xmlns:a16="http://schemas.microsoft.com/office/drawing/2014/main" id="{CED20CAA-342D-44C0-B361-3894C62BA861}"/>
              </a:ext>
            </a:extLst>
          </p:cNvPr>
          <p:cNvSpPr>
            <a:spLocks xmlns:a="http://schemas.openxmlformats.org/drawingml/2006/main" noGrp="1"/>
          </p:cNvSpPr>
          <p:nvPr/>
        </p:nvSpPr>
        <p:spPr>
          <a:xfrm xmlns:a="http://schemas.openxmlformats.org/drawingml/2006/main">
            <a:off x="609600" y="5391150"/>
            <a:ext cx="1543050" cy="285750"/>
          </a:xfrm>
          <a:prstGeom xmlns:a="http://schemas.openxmlformats.org/drawingml/2006/main" prst="roundRect">
            <a:avLst>
              <a:gd name="adj" fmla="val 50000"/>
            </a:avLst>
          </a:prstGeom>
          <a:solidFill xmlns:a="http://schemas.openxmlformats.org/drawingml/2006/main">
            <a:srgbClr val="2B0D3B"/>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3BF2F0CD-C66F-402C-82B4-960219891446}"/>
              </a:ext>
            </a:extLst>
          </p:cNvPr>
          <p:cNvSpPr>
            <a:spLocks xmlns:a="http://schemas.openxmlformats.org/drawingml/2006/main" noGrp="1"/>
          </p:cNvSpPr>
          <p:nvPr/>
        </p:nvSpPr>
        <p:spPr>
          <a:xfrm xmlns:a="http://schemas.openxmlformats.org/drawingml/2006/main">
            <a:off x="704850" y="5438775"/>
            <a:ext cx="1352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825" b="1" i="0">
                <a:solidFill>
                  <a:srgbClr val="FFFFFF"/>
                </a:solidFill>
                <a:latin typeface="Avenir Next"/>
                <a:ea typeface="Avenir Next"/>
                <a:cs typeface="Avenir Next"/>
              </a:defRPr>
            </a:pPr>
            <a:r>
              <a:rPr sz="825" b="1" i="0">
                <a:solidFill>
                  <a:srgbClr val="FFFFFF"/>
                </a:solidFill>
                <a:latin typeface="Avenir Next"/>
                <a:ea typeface="Avenir Next"/>
                <a:cs typeface="Avenir Next"/>
              </a:rPr>
              <a:t>17 SEP</a:t>
            </a:r>
          </a:p>
        </p:txBody>
      </p:sp>
      <p:sp>
        <p:nvSpPr>
          <p:cNvPr id="26" name="">
            <a:extLst xmlns:a="http://schemas.openxmlformats.org/drawingml/2006/main">
              <a:ext uri="{FF2B5EF4-FFF2-40B4-BE49-F238E27FC236}">
                <a16:creationId xmlns:a16="http://schemas.microsoft.com/office/drawing/2014/main" id="{4071B4AF-B9C0-4AFB-909D-485E2B1C7926}"/>
              </a:ext>
            </a:extLst>
          </p:cNvPr>
          <p:cNvSpPr>
            <a:spLocks xmlns:a="http://schemas.openxmlformats.org/drawingml/2006/main" noGrp="1"/>
          </p:cNvSpPr>
          <p:nvPr/>
        </p:nvSpPr>
        <p:spPr>
          <a:xfrm xmlns:a="http://schemas.openxmlformats.org/drawingml/2006/main">
            <a:off x="2419350" y="5391150"/>
            <a:ext cx="1543050" cy="285750"/>
          </a:xfrm>
          <a:prstGeom xmlns:a="http://schemas.openxmlformats.org/drawingml/2006/main" prst="roundRect">
            <a:avLst>
              <a:gd name="adj" fmla="val 50000"/>
            </a:avLst>
          </a:prstGeom>
          <a:solidFill xmlns:a="http://schemas.openxmlformats.org/drawingml/2006/main">
            <a:srgbClr val="2B0D3B"/>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61D229F3-244A-4FCB-84B4-61CE6B078CE9}"/>
              </a:ext>
            </a:extLst>
          </p:cNvPr>
          <p:cNvSpPr>
            <a:spLocks xmlns:a="http://schemas.openxmlformats.org/drawingml/2006/main" noGrp="1"/>
          </p:cNvSpPr>
          <p:nvPr/>
        </p:nvSpPr>
        <p:spPr>
          <a:xfrm xmlns:a="http://schemas.openxmlformats.org/drawingml/2006/main">
            <a:off x="2514600" y="5438775"/>
            <a:ext cx="1352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825" b="1" i="0">
                <a:solidFill>
                  <a:srgbClr val="FFFFFF"/>
                </a:solidFill>
                <a:latin typeface="Avenir Next"/>
                <a:ea typeface="Avenir Next"/>
                <a:cs typeface="Avenir Next"/>
              </a:defRPr>
            </a:pPr>
            <a:r>
              <a:rPr sz="825" b="1" i="0">
                <a:solidFill>
                  <a:srgbClr val="FFFFFF"/>
                </a:solidFill>
                <a:latin typeface="Avenir Next"/>
                <a:ea typeface="Avenir Next"/>
                <a:cs typeface="Avenir Next"/>
              </a:rPr>
              <a:t>21 SEP</a:t>
            </a:r>
          </a:p>
        </p:txBody>
      </p:sp>
      <p:sp>
        <p:nvSpPr>
          <p:cNvPr id="28" name="">
            <a:extLst xmlns:a="http://schemas.openxmlformats.org/drawingml/2006/main">
              <a:ext uri="{FF2B5EF4-FFF2-40B4-BE49-F238E27FC236}">
                <a16:creationId xmlns:a16="http://schemas.microsoft.com/office/drawing/2014/main" id="{F2095173-9A24-4541-954D-07D8937AA7FA}"/>
              </a:ext>
            </a:extLst>
          </p:cNvPr>
          <p:cNvSpPr>
            <a:spLocks xmlns:a="http://schemas.openxmlformats.org/drawingml/2006/main" noGrp="1"/>
          </p:cNvSpPr>
          <p:nvPr/>
        </p:nvSpPr>
        <p:spPr>
          <a:xfrm xmlns:a="http://schemas.openxmlformats.org/drawingml/2006/main">
            <a:off x="4229100" y="5391150"/>
            <a:ext cx="1543050" cy="285750"/>
          </a:xfrm>
          <a:prstGeom xmlns:a="http://schemas.openxmlformats.org/drawingml/2006/main" prst="roundRect">
            <a:avLst>
              <a:gd name="adj" fmla="val 50000"/>
            </a:avLst>
          </a:prstGeom>
          <a:solidFill xmlns:a="http://schemas.openxmlformats.org/drawingml/2006/main">
            <a:srgbClr val="2B0D3B"/>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B7F73F99-E440-49BB-8AD3-AF4FAC1991FE}"/>
              </a:ext>
            </a:extLst>
          </p:cNvPr>
          <p:cNvSpPr>
            <a:spLocks xmlns:a="http://schemas.openxmlformats.org/drawingml/2006/main" noGrp="1"/>
          </p:cNvSpPr>
          <p:nvPr/>
        </p:nvSpPr>
        <p:spPr>
          <a:xfrm xmlns:a="http://schemas.openxmlformats.org/drawingml/2006/main">
            <a:off x="4324350" y="5438775"/>
            <a:ext cx="1352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825" b="1" i="0">
                <a:solidFill>
                  <a:srgbClr val="FFFFFF"/>
                </a:solidFill>
                <a:latin typeface="Avenir Next"/>
                <a:ea typeface="Avenir Next"/>
                <a:cs typeface="Avenir Next"/>
              </a:defRPr>
            </a:pPr>
            <a:r>
              <a:rPr sz="825" b="1" i="0">
                <a:solidFill>
                  <a:srgbClr val="FFFFFF"/>
                </a:solidFill>
                <a:latin typeface="Avenir Next"/>
                <a:ea typeface="Avenir Next"/>
                <a:cs typeface="Avenir Next"/>
              </a:rPr>
              <a:t>24 SEP</a:t>
            </a:r>
          </a:p>
        </p:txBody>
      </p:sp>
      <p:sp>
        <p:nvSpPr>
          <p:cNvPr id="30" name="">
            <a:extLst xmlns:a="http://schemas.openxmlformats.org/drawingml/2006/main">
              <a:ext uri="{FF2B5EF4-FFF2-40B4-BE49-F238E27FC236}">
                <a16:creationId xmlns:a16="http://schemas.microsoft.com/office/drawing/2014/main" id="{38BABD82-515F-4FF2-A67D-71CED265AF84}"/>
              </a:ext>
            </a:extLst>
          </p:cNvPr>
          <p:cNvSpPr>
            <a:spLocks xmlns:a="http://schemas.openxmlformats.org/drawingml/2006/main" noGrp="1"/>
          </p:cNvSpPr>
          <p:nvPr/>
        </p:nvSpPr>
        <p:spPr>
          <a:xfrm xmlns:a="http://schemas.openxmlformats.org/drawingml/2006/main">
            <a:off x="6038850" y="5391150"/>
            <a:ext cx="1543050" cy="285750"/>
          </a:xfrm>
          <a:prstGeom xmlns:a="http://schemas.openxmlformats.org/drawingml/2006/main" prst="roundRect">
            <a:avLst>
              <a:gd name="adj" fmla="val 50000"/>
            </a:avLst>
          </a:prstGeom>
          <a:solidFill xmlns:a="http://schemas.openxmlformats.org/drawingml/2006/main">
            <a:srgbClr val="2B0D3B"/>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ABF9BFBD-28C1-4EB2-8712-9EA0B3D3876D}"/>
              </a:ext>
            </a:extLst>
          </p:cNvPr>
          <p:cNvSpPr>
            <a:spLocks xmlns:a="http://schemas.openxmlformats.org/drawingml/2006/main" noGrp="1"/>
          </p:cNvSpPr>
          <p:nvPr/>
        </p:nvSpPr>
        <p:spPr>
          <a:xfrm xmlns:a="http://schemas.openxmlformats.org/drawingml/2006/main">
            <a:off x="6134100" y="5438775"/>
            <a:ext cx="1352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825" b="1" i="0">
                <a:solidFill>
                  <a:srgbClr val="FFFFFF"/>
                </a:solidFill>
                <a:latin typeface="Avenir Next"/>
                <a:ea typeface="Avenir Next"/>
                <a:cs typeface="Avenir Next"/>
              </a:defRPr>
            </a:pPr>
            <a:r>
              <a:rPr sz="825" b="1" i="0">
                <a:solidFill>
                  <a:srgbClr val="FFFFFF"/>
                </a:solidFill>
                <a:latin typeface="Avenir Next"/>
                <a:ea typeface="Avenir Next"/>
                <a:cs typeface="Avenir Next"/>
              </a:rPr>
              <a:t>27 SEP</a:t>
            </a:r>
          </a:p>
        </p:txBody>
      </p:sp>
      <p:sp>
        <p:nvSpPr>
          <p:cNvPr id="32" name="">
            <a:extLst xmlns:a="http://schemas.openxmlformats.org/drawingml/2006/main">
              <a:ext uri="{FF2B5EF4-FFF2-40B4-BE49-F238E27FC236}">
                <a16:creationId xmlns:a16="http://schemas.microsoft.com/office/drawing/2014/main" id="{B91D95BB-8399-4164-AFDC-41D4294DA357}"/>
              </a:ext>
            </a:extLst>
          </p:cNvPr>
          <p:cNvSpPr>
            <a:spLocks xmlns:a="http://schemas.openxmlformats.org/drawingml/2006/main" noGrp="1"/>
          </p:cNvSpPr>
          <p:nvPr/>
        </p:nvSpPr>
        <p:spPr>
          <a:xfrm xmlns:a="http://schemas.openxmlformats.org/drawingml/2006/main">
            <a:off x="7848600" y="5391150"/>
            <a:ext cx="1543050" cy="285750"/>
          </a:xfrm>
          <a:prstGeom xmlns:a="http://schemas.openxmlformats.org/drawingml/2006/main" prst="roundRect">
            <a:avLst>
              <a:gd name="adj" fmla="val 50000"/>
            </a:avLst>
          </a:prstGeom>
          <a:solidFill xmlns:a="http://schemas.openxmlformats.org/drawingml/2006/main">
            <a:srgbClr val="2B0D3B"/>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F764FD95-2484-47A9-A4EE-C1F6FC7D8ACB}"/>
              </a:ext>
            </a:extLst>
          </p:cNvPr>
          <p:cNvSpPr>
            <a:spLocks xmlns:a="http://schemas.openxmlformats.org/drawingml/2006/main" noGrp="1"/>
          </p:cNvSpPr>
          <p:nvPr/>
        </p:nvSpPr>
        <p:spPr>
          <a:xfrm xmlns:a="http://schemas.openxmlformats.org/drawingml/2006/main">
            <a:off x="7943850" y="5438775"/>
            <a:ext cx="1352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825" b="1" i="0">
                <a:solidFill>
                  <a:srgbClr val="FFFFFF"/>
                </a:solidFill>
                <a:latin typeface="Avenir Next"/>
                <a:ea typeface="Avenir Next"/>
                <a:cs typeface="Avenir Next"/>
              </a:defRPr>
            </a:pPr>
            <a:r>
              <a:rPr sz="825" b="1" i="0">
                <a:solidFill>
                  <a:srgbClr val="FFFFFF"/>
                </a:solidFill>
                <a:latin typeface="Avenir Next"/>
                <a:ea typeface="Avenir Next"/>
                <a:cs typeface="Avenir Next"/>
              </a:rPr>
              <a:t>30 SEP</a:t>
            </a:r>
          </a:p>
        </p:txBody>
      </p:sp>
      <p:sp>
        <p:nvSpPr>
          <p:cNvPr id="34" name="">
            <a:extLst xmlns:a="http://schemas.openxmlformats.org/drawingml/2006/main">
              <a:ext uri="{FF2B5EF4-FFF2-40B4-BE49-F238E27FC236}">
                <a16:creationId xmlns:a16="http://schemas.microsoft.com/office/drawing/2014/main" id="{0FFD66B2-78F3-4082-A879-26C3B8AC73C9}"/>
              </a:ext>
            </a:extLst>
          </p:cNvPr>
          <p:cNvSpPr>
            <a:spLocks xmlns:a="http://schemas.openxmlformats.org/drawingml/2006/main" noGrp="1"/>
          </p:cNvSpPr>
          <p:nvPr/>
        </p:nvSpPr>
        <p:spPr>
          <a:xfrm xmlns:a="http://schemas.openxmlformats.org/drawingml/2006/main">
            <a:off x="9658350" y="5391150"/>
            <a:ext cx="1543050" cy="285750"/>
          </a:xfrm>
          <a:prstGeom xmlns:a="http://schemas.openxmlformats.org/drawingml/2006/main" prst="roundRect">
            <a:avLst>
              <a:gd name="adj" fmla="val 50000"/>
            </a:avLst>
          </a:prstGeom>
          <a:solidFill xmlns:a="http://schemas.openxmlformats.org/drawingml/2006/main">
            <a:srgbClr val="315BFF"/>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8F166FE4-1A8A-4598-B6D2-9DB544AB6103}"/>
              </a:ext>
            </a:extLst>
          </p:cNvPr>
          <p:cNvSpPr>
            <a:spLocks xmlns:a="http://schemas.openxmlformats.org/drawingml/2006/main" noGrp="1"/>
          </p:cNvSpPr>
          <p:nvPr/>
        </p:nvSpPr>
        <p:spPr>
          <a:xfrm xmlns:a="http://schemas.openxmlformats.org/drawingml/2006/main">
            <a:off x="9753600" y="5438775"/>
            <a:ext cx="1352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825" b="1" i="0">
                <a:solidFill>
                  <a:srgbClr val="FFFFFF"/>
                </a:solidFill>
                <a:latin typeface="Avenir Next"/>
                <a:ea typeface="Avenir Next"/>
                <a:cs typeface="Avenir Next"/>
              </a:defRPr>
            </a:pPr>
            <a:r>
              <a:rPr sz="825" b="1" i="0">
                <a:solidFill>
                  <a:srgbClr val="FFFFFF"/>
                </a:solidFill>
                <a:latin typeface="Avenir Next"/>
                <a:ea typeface="Avenir Next"/>
                <a:cs typeface="Avenir Next"/>
              </a:rPr>
              <a:t>2 OCT</a:t>
            </a:r>
          </a:p>
        </p:txBody>
      </p:sp>
      <p:sp>
        <p:nvSpPr>
          <p:cNvPr id="36" name="">
            <a:extLst xmlns:a="http://schemas.openxmlformats.org/drawingml/2006/main">
              <a:ext uri="{FF2B5EF4-FFF2-40B4-BE49-F238E27FC236}">
                <a16:creationId xmlns:a16="http://schemas.microsoft.com/office/drawing/2014/main" id="{D70E230D-2497-42CA-9191-59DDFAC1AB1B}"/>
              </a:ext>
            </a:extLst>
          </p:cNvPr>
          <p:cNvSpPr>
            <a:spLocks xmlns:a="http://schemas.openxmlformats.org/drawingml/2006/main" noGrp="1"/>
          </p:cNvSpPr>
          <p:nvPr/>
        </p:nvSpPr>
        <p:spPr>
          <a:xfrm xmlns:a="http://schemas.openxmlformats.org/drawingml/2006/main">
            <a:off x="609600" y="5962650"/>
            <a:ext cx="10744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825" b="1" i="0">
                <a:solidFill>
                  <a:srgbClr val="FFFFFF">
                    <a:alpha val="70000"/>
                  </a:srgbClr>
                </a:solidFill>
                <a:latin typeface="Avenir Next"/>
                <a:ea typeface="Avenir Next"/>
                <a:cs typeface="Avenir Next"/>
              </a:defRPr>
            </a:pPr>
            <a:r>
              <a:rPr sz="825" b="1" i="0">
                <a:solidFill>
                  <a:srgbClr val="FFFFFF">
                    <a:alpha val="70000"/>
                  </a:srgbClr>
                </a:solidFill>
                <a:latin typeface="Avenir Next"/>
                <a:ea typeface="Avenir Next"/>
                <a:cs typeface="Avenir Next"/>
              </a:rPr>
              <a:t>VENTANAS TENTATIVAS · NO AUTORIZAN NOMBRES, CONTRATOS NI PUBLICACIÓN</a:t>
            </a:r>
          </a:p>
        </p:txBody>
      </p:sp>
    </p:spTree>
    <p:extLst>
      <p:ext uri="{BB962C8B-B14F-4D97-AF65-F5344CB8AC3E}">
        <p14:creationId xmlns:p14="http://schemas.microsoft.com/office/powerpoint/2010/main" val="256232921"/>
      </p:ext>
    </p:extLst>
  </p:cSld>
</p:sld>
</file>

<file path=ppt/slides/slide33.xml><?xml version="1.0" encoding="utf-8"?>
<p:sld xmlns:p="http://schemas.openxmlformats.org/presentationml/2006/main">
  <p:cSld>
    <p:bg>
      <p:bgPr>
        <a:solidFill xmlns:a="http://schemas.openxmlformats.org/drawingml/2006/main">
          <a:srgbClr val="00AFA0"/>
        </a:solidFill>
      </p:bgPr>
    </p:bg>
    <p:spTree>
      <p:nvGrpSpPr>
        <p:cNvPr id="1" name=""/>
        <p:cNvGrpSpPr/>
        <p:nvPr/>
      </p:nvGrpSpPr>
      <p:grpSpPr>
        <a:xfrm xmlns:a="http://schemas.openxmlformats.org/drawingml/2006/main"/>
      </p:grpSpPr>
      <p:sp>
        <p:nvSpPr>
          <p:cNvPr id="48" name="">
            <a:extLst xmlns:a="http://schemas.openxmlformats.org/drawingml/2006/main">
              <a:ext uri="{FF2B5EF4-FFF2-40B4-BE49-F238E27FC236}">
                <a16:creationId xmlns:a16="http://schemas.microsoft.com/office/drawing/2014/main" id="{97D329B5-4EAA-4FC6-99F1-4BC4E447FB6A}"/>
              </a:ext>
            </a:extLst>
          </p:cNvPr>
          <p:cNvSpPr>
            <a:spLocks xmlns:a="http://schemas.openxmlformats.org/drawingml/2006/main" noGrp="1"/>
          </p:cNvSpPr>
          <p:nvPr/>
        </p:nvSpPr>
        <p:spPr>
          <a:xfrm xmlns:a="http://schemas.openxmlformats.org/drawingml/2006/main">
            <a:off x="0" y="0"/>
            <a:ext cx="2438400" cy="66675"/>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C4E0362-1353-488A-9B57-DCD0DFCF3BAD}"/>
              </a:ext>
            </a:extLst>
          </p:cNvPr>
          <p:cNvSpPr>
            <a:spLocks xmlns:a="http://schemas.openxmlformats.org/drawingml/2006/main" noGrp="1"/>
          </p:cNvSpPr>
          <p:nvPr/>
        </p:nvSpPr>
        <p:spPr>
          <a:xfrm xmlns:a="http://schemas.openxmlformats.org/drawingml/2006/main">
            <a:off x="2438400" y="0"/>
            <a:ext cx="2438400" cy="66675"/>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30469CA0-F952-44EC-BB96-6A7F2C95EC65}"/>
              </a:ext>
            </a:extLst>
          </p:cNvPr>
          <p:cNvSpPr>
            <a:spLocks xmlns:a="http://schemas.openxmlformats.org/drawingml/2006/main" noGrp="1"/>
          </p:cNvSpPr>
          <p:nvPr/>
        </p:nvSpPr>
        <p:spPr>
          <a:xfrm xmlns:a="http://schemas.openxmlformats.org/drawingml/2006/main">
            <a:off x="4876800" y="0"/>
            <a:ext cx="2438400" cy="66675"/>
          </a:xfrm>
          <a:prstGeom xmlns:a="http://schemas.openxmlformats.org/drawingml/2006/main" prst="rect">
            <a:avLst/>
          </a:prstGeom>
          <a:solidFill xmlns:a="http://schemas.openxmlformats.org/drawingml/2006/main">
            <a:srgbClr val="FFC92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CC7C75E-0B0A-410F-80A4-7FF7C8D8E831}"/>
              </a:ext>
            </a:extLst>
          </p:cNvPr>
          <p:cNvSpPr>
            <a:spLocks xmlns:a="http://schemas.openxmlformats.org/drawingml/2006/main" noGrp="1"/>
          </p:cNvSpPr>
          <p:nvPr/>
        </p:nvSpPr>
        <p:spPr>
          <a:xfrm xmlns:a="http://schemas.openxmlformats.org/drawingml/2006/main">
            <a:off x="7315200" y="0"/>
            <a:ext cx="2438400" cy="66675"/>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0ACAC25-D45A-4808-911A-79C2FCC01316}"/>
              </a:ext>
            </a:extLst>
          </p:cNvPr>
          <p:cNvSpPr>
            <a:spLocks xmlns:a="http://schemas.openxmlformats.org/drawingml/2006/main" noGrp="1"/>
          </p:cNvSpPr>
          <p:nvPr/>
        </p:nvSpPr>
        <p:spPr>
          <a:xfrm xmlns:a="http://schemas.openxmlformats.org/drawingml/2006/main">
            <a:off x="9753600" y="0"/>
            <a:ext cx="2438400" cy="66675"/>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0E9C9BE3-3673-4AA5-BDB5-98ADC03CA8E0}"/>
              </a:ext>
            </a:extLst>
          </p:cNvPr>
          <p:cNvSpPr>
            <a:spLocks xmlns:a="http://schemas.openxmlformats.org/drawingml/2006/main" noGrp="1"/>
          </p:cNvSpPr>
          <p:nvPr/>
        </p:nvSpPr>
        <p:spPr>
          <a:xfrm xmlns:a="http://schemas.openxmlformats.org/drawingml/2006/main">
            <a:off x="609600" y="26670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FFC928"/>
                </a:solidFill>
                <a:latin typeface="Avenir Next"/>
                <a:ea typeface="Avenir Next"/>
                <a:cs typeface="Avenir Next"/>
              </a:defRPr>
            </a:pPr>
            <a:r>
              <a:rPr sz="825" b="1" i="0">
                <a:solidFill>
                  <a:srgbClr val="FFC928"/>
                </a:solidFill>
                <a:latin typeface="Avenir Next"/>
                <a:ea typeface="Avenir Next"/>
                <a:cs typeface="Avenir Next"/>
              </a:rPr>
              <a:t>APP INFORMATIVA</a:t>
            </a:r>
          </a:p>
        </p:txBody>
      </p:sp>
      <p:sp>
        <p:nvSpPr>
          <p:cNvPr id="7" name="">
            <a:extLst xmlns:a="http://schemas.openxmlformats.org/drawingml/2006/main">
              <a:ext uri="{FF2B5EF4-FFF2-40B4-BE49-F238E27FC236}">
                <a16:creationId xmlns:a16="http://schemas.microsoft.com/office/drawing/2014/main" id="{4EFA845C-9E28-4884-8E14-FD76DC36D245}"/>
              </a:ext>
            </a:extLst>
          </p:cNvPr>
          <p:cNvSpPr>
            <a:spLocks xmlns:a="http://schemas.openxmlformats.org/drawingml/2006/main" noGrp="1"/>
          </p:cNvSpPr>
          <p:nvPr/>
        </p:nvSpPr>
        <p:spPr>
          <a:xfrm xmlns:a="http://schemas.openxmlformats.org/drawingml/2006/main">
            <a:off x="609600" y="6534150"/>
            <a:ext cx="4762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675" b="1" i="0">
                <a:solidFill>
                  <a:srgbClr val="FFFFFF">
                    <a:alpha val="52000"/>
                  </a:srgbClr>
                </a:solidFill>
                <a:latin typeface="Avenir Next"/>
                <a:ea typeface="Avenir Next"/>
                <a:cs typeface="Avenir Next"/>
              </a:defRPr>
            </a:pPr>
            <a:r>
              <a:rPr sz="675" b="1" i="0">
                <a:solidFill>
                  <a:srgbClr val="FFFFFF">
                    <a:alpha val="52000"/>
                  </a:srgbClr>
                </a:solidFill>
                <a:latin typeface="Avenir Next"/>
                <a:ea typeface="Avenir Next"/>
                <a:cs typeface="Avenir Next"/>
              </a:rPr>
              <a:t>DOCUMENTO INTERNO · PROPUESTA EN REVISIÓN</a:t>
            </a:r>
          </a:p>
        </p:txBody>
      </p:sp>
      <p:sp>
        <p:nvSpPr>
          <p:cNvPr id="8" name="">
            <a:extLst xmlns:a="http://schemas.openxmlformats.org/drawingml/2006/main">
              <a:ext uri="{FF2B5EF4-FFF2-40B4-BE49-F238E27FC236}">
                <a16:creationId xmlns:a16="http://schemas.microsoft.com/office/drawing/2014/main" id="{349DEABA-4661-48A8-A8CF-5000EC937DFF}"/>
              </a:ext>
            </a:extLst>
          </p:cNvPr>
          <p:cNvSpPr>
            <a:spLocks xmlns:a="http://schemas.openxmlformats.org/drawingml/2006/main" noGrp="1"/>
          </p:cNvSpPr>
          <p:nvPr/>
        </p:nvSpPr>
        <p:spPr>
          <a:xfrm xmlns:a="http://schemas.openxmlformats.org/drawingml/2006/main">
            <a:off x="11239500" y="6505575"/>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750" b="1" i="0">
                <a:solidFill>
                  <a:srgbClr val="FFFFFF">
                    <a:alpha val="52000"/>
                  </a:srgbClr>
                </a:solidFill>
                <a:latin typeface="Avenir Next"/>
                <a:ea typeface="Avenir Next"/>
                <a:cs typeface="Avenir Next"/>
              </a:defRPr>
            </a:pPr>
            <a:r>
              <a:rPr sz="750" b="1" i="0">
                <a:solidFill>
                  <a:srgbClr val="FFFFFF">
                    <a:alpha val="52000"/>
                  </a:srgbClr>
                </a:solidFill>
                <a:latin typeface="Avenir Next"/>
                <a:ea typeface="Avenir Next"/>
                <a:cs typeface="Avenir Next"/>
              </a:rPr>
              <a:t>33</a:t>
            </a:r>
          </a:p>
        </p:txBody>
      </p:sp>
      <p:sp>
        <p:nvSpPr>
          <p:cNvPr id="9" name="">
            <a:extLst xmlns:a="http://schemas.openxmlformats.org/drawingml/2006/main">
              <a:ext uri="{FF2B5EF4-FFF2-40B4-BE49-F238E27FC236}">
                <a16:creationId xmlns:a16="http://schemas.microsoft.com/office/drawing/2014/main" id="{3A5D7B3D-2774-4EA0-A0F7-14EE135325C9}"/>
              </a:ext>
            </a:extLst>
          </p:cNvPr>
          <p:cNvSpPr>
            <a:spLocks xmlns:a="http://schemas.openxmlformats.org/drawingml/2006/main" noGrp="1"/>
          </p:cNvSpPr>
          <p:nvPr/>
        </p:nvSpPr>
        <p:spPr>
          <a:xfrm xmlns:a="http://schemas.openxmlformats.org/drawingml/2006/main">
            <a:off x="609600" y="666750"/>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FFC928"/>
                </a:solidFill>
                <a:latin typeface="Avenir Next"/>
                <a:ea typeface="Avenir Next"/>
                <a:cs typeface="Avenir Next"/>
              </a:defRPr>
            </a:pPr>
            <a:r>
              <a:rPr sz="900" b="1" i="0">
                <a:solidFill>
                  <a:srgbClr val="FFC928"/>
                </a:solidFill>
                <a:latin typeface="Avenir Next"/>
                <a:ea typeface="Avenir Next"/>
                <a:cs typeface="Avenir Next"/>
              </a:rPr>
              <a:t>EL PRODUCTO</a:t>
            </a:r>
          </a:p>
        </p:txBody>
      </p:sp>
      <p:sp>
        <p:nvSpPr>
          <p:cNvPr id="10" name="">
            <a:extLst xmlns:a="http://schemas.openxmlformats.org/drawingml/2006/main">
              <a:ext uri="{FF2B5EF4-FFF2-40B4-BE49-F238E27FC236}">
                <a16:creationId xmlns:a16="http://schemas.microsoft.com/office/drawing/2014/main" id="{B79F1703-ACFA-4749-BFD6-F9BDFADB5304}"/>
              </a:ext>
            </a:extLst>
          </p:cNvPr>
          <p:cNvSpPr>
            <a:spLocks xmlns:a="http://schemas.openxmlformats.org/drawingml/2006/main" noGrp="1"/>
          </p:cNvSpPr>
          <p:nvPr/>
        </p:nvSpPr>
        <p:spPr>
          <a:xfrm xmlns:a="http://schemas.openxmlformats.org/drawingml/2006/main">
            <a:off x="609600" y="990600"/>
            <a:ext cx="685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4350" b="1" i="0">
                <a:solidFill>
                  <a:srgbClr val="FFFFFF"/>
                </a:solidFill>
                <a:latin typeface="DIN Condensed"/>
                <a:ea typeface="DIN Condensed"/>
                <a:cs typeface="DIN Condensed"/>
              </a:defRPr>
            </a:pPr>
            <a:r>
              <a:rPr sz="4350" b="1" i="0">
                <a:solidFill>
                  <a:srgbClr val="FFFFFF"/>
                </a:solidFill>
                <a:latin typeface="DIN Condensed"/>
                <a:ea typeface="DIN Condensed"/>
                <a:cs typeface="DIN Condensed"/>
              </a:rPr>
              <a:t>No es una app por novedad.</a:t>
            </a:r>
          </a:p>
        </p:txBody>
      </p:sp>
      <p:sp>
        <p:nvSpPr>
          <p:cNvPr id="11" name="">
            <a:extLst xmlns:a="http://schemas.openxmlformats.org/drawingml/2006/main">
              <a:ext uri="{FF2B5EF4-FFF2-40B4-BE49-F238E27FC236}">
                <a16:creationId xmlns:a16="http://schemas.microsoft.com/office/drawing/2014/main" id="{70100150-354F-42E9-B658-A341BFEED7A6}"/>
              </a:ext>
            </a:extLst>
          </p:cNvPr>
          <p:cNvSpPr>
            <a:spLocks xmlns:a="http://schemas.openxmlformats.org/drawingml/2006/main" noGrp="1"/>
          </p:cNvSpPr>
          <p:nvPr/>
        </p:nvSpPr>
        <p:spPr>
          <a:xfrm xmlns:a="http://schemas.openxmlformats.org/drawingml/2006/main">
            <a:off x="609600" y="1866900"/>
            <a:ext cx="685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0" i="0">
                <a:solidFill>
                  <a:srgbClr val="FFFFFF">
                    <a:alpha val="78000"/>
                  </a:srgbClr>
                </a:solidFill>
                <a:latin typeface="Avenir Next"/>
                <a:ea typeface="Avenir Next"/>
                <a:cs typeface="Avenir Next"/>
              </a:defRPr>
            </a:pPr>
            <a:r>
              <a:rPr sz="1500" b="0" i="0">
                <a:solidFill>
                  <a:srgbClr val="FFFFFF">
                    <a:alpha val="78000"/>
                  </a:srgbClr>
                </a:solidFill>
                <a:latin typeface="Avenir Next"/>
                <a:ea typeface="Avenir Next"/>
                <a:cs typeface="Avenir Next"/>
              </a:rPr>
              <a:t>Es el sistema de orientación de una feria gigante. La innovación es que nadie se pierda.</a:t>
            </a:r>
          </a:p>
        </p:txBody>
      </p:sp>
      <p:sp>
        <p:nvSpPr>
          <p:cNvPr id="12" name="">
            <a:extLst xmlns:a="http://schemas.openxmlformats.org/drawingml/2006/main">
              <a:ext uri="{FF2B5EF4-FFF2-40B4-BE49-F238E27FC236}">
                <a16:creationId xmlns:a16="http://schemas.microsoft.com/office/drawing/2014/main" id="{79E01769-9DF2-46BC-9274-ECB570003A44}"/>
              </a:ext>
            </a:extLst>
          </p:cNvPr>
          <p:cNvSpPr>
            <a:spLocks xmlns:a="http://schemas.openxmlformats.org/drawingml/2006/main" noGrp="1"/>
          </p:cNvSpPr>
          <p:nvPr/>
        </p:nvSpPr>
        <p:spPr>
          <a:xfrm xmlns:a="http://schemas.openxmlformats.org/drawingml/2006/main">
            <a:off x="609600" y="2724150"/>
            <a:ext cx="6381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307"/>
          </a:bodyPr>
          <a:lstStyle xmlns:a="http://schemas.openxmlformats.org/drawingml/2006/main"/>
          <a:p xmlns:a="http://schemas.openxmlformats.org/drawingml/2006/main">
            <a:pPr algn="l">
              <a:lnSpc>
                <a:spcPct val="108000"/>
              </a:lnSpc>
              <a:buNone/>
              <a:defRPr sz="2025" b="1" i="1">
                <a:solidFill>
                  <a:srgbClr val="FFFFFF"/>
                </a:solidFill>
                <a:latin typeface="Avenir Next"/>
                <a:ea typeface="Avenir Next"/>
                <a:cs typeface="Avenir Next"/>
              </a:defRPr>
            </a:pPr>
            <a:r>
              <a:rPr sz="2025" b="1" i="1">
                <a:solidFill>
                  <a:srgbClr val="FFFFFF"/>
                </a:solidFill>
                <a:latin typeface="Avenir Next"/>
                <a:ea typeface="Avenir Next"/>
                <a:cs typeface="Avenir Next"/>
              </a:rPr>
              <a:t>“Quiero saber dónde estoy, qué hay cerca y cómo llegar.”</a:t>
            </a:r>
          </a:p>
        </p:txBody>
      </p:sp>
      <p:sp>
        <p:nvSpPr>
          <p:cNvPr id="13" name="">
            <a:extLst xmlns:a="http://schemas.openxmlformats.org/drawingml/2006/main">
              <a:ext uri="{FF2B5EF4-FFF2-40B4-BE49-F238E27FC236}">
                <a16:creationId xmlns:a16="http://schemas.microsoft.com/office/drawing/2014/main" id="{40439551-4E93-4263-8A62-269E786F40F0}"/>
              </a:ext>
            </a:extLst>
          </p:cNvPr>
          <p:cNvSpPr>
            <a:spLocks xmlns:a="http://schemas.openxmlformats.org/drawingml/2006/main" noGrp="1"/>
          </p:cNvSpPr>
          <p:nvPr/>
        </p:nvSpPr>
        <p:spPr>
          <a:xfrm xmlns:a="http://schemas.openxmlformats.org/drawingml/2006/main">
            <a:off x="609600" y="3638550"/>
            <a:ext cx="1162050" cy="1104900"/>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14F89803-2FFC-4CA7-8C11-45225B13B9D2}"/>
              </a:ext>
            </a:extLst>
          </p:cNvPr>
          <p:cNvSpPr>
            <a:spLocks xmlns:a="http://schemas.openxmlformats.org/drawingml/2006/main" noGrp="1"/>
          </p:cNvSpPr>
          <p:nvPr/>
        </p:nvSpPr>
        <p:spPr>
          <a:xfrm xmlns:a="http://schemas.openxmlformats.org/drawingml/2006/main">
            <a:off x="685800" y="3810000"/>
            <a:ext cx="1009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200" b="1" i="0">
                <a:solidFill>
                  <a:srgbClr val="FFFFFF"/>
                </a:solidFill>
                <a:latin typeface="DIN Condensed"/>
                <a:ea typeface="DIN Condensed"/>
                <a:cs typeface="DIN Condensed"/>
              </a:defRPr>
            </a:pPr>
            <a:r>
              <a:rPr sz="1200" b="1" i="0">
                <a:solidFill>
                  <a:srgbClr val="FFFFFF"/>
                </a:solidFill>
                <a:latin typeface="DIN Condensed"/>
                <a:ea typeface="DIN Condensed"/>
                <a:cs typeface="DIN Condensed"/>
              </a:rPr>
              <a:t>PLANEAR</a:t>
            </a:r>
          </a:p>
        </p:txBody>
      </p:sp>
      <p:sp>
        <p:nvSpPr>
          <p:cNvPr id="15" name="">
            <a:extLst xmlns:a="http://schemas.openxmlformats.org/drawingml/2006/main">
              <a:ext uri="{FF2B5EF4-FFF2-40B4-BE49-F238E27FC236}">
                <a16:creationId xmlns:a16="http://schemas.microsoft.com/office/drawing/2014/main" id="{90EE2807-0B3C-4A8E-96E6-A9D7E613B889}"/>
              </a:ext>
            </a:extLst>
          </p:cNvPr>
          <p:cNvSpPr>
            <a:spLocks xmlns:a="http://schemas.openxmlformats.org/drawingml/2006/main" noGrp="1"/>
          </p:cNvSpPr>
          <p:nvPr/>
        </p:nvSpPr>
        <p:spPr>
          <a:xfrm xmlns:a="http://schemas.openxmlformats.org/drawingml/2006/main">
            <a:off x="695325" y="4286250"/>
            <a:ext cx="990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elegir día y ruta</a:t>
            </a:r>
          </a:p>
        </p:txBody>
      </p:sp>
      <p:sp>
        <p:nvSpPr>
          <p:cNvPr id="16" name="">
            <a:extLst xmlns:a="http://schemas.openxmlformats.org/drawingml/2006/main">
              <a:ext uri="{FF2B5EF4-FFF2-40B4-BE49-F238E27FC236}">
                <a16:creationId xmlns:a16="http://schemas.microsoft.com/office/drawing/2014/main" id="{482390EA-6CBF-46D0-9468-CF5C954A798E}"/>
              </a:ext>
            </a:extLst>
          </p:cNvPr>
          <p:cNvSpPr>
            <a:spLocks xmlns:a="http://schemas.openxmlformats.org/drawingml/2006/main" noGrp="1"/>
          </p:cNvSpPr>
          <p:nvPr/>
        </p:nvSpPr>
        <p:spPr>
          <a:xfrm xmlns:a="http://schemas.openxmlformats.org/drawingml/2006/main">
            <a:off x="1905000" y="3638550"/>
            <a:ext cx="1162050" cy="1104900"/>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50D1A9FB-74C3-4584-A43A-A4E9E59643BC}"/>
              </a:ext>
            </a:extLst>
          </p:cNvPr>
          <p:cNvSpPr>
            <a:spLocks xmlns:a="http://schemas.openxmlformats.org/drawingml/2006/main" noGrp="1"/>
          </p:cNvSpPr>
          <p:nvPr/>
        </p:nvSpPr>
        <p:spPr>
          <a:xfrm xmlns:a="http://schemas.openxmlformats.org/drawingml/2006/main">
            <a:off x="1981200" y="3810000"/>
            <a:ext cx="1009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200" b="1" i="0">
                <a:solidFill>
                  <a:srgbClr val="FFFFFF"/>
                </a:solidFill>
                <a:latin typeface="DIN Condensed"/>
                <a:ea typeface="DIN Condensed"/>
                <a:cs typeface="DIN Condensed"/>
              </a:defRPr>
            </a:pPr>
            <a:r>
              <a:rPr sz="1200" b="1" i="0">
                <a:solidFill>
                  <a:srgbClr val="FFFFFF"/>
                </a:solidFill>
                <a:latin typeface="DIN Condensed"/>
                <a:ea typeface="DIN Condensed"/>
                <a:cs typeface="DIN Condensed"/>
              </a:rPr>
              <a:t>LLEGAR</a:t>
            </a:r>
          </a:p>
        </p:txBody>
      </p:sp>
      <p:sp>
        <p:nvSpPr>
          <p:cNvPr id="18" name="">
            <a:extLst xmlns:a="http://schemas.openxmlformats.org/drawingml/2006/main">
              <a:ext uri="{FF2B5EF4-FFF2-40B4-BE49-F238E27FC236}">
                <a16:creationId xmlns:a16="http://schemas.microsoft.com/office/drawing/2014/main" id="{03C79411-AFF1-4626-A0C3-C5E74C2EA1FF}"/>
              </a:ext>
            </a:extLst>
          </p:cNvPr>
          <p:cNvSpPr>
            <a:spLocks xmlns:a="http://schemas.openxmlformats.org/drawingml/2006/main" noGrp="1"/>
          </p:cNvSpPr>
          <p:nvPr/>
        </p:nvSpPr>
        <p:spPr>
          <a:xfrm xmlns:a="http://schemas.openxmlformats.org/drawingml/2006/main">
            <a:off x="1990725" y="4286250"/>
            <a:ext cx="990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680"/>
          </a:bodyPr>
          <a:lstStyle xmlns:a="http://schemas.openxmlformats.org/drawingml/2006/main"/>
          <a:p xmlns:a="http://schemas.openxmlformats.org/drawingml/2006/main">
            <a:pPr algn="ctr">
              <a:lnSpc>
                <a:spcPct val="105000"/>
              </a:lnSpc>
              <a:buNone/>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entrada o parqueadero</a:t>
            </a:r>
          </a:p>
        </p:txBody>
      </p:sp>
      <p:sp>
        <p:nvSpPr>
          <p:cNvPr id="19" name="">
            <a:extLst xmlns:a="http://schemas.openxmlformats.org/drawingml/2006/main">
              <a:ext uri="{FF2B5EF4-FFF2-40B4-BE49-F238E27FC236}">
                <a16:creationId xmlns:a16="http://schemas.microsoft.com/office/drawing/2014/main" id="{57E01A84-3BD1-479E-8243-8279B7E08A64}"/>
              </a:ext>
            </a:extLst>
          </p:cNvPr>
          <p:cNvSpPr>
            <a:spLocks xmlns:a="http://schemas.openxmlformats.org/drawingml/2006/main" noGrp="1"/>
          </p:cNvSpPr>
          <p:nvPr/>
        </p:nvSpPr>
        <p:spPr>
          <a:xfrm xmlns:a="http://schemas.openxmlformats.org/drawingml/2006/main">
            <a:off x="3200400" y="3638550"/>
            <a:ext cx="1162050" cy="1104900"/>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EB2AD38F-9AE0-42C3-8947-43499BA8B191}"/>
              </a:ext>
            </a:extLst>
          </p:cNvPr>
          <p:cNvSpPr>
            <a:spLocks xmlns:a="http://schemas.openxmlformats.org/drawingml/2006/main" noGrp="1"/>
          </p:cNvSpPr>
          <p:nvPr/>
        </p:nvSpPr>
        <p:spPr>
          <a:xfrm xmlns:a="http://schemas.openxmlformats.org/drawingml/2006/main">
            <a:off x="3276600" y="3810000"/>
            <a:ext cx="1009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200" b="1" i="0">
                <a:solidFill>
                  <a:srgbClr val="FFFFFF"/>
                </a:solidFill>
                <a:latin typeface="DIN Condensed"/>
                <a:ea typeface="DIN Condensed"/>
                <a:cs typeface="DIN Condensed"/>
              </a:defRPr>
            </a:pPr>
            <a:r>
              <a:rPr sz="1200" b="1" i="0">
                <a:solidFill>
                  <a:srgbClr val="FFFFFF"/>
                </a:solidFill>
                <a:latin typeface="DIN Condensed"/>
                <a:ea typeface="DIN Condensed"/>
                <a:cs typeface="DIN Condensed"/>
              </a:rPr>
              <a:t>UBICARME</a:t>
            </a:r>
          </a:p>
        </p:txBody>
      </p:sp>
      <p:sp>
        <p:nvSpPr>
          <p:cNvPr id="21" name="">
            <a:extLst xmlns:a="http://schemas.openxmlformats.org/drawingml/2006/main">
              <a:ext uri="{FF2B5EF4-FFF2-40B4-BE49-F238E27FC236}">
                <a16:creationId xmlns:a16="http://schemas.microsoft.com/office/drawing/2014/main" id="{26E0AA8D-D510-43DF-849B-E2210FA35F44}"/>
              </a:ext>
            </a:extLst>
          </p:cNvPr>
          <p:cNvSpPr>
            <a:spLocks xmlns:a="http://schemas.openxmlformats.org/drawingml/2006/main" noGrp="1"/>
          </p:cNvSpPr>
          <p:nvPr/>
        </p:nvSpPr>
        <p:spPr>
          <a:xfrm xmlns:a="http://schemas.openxmlformats.org/drawingml/2006/main">
            <a:off x="3286125" y="4286250"/>
            <a:ext cx="990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qué tengo cerca</a:t>
            </a:r>
          </a:p>
        </p:txBody>
      </p:sp>
      <p:sp>
        <p:nvSpPr>
          <p:cNvPr id="22" name="">
            <a:extLst xmlns:a="http://schemas.openxmlformats.org/drawingml/2006/main">
              <a:ext uri="{FF2B5EF4-FFF2-40B4-BE49-F238E27FC236}">
                <a16:creationId xmlns:a16="http://schemas.microsoft.com/office/drawing/2014/main" id="{FFBC4729-AEC7-4C4A-B2EB-0C51546ED51A}"/>
              </a:ext>
            </a:extLst>
          </p:cNvPr>
          <p:cNvSpPr>
            <a:spLocks xmlns:a="http://schemas.openxmlformats.org/drawingml/2006/main" noGrp="1"/>
          </p:cNvSpPr>
          <p:nvPr/>
        </p:nvSpPr>
        <p:spPr>
          <a:xfrm xmlns:a="http://schemas.openxmlformats.org/drawingml/2006/main">
            <a:off x="4495800" y="3638550"/>
            <a:ext cx="1162050" cy="1104900"/>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8D29E10D-2C9A-4FC9-B012-07A3558097C7}"/>
              </a:ext>
            </a:extLst>
          </p:cNvPr>
          <p:cNvSpPr>
            <a:spLocks xmlns:a="http://schemas.openxmlformats.org/drawingml/2006/main" noGrp="1"/>
          </p:cNvSpPr>
          <p:nvPr/>
        </p:nvSpPr>
        <p:spPr>
          <a:xfrm xmlns:a="http://schemas.openxmlformats.org/drawingml/2006/main">
            <a:off x="4572000" y="3810000"/>
            <a:ext cx="1009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200" b="1" i="0">
                <a:solidFill>
                  <a:srgbClr val="FFFFFF"/>
                </a:solidFill>
                <a:latin typeface="DIN Condensed"/>
                <a:ea typeface="DIN Condensed"/>
                <a:cs typeface="DIN Condensed"/>
              </a:defRPr>
            </a:pPr>
            <a:r>
              <a:rPr sz="1200" b="1" i="0">
                <a:solidFill>
                  <a:srgbClr val="FFFFFF"/>
                </a:solidFill>
                <a:latin typeface="DIN Condensed"/>
                <a:ea typeface="DIN Condensed"/>
                <a:cs typeface="DIN Condensed"/>
              </a:rPr>
              <a:t>ELEGIR</a:t>
            </a:r>
          </a:p>
        </p:txBody>
      </p:sp>
      <p:sp>
        <p:nvSpPr>
          <p:cNvPr id="24" name="">
            <a:extLst xmlns:a="http://schemas.openxmlformats.org/drawingml/2006/main">
              <a:ext uri="{FF2B5EF4-FFF2-40B4-BE49-F238E27FC236}">
                <a16:creationId xmlns:a16="http://schemas.microsoft.com/office/drawing/2014/main" id="{171E5387-8E31-4C74-A484-09F7271FE94E}"/>
              </a:ext>
            </a:extLst>
          </p:cNvPr>
          <p:cNvSpPr>
            <a:spLocks xmlns:a="http://schemas.openxmlformats.org/drawingml/2006/main" noGrp="1"/>
          </p:cNvSpPr>
          <p:nvPr/>
        </p:nvSpPr>
        <p:spPr>
          <a:xfrm xmlns:a="http://schemas.openxmlformats.org/drawingml/2006/main">
            <a:off x="4581525" y="4286250"/>
            <a:ext cx="990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ahora y después</a:t>
            </a:r>
          </a:p>
        </p:txBody>
      </p:sp>
      <p:sp>
        <p:nvSpPr>
          <p:cNvPr id="25" name="">
            <a:extLst xmlns:a="http://schemas.openxmlformats.org/drawingml/2006/main">
              <a:ext uri="{FF2B5EF4-FFF2-40B4-BE49-F238E27FC236}">
                <a16:creationId xmlns:a16="http://schemas.microsoft.com/office/drawing/2014/main" id="{9C5D7A6D-8CA4-4D3F-99AD-0DBDA21E5774}"/>
              </a:ext>
            </a:extLst>
          </p:cNvPr>
          <p:cNvSpPr>
            <a:spLocks xmlns:a="http://schemas.openxmlformats.org/drawingml/2006/main" noGrp="1"/>
          </p:cNvSpPr>
          <p:nvPr/>
        </p:nvSpPr>
        <p:spPr>
          <a:xfrm xmlns:a="http://schemas.openxmlformats.org/drawingml/2006/main">
            <a:off x="5791200" y="3638550"/>
            <a:ext cx="1162050" cy="1104900"/>
          </a:xfrm>
          <a:prstGeom xmlns:a="http://schemas.openxmlformats.org/drawingml/2006/main" prst="rect">
            <a:avLst/>
          </a:prstGeom>
          <a:solidFill xmlns:a="http://schemas.openxmlformats.org/drawingml/2006/main">
            <a:srgbClr val="2B0D3B"/>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1D32793A-B22F-4F40-A218-EC074B512CFF}"/>
              </a:ext>
            </a:extLst>
          </p:cNvPr>
          <p:cNvSpPr>
            <a:spLocks xmlns:a="http://schemas.openxmlformats.org/drawingml/2006/main" noGrp="1"/>
          </p:cNvSpPr>
          <p:nvPr/>
        </p:nvSpPr>
        <p:spPr>
          <a:xfrm xmlns:a="http://schemas.openxmlformats.org/drawingml/2006/main">
            <a:off x="5867400" y="3810000"/>
            <a:ext cx="1009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200" b="1" i="0">
                <a:solidFill>
                  <a:srgbClr val="FFFFFF"/>
                </a:solidFill>
                <a:latin typeface="DIN Condensed"/>
                <a:ea typeface="DIN Condensed"/>
                <a:cs typeface="DIN Condensed"/>
              </a:defRPr>
            </a:pPr>
            <a:r>
              <a:rPr sz="1200" b="1" i="0">
                <a:solidFill>
                  <a:srgbClr val="FFFFFF"/>
                </a:solidFill>
                <a:latin typeface="DIN Condensed"/>
                <a:ea typeface="DIN Condensed"/>
                <a:cs typeface="DIN Condensed"/>
              </a:rPr>
              <a:t>PEDIR AYUDA</a:t>
            </a:r>
          </a:p>
        </p:txBody>
      </p:sp>
      <p:sp>
        <p:nvSpPr>
          <p:cNvPr id="27" name="">
            <a:extLst xmlns:a="http://schemas.openxmlformats.org/drawingml/2006/main">
              <a:ext uri="{FF2B5EF4-FFF2-40B4-BE49-F238E27FC236}">
                <a16:creationId xmlns:a16="http://schemas.microsoft.com/office/drawing/2014/main" id="{FAAFF01C-94B8-4327-A090-9C3D6D5D2024}"/>
              </a:ext>
            </a:extLst>
          </p:cNvPr>
          <p:cNvSpPr>
            <a:spLocks xmlns:a="http://schemas.openxmlformats.org/drawingml/2006/main" noGrp="1"/>
          </p:cNvSpPr>
          <p:nvPr/>
        </p:nvSpPr>
        <p:spPr>
          <a:xfrm xmlns:a="http://schemas.openxmlformats.org/drawingml/2006/main">
            <a:off x="5876925" y="4286250"/>
            <a:ext cx="990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680"/>
          </a:bodyPr>
          <a:lstStyle xmlns:a="http://schemas.openxmlformats.org/drawingml/2006/main"/>
          <a:p xmlns:a="http://schemas.openxmlformats.org/drawingml/2006/main">
            <a:pPr algn="ctr">
              <a:lnSpc>
                <a:spcPct val="105000"/>
              </a:lnSpc>
              <a:buNone/>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seguridad o salida</a:t>
            </a:r>
          </a:p>
        </p:txBody>
      </p:sp>
      <p:sp>
        <p:nvSpPr>
          <p:cNvPr id="28" name="">
            <a:extLst xmlns:a="http://schemas.openxmlformats.org/drawingml/2006/main">
              <a:ext uri="{FF2B5EF4-FFF2-40B4-BE49-F238E27FC236}">
                <a16:creationId xmlns:a16="http://schemas.microsoft.com/office/drawing/2014/main" id="{E401E3AC-4132-4432-AF01-0C80098B6A14}"/>
              </a:ext>
            </a:extLst>
          </p:cNvPr>
          <p:cNvSpPr>
            <a:spLocks xmlns:a="http://schemas.openxmlformats.org/drawingml/2006/main" noGrp="1"/>
          </p:cNvSpPr>
          <p:nvPr/>
        </p:nvSpPr>
        <p:spPr>
          <a:xfrm xmlns:a="http://schemas.openxmlformats.org/drawingml/2006/main">
            <a:off x="7962900" y="857250"/>
            <a:ext cx="3086100" cy="4953000"/>
          </a:xfrm>
          <a:prstGeom xmlns:a="http://schemas.openxmlformats.org/drawingml/2006/main" prst="roundRect">
            <a:avLst>
              <a:gd name="adj" fmla="val 9259"/>
            </a:avLst>
          </a:prstGeom>
          <a:solidFill xmlns:a="http://schemas.openxmlformats.org/drawingml/2006/main">
            <a:srgbClr val="160A22"/>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676E23E7-B527-41FF-800D-FACBF5FD8AA2}"/>
              </a:ext>
            </a:extLst>
          </p:cNvPr>
          <p:cNvSpPr>
            <a:spLocks xmlns:a="http://schemas.openxmlformats.org/drawingml/2006/main" noGrp="1"/>
          </p:cNvSpPr>
          <p:nvPr/>
        </p:nvSpPr>
        <p:spPr>
          <a:xfrm xmlns:a="http://schemas.openxmlformats.org/drawingml/2006/main">
            <a:off x="8077200" y="1028700"/>
            <a:ext cx="2857500" cy="4610100"/>
          </a:xfrm>
          <a:prstGeom xmlns:a="http://schemas.openxmlformats.org/drawingml/2006/main" prst="roundRect">
            <a:avLst>
              <a:gd name="adj" fmla="val 7333"/>
            </a:avLst>
          </a:prstGeom>
          <a:solidFill xmlns:a="http://schemas.openxmlformats.org/drawingml/2006/main">
            <a:srgbClr val="FFF7EA"/>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63A1CEC2-A7B7-4991-A4F3-0755096795BE}"/>
              </a:ext>
            </a:extLst>
          </p:cNvPr>
          <p:cNvSpPr>
            <a:spLocks xmlns:a="http://schemas.openxmlformats.org/drawingml/2006/main" noGrp="1"/>
          </p:cNvSpPr>
          <p:nvPr/>
        </p:nvSpPr>
        <p:spPr>
          <a:xfrm xmlns:a="http://schemas.openxmlformats.org/drawingml/2006/main">
            <a:off x="9144000" y="933450"/>
            <a:ext cx="723900" cy="76200"/>
          </a:xfrm>
          <a:prstGeom xmlns:a="http://schemas.openxmlformats.org/drawingml/2006/main" prst="roundRect">
            <a:avLst>
              <a:gd name="adj" fmla="val 50000"/>
            </a:avLst>
          </a:prstGeom>
          <a:solidFill xmlns:a="http://schemas.openxmlformats.org/drawingml/2006/main">
            <a:srgbClr val="FFFFFF">
              <a:alpha val="40000"/>
            </a:srgbClr>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215AB50A-B26E-49CA-A35A-E8512E3D299B}"/>
              </a:ext>
            </a:extLst>
          </p:cNvPr>
          <p:cNvSpPr>
            <a:spLocks xmlns:a="http://schemas.openxmlformats.org/drawingml/2006/main" noGrp="1"/>
          </p:cNvSpPr>
          <p:nvPr/>
        </p:nvSpPr>
        <p:spPr>
          <a:xfrm xmlns:a="http://schemas.openxmlformats.org/drawingml/2006/main">
            <a:off x="8286750" y="120015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975" b="1" i="0">
                <a:solidFill>
                  <a:srgbClr val="E72D78"/>
                </a:solidFill>
                <a:latin typeface="Avenir Next"/>
                <a:ea typeface="Avenir Next"/>
                <a:cs typeface="Avenir Next"/>
              </a:defRPr>
            </a:pPr>
            <a:r>
              <a:rPr sz="975" b="1" i="0">
                <a:solidFill>
                  <a:srgbClr val="E72D78"/>
                </a:solidFill>
                <a:latin typeface="Avenir Next"/>
                <a:ea typeface="Avenir Next"/>
                <a:cs typeface="Avenir Next"/>
              </a:rPr>
              <a:t>FINADOS 2026</a:t>
            </a:r>
          </a:p>
        </p:txBody>
      </p:sp>
      <p:sp>
        <p:nvSpPr>
          <p:cNvPr id="32" name="">
            <a:extLst xmlns:a="http://schemas.openxmlformats.org/drawingml/2006/main">
              <a:ext uri="{FF2B5EF4-FFF2-40B4-BE49-F238E27FC236}">
                <a16:creationId xmlns:a16="http://schemas.microsoft.com/office/drawing/2014/main" id="{11DDF864-84CD-4220-9798-12B115BA9ADB}"/>
              </a:ext>
            </a:extLst>
          </p:cNvPr>
          <p:cNvSpPr>
            <a:spLocks xmlns:a="http://schemas.openxmlformats.org/drawingml/2006/main" noGrp="1"/>
          </p:cNvSpPr>
          <p:nvPr/>
        </p:nvSpPr>
        <p:spPr>
          <a:xfrm xmlns:a="http://schemas.openxmlformats.org/drawingml/2006/main">
            <a:off x="8267700" y="158115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800" b="1" i="0">
                <a:solidFill>
                  <a:srgbClr val="25112C"/>
                </a:solidFill>
                <a:latin typeface="DIN Condensed"/>
                <a:ea typeface="DIN Condensed"/>
                <a:cs typeface="DIN Condensed"/>
              </a:defRPr>
            </a:pPr>
            <a:r>
              <a:rPr sz="1800" b="1" i="0">
                <a:solidFill>
                  <a:srgbClr val="25112C"/>
                </a:solidFill>
                <a:latin typeface="DIN Condensed"/>
                <a:ea typeface="DIN Condensed"/>
                <a:cs typeface="DIN Condensed"/>
              </a:rPr>
              <a:t>¿QUÉ NECESITAS?</a:t>
            </a:r>
          </a:p>
        </p:txBody>
      </p:sp>
      <p:sp>
        <p:nvSpPr>
          <p:cNvPr id="33" name="">
            <a:extLst xmlns:a="http://schemas.openxmlformats.org/drawingml/2006/main">
              <a:ext uri="{FF2B5EF4-FFF2-40B4-BE49-F238E27FC236}">
                <a16:creationId xmlns:a16="http://schemas.microsoft.com/office/drawing/2014/main" id="{68CA463C-7BEC-4698-89F3-399C34C632A9}"/>
              </a:ext>
            </a:extLst>
          </p:cNvPr>
          <p:cNvSpPr>
            <a:spLocks xmlns:a="http://schemas.openxmlformats.org/drawingml/2006/main" noGrp="1"/>
          </p:cNvSpPr>
          <p:nvPr/>
        </p:nvSpPr>
        <p:spPr>
          <a:xfrm xmlns:a="http://schemas.openxmlformats.org/drawingml/2006/main">
            <a:off x="8286750" y="2114550"/>
            <a:ext cx="2438400" cy="666750"/>
          </a:xfrm>
          <a:prstGeom xmlns:a="http://schemas.openxmlformats.org/drawingml/2006/main" prst="roundRect">
            <a:avLst>
              <a:gd name="adj" fmla="val 22857"/>
            </a:avLst>
          </a:prstGeom>
          <a:solidFill xmlns:a="http://schemas.openxmlformats.org/drawingml/2006/main">
            <a:srgbClr val="00AFA0"/>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B19AAF0B-3436-4AB6-AD8D-7B6282F7DEC3}"/>
              </a:ext>
            </a:extLst>
          </p:cNvPr>
          <p:cNvSpPr>
            <a:spLocks xmlns:a="http://schemas.openxmlformats.org/drawingml/2006/main" noGrp="1"/>
          </p:cNvSpPr>
          <p:nvPr/>
        </p:nvSpPr>
        <p:spPr>
          <a:xfrm xmlns:a="http://schemas.openxmlformats.org/drawingml/2006/main">
            <a:off x="8477250" y="2305050"/>
            <a:ext cx="2057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500" b="1" i="0">
                <a:solidFill>
                  <a:srgbClr val="FFFFFF"/>
                </a:solidFill>
                <a:latin typeface="DIN Condensed"/>
                <a:ea typeface="DIN Condensed"/>
                <a:cs typeface="DIN Condensed"/>
              </a:defRPr>
            </a:pPr>
            <a:r>
              <a:rPr sz="1500" b="1" i="0">
                <a:solidFill>
                  <a:srgbClr val="FFFFFF"/>
                </a:solidFill>
                <a:latin typeface="DIN Condensed"/>
                <a:ea typeface="DIN Condensed"/>
                <a:cs typeface="DIN Condensed"/>
              </a:rPr>
              <a:t>ABRIR MAPA</a:t>
            </a:r>
          </a:p>
        </p:txBody>
      </p:sp>
      <p:sp>
        <p:nvSpPr>
          <p:cNvPr id="35" name="">
            <a:extLst xmlns:a="http://schemas.openxmlformats.org/drawingml/2006/main">
              <a:ext uri="{FF2B5EF4-FFF2-40B4-BE49-F238E27FC236}">
                <a16:creationId xmlns:a16="http://schemas.microsoft.com/office/drawing/2014/main" id="{80821A68-5AB2-420B-8012-96BA0F3C579F}"/>
              </a:ext>
            </a:extLst>
          </p:cNvPr>
          <p:cNvSpPr>
            <a:spLocks xmlns:a="http://schemas.openxmlformats.org/drawingml/2006/main" noGrp="1"/>
          </p:cNvSpPr>
          <p:nvPr/>
        </p:nvSpPr>
        <p:spPr>
          <a:xfrm xmlns:a="http://schemas.openxmlformats.org/drawingml/2006/main">
            <a:off x="8286750" y="2990850"/>
            <a:ext cx="2438400" cy="419100"/>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761BF897-CF8F-4B0B-8CB0-D215F9B16443}"/>
              </a:ext>
            </a:extLst>
          </p:cNvPr>
          <p:cNvSpPr>
            <a:spLocks xmlns:a="http://schemas.openxmlformats.org/drawingml/2006/main" noGrp="1"/>
          </p:cNvSpPr>
          <p:nvPr/>
        </p:nvSpPr>
        <p:spPr>
          <a:xfrm xmlns:a="http://schemas.openxmlformats.org/drawingml/2006/main">
            <a:off x="8420100" y="3105150"/>
            <a:ext cx="2171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AGENDA DE HOY</a:t>
            </a:r>
          </a:p>
        </p:txBody>
      </p:sp>
      <p:sp>
        <p:nvSpPr>
          <p:cNvPr id="37" name="">
            <a:extLst xmlns:a="http://schemas.openxmlformats.org/drawingml/2006/main">
              <a:ext uri="{FF2B5EF4-FFF2-40B4-BE49-F238E27FC236}">
                <a16:creationId xmlns:a16="http://schemas.microsoft.com/office/drawing/2014/main" id="{5B63AFE6-E8CE-47C0-B778-4164A84BD9D4}"/>
              </a:ext>
            </a:extLst>
          </p:cNvPr>
          <p:cNvSpPr>
            <a:spLocks xmlns:a="http://schemas.openxmlformats.org/drawingml/2006/main" noGrp="1"/>
          </p:cNvSpPr>
          <p:nvPr/>
        </p:nvSpPr>
        <p:spPr>
          <a:xfrm xmlns:a="http://schemas.openxmlformats.org/drawingml/2006/main">
            <a:off x="8286750" y="3543300"/>
            <a:ext cx="2438400" cy="419100"/>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BE7047EB-9BE7-4C38-84A5-7551981079AB}"/>
              </a:ext>
            </a:extLst>
          </p:cNvPr>
          <p:cNvSpPr>
            <a:spLocks xmlns:a="http://schemas.openxmlformats.org/drawingml/2006/main" noGrp="1"/>
          </p:cNvSpPr>
          <p:nvPr/>
        </p:nvSpPr>
        <p:spPr>
          <a:xfrm xmlns:a="http://schemas.openxmlformats.org/drawingml/2006/main">
            <a:off x="8420100" y="3657600"/>
            <a:ext cx="2171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BAÑOS Y COMIDA</a:t>
            </a:r>
          </a:p>
        </p:txBody>
      </p:sp>
      <p:sp>
        <p:nvSpPr>
          <p:cNvPr id="39" name="">
            <a:extLst xmlns:a="http://schemas.openxmlformats.org/drawingml/2006/main">
              <a:ext uri="{FF2B5EF4-FFF2-40B4-BE49-F238E27FC236}">
                <a16:creationId xmlns:a16="http://schemas.microsoft.com/office/drawing/2014/main" id="{DF95DEA0-CAF3-4BCE-81F9-02031A35BABE}"/>
              </a:ext>
            </a:extLst>
          </p:cNvPr>
          <p:cNvSpPr>
            <a:spLocks xmlns:a="http://schemas.openxmlformats.org/drawingml/2006/main" noGrp="1"/>
          </p:cNvSpPr>
          <p:nvPr/>
        </p:nvSpPr>
        <p:spPr>
          <a:xfrm xmlns:a="http://schemas.openxmlformats.org/drawingml/2006/main">
            <a:off x="8286750" y="4095750"/>
            <a:ext cx="2438400" cy="419100"/>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606F4199-3611-4087-BF5E-0558E3536E3C}"/>
              </a:ext>
            </a:extLst>
          </p:cNvPr>
          <p:cNvSpPr>
            <a:spLocks xmlns:a="http://schemas.openxmlformats.org/drawingml/2006/main" noGrp="1"/>
          </p:cNvSpPr>
          <p:nvPr/>
        </p:nvSpPr>
        <p:spPr>
          <a:xfrm xmlns:a="http://schemas.openxmlformats.org/drawingml/2006/main">
            <a:off x="8420100" y="4210050"/>
            <a:ext cx="2171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ESCENARIOS</a:t>
            </a:r>
          </a:p>
        </p:txBody>
      </p:sp>
      <p:sp>
        <p:nvSpPr>
          <p:cNvPr id="41" name="">
            <a:extLst xmlns:a="http://schemas.openxmlformats.org/drawingml/2006/main">
              <a:ext uri="{FF2B5EF4-FFF2-40B4-BE49-F238E27FC236}">
                <a16:creationId xmlns:a16="http://schemas.microsoft.com/office/drawing/2014/main" id="{DC679D54-7784-470D-A672-2D4C59253ED7}"/>
              </a:ext>
            </a:extLst>
          </p:cNvPr>
          <p:cNvSpPr>
            <a:spLocks xmlns:a="http://schemas.openxmlformats.org/drawingml/2006/main" noGrp="1"/>
          </p:cNvSpPr>
          <p:nvPr/>
        </p:nvSpPr>
        <p:spPr>
          <a:xfrm xmlns:a="http://schemas.openxmlformats.org/drawingml/2006/main">
            <a:off x="8286750" y="4648200"/>
            <a:ext cx="2438400" cy="419100"/>
          </a:xfrm>
          <a:prstGeom xmlns:a="http://schemas.openxmlformats.org/drawingml/2006/main" prst="rect">
            <a:avLst/>
          </a:prstGeom>
          <a:solidFill xmlns:a="http://schemas.openxmlformats.org/drawingml/2006/main">
            <a:srgbClr val="2B0D3B"/>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A74F463B-CB90-4B09-9986-2C80B53236B9}"/>
              </a:ext>
            </a:extLst>
          </p:cNvPr>
          <p:cNvSpPr>
            <a:spLocks xmlns:a="http://schemas.openxmlformats.org/drawingml/2006/main" noGrp="1"/>
          </p:cNvSpPr>
          <p:nvPr/>
        </p:nvSpPr>
        <p:spPr>
          <a:xfrm xmlns:a="http://schemas.openxmlformats.org/drawingml/2006/main">
            <a:off x="8420100" y="4762500"/>
            <a:ext cx="2171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AYUDA Y SALIDAS</a:t>
            </a:r>
          </a:p>
        </p:txBody>
      </p:sp>
      <p:sp>
        <p:nvSpPr>
          <p:cNvPr id="43" name="">
            <a:extLst xmlns:a="http://schemas.openxmlformats.org/drawingml/2006/main">
              <a:ext uri="{FF2B5EF4-FFF2-40B4-BE49-F238E27FC236}">
                <a16:creationId xmlns:a16="http://schemas.microsoft.com/office/drawing/2014/main" id="{B90138AC-5183-4459-9DF6-80CCC41C99DD}"/>
              </a:ext>
            </a:extLst>
          </p:cNvPr>
          <p:cNvSpPr>
            <a:spLocks xmlns:a="http://schemas.openxmlformats.org/drawingml/2006/main" noGrp="1"/>
          </p:cNvSpPr>
          <p:nvPr/>
        </p:nvSpPr>
        <p:spPr>
          <a:xfrm xmlns:a="http://schemas.openxmlformats.org/drawingml/2006/main">
            <a:off x="7734300" y="6019800"/>
            <a:ext cx="3543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750" b="1" i="0">
                <a:solidFill>
                  <a:srgbClr val="FFFFFF">
                    <a:alpha val="72000"/>
                  </a:srgbClr>
                </a:solidFill>
                <a:latin typeface="Avenir Next"/>
                <a:ea typeface="Avenir Next"/>
                <a:cs typeface="Avenir Next"/>
              </a:defRPr>
            </a:pPr>
            <a:r>
              <a:rPr sz="750" b="1" i="0">
                <a:solidFill>
                  <a:srgbClr val="FFFFFF">
                    <a:alpha val="72000"/>
                  </a:srgbClr>
                </a:solidFill>
                <a:latin typeface="Avenir Next"/>
                <a:ea typeface="Avenir Next"/>
                <a:cs typeface="Avenir Next"/>
              </a:rPr>
              <a:t>WIREFRAME FUNCIONAL PROPUESTO · NO ES INTERFAZ FINAL</a:t>
            </a:r>
          </a:p>
        </p:txBody>
      </p:sp>
      <p:sp>
        <p:nvSpPr>
          <p:cNvPr id="44" name="">
            <a:extLst xmlns:a="http://schemas.openxmlformats.org/drawingml/2006/main">
              <a:ext uri="{FF2B5EF4-FFF2-40B4-BE49-F238E27FC236}">
                <a16:creationId xmlns:a16="http://schemas.microsoft.com/office/drawing/2014/main" id="{22192729-EA32-4DAF-AE44-EE31CD78DD4A}"/>
              </a:ext>
            </a:extLst>
          </p:cNvPr>
          <p:cNvSpPr>
            <a:spLocks xmlns:a="http://schemas.openxmlformats.org/drawingml/2006/main" noGrp="1"/>
          </p:cNvSpPr>
          <p:nvPr/>
        </p:nvSpPr>
        <p:spPr>
          <a:xfrm xmlns:a="http://schemas.openxmlformats.org/drawingml/2006/main">
            <a:off x="609600" y="5067300"/>
            <a:ext cx="6381750" cy="990600"/>
          </a:xfrm>
          <a:prstGeom xmlns:a="http://schemas.openxmlformats.org/drawingml/2006/main" prst="roundRect">
            <a:avLst>
              <a:gd name="adj" fmla="val 17308"/>
            </a:avLst>
          </a:prstGeom>
          <a:solidFill xmlns:a="http://schemas.openxmlformats.org/drawingml/2006/main">
            <a:srgbClr val="2B0D3B"/>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4481D3FC-6431-4D7E-879C-657061D9C5C1}"/>
              </a:ext>
            </a:extLst>
          </p:cNvPr>
          <p:cNvSpPr>
            <a:spLocks xmlns:a="http://schemas.openxmlformats.org/drawingml/2006/main" noGrp="1"/>
          </p:cNvSpPr>
          <p:nvPr/>
        </p:nvSpPr>
        <p:spPr>
          <a:xfrm xmlns:a="http://schemas.openxmlformats.org/drawingml/2006/main">
            <a:off x="800100" y="523875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75" b="1" i="0">
                <a:solidFill>
                  <a:srgbClr val="FFC928"/>
                </a:solidFill>
                <a:latin typeface="DIN Condensed"/>
                <a:ea typeface="DIN Condensed"/>
                <a:cs typeface="DIN Condensed"/>
              </a:defRPr>
            </a:pPr>
            <a:r>
              <a:rPr sz="1275" b="1" i="0">
                <a:solidFill>
                  <a:srgbClr val="FFC928"/>
                </a:solidFill>
                <a:latin typeface="DIN Condensed"/>
                <a:ea typeface="DIN Condensed"/>
                <a:cs typeface="DIN Condensed"/>
              </a:rPr>
              <a:t>CONTRATO DEL MVP</a:t>
            </a:r>
          </a:p>
        </p:txBody>
      </p:sp>
      <p:sp>
        <p:nvSpPr>
          <p:cNvPr id="46" name="">
            <a:extLst xmlns:a="http://schemas.openxmlformats.org/drawingml/2006/main">
              <a:ext uri="{FF2B5EF4-FFF2-40B4-BE49-F238E27FC236}">
                <a16:creationId xmlns:a16="http://schemas.microsoft.com/office/drawing/2014/main" id="{C43981EB-3741-44DA-A1D6-AC01E73E3F68}"/>
              </a:ext>
            </a:extLst>
          </p:cNvPr>
          <p:cNvSpPr>
            <a:spLocks xmlns:a="http://schemas.openxmlformats.org/drawingml/2006/main" noGrp="1"/>
          </p:cNvSpPr>
          <p:nvPr/>
        </p:nvSpPr>
        <p:spPr>
          <a:xfrm xmlns:a="http://schemas.openxmlformats.org/drawingml/2006/main">
            <a:off x="800100" y="5543550"/>
            <a:ext cx="5981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PWA estática · QR o enlace · navegador primero · instalación opcional · offline después de la primera carga</a:t>
            </a:r>
          </a:p>
        </p:txBody>
      </p:sp>
      <p:sp>
        <p:nvSpPr>
          <p:cNvPr id="47" name="">
            <a:extLst xmlns:a="http://schemas.openxmlformats.org/drawingml/2006/main">
              <a:ext uri="{FF2B5EF4-FFF2-40B4-BE49-F238E27FC236}">
                <a16:creationId xmlns:a16="http://schemas.microsoft.com/office/drawing/2014/main" id="{91AE8383-A987-41E6-971D-196310DC5BF8}"/>
              </a:ext>
            </a:extLst>
          </p:cNvPr>
          <p:cNvSpPr>
            <a:spLocks xmlns:a="http://schemas.openxmlformats.org/drawingml/2006/main" noGrp="1"/>
          </p:cNvSpPr>
          <p:nvPr/>
        </p:nvSpPr>
        <p:spPr>
          <a:xfrm xmlns:a="http://schemas.openxmlformats.org/drawingml/2006/main">
            <a:off x="609600" y="6210300"/>
            <a:ext cx="10744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975" b="1" i="0">
                <a:solidFill>
                  <a:srgbClr val="FFC928"/>
                </a:solidFill>
                <a:latin typeface="Avenir Next"/>
                <a:ea typeface="Avenir Next"/>
                <a:cs typeface="Avenir Next"/>
              </a:defRPr>
            </a:pPr>
            <a:r>
              <a:rPr sz="975" b="1" i="0">
                <a:solidFill>
                  <a:srgbClr val="FFC928"/>
                </a:solidFill>
                <a:latin typeface="Avenir Next"/>
                <a:ea typeface="Avenir Next"/>
                <a:cs typeface="Avenir Next"/>
              </a:rPr>
              <a:t>SIN BACKEND · CUENTAS · PAGOS · RESERVAS · TIEMPO REAL · PUSH · CHATBOT · APP STORES</a:t>
            </a:r>
          </a:p>
        </p:txBody>
      </p:sp>
    </p:spTree>
    <p:extLst>
      <p:ext uri="{BB962C8B-B14F-4D97-AF65-F5344CB8AC3E}">
        <p14:creationId xmlns:p14="http://schemas.microsoft.com/office/powerpoint/2010/main" val="1355242391"/>
      </p:ext>
    </p:extLst>
  </p:cSld>
</p:sld>
</file>

<file path=ppt/slides/slide34.xml><?xml version="1.0" encoding="utf-8"?>
<p:sld xmlns:p="http://schemas.openxmlformats.org/presentationml/2006/main">
  <p:cSld>
    <p:bg>
      <p:bgPr>
        <a:solidFill xmlns:a="http://schemas.openxmlformats.org/drawingml/2006/main">
          <a:srgbClr val="FFF7EA"/>
        </a:solidFill>
      </p:bgPr>
    </p:bg>
    <p:spTree>
      <p:nvGrpSpPr>
        <p:cNvPr id="1" name=""/>
        <p:cNvGrpSpPr/>
        <p:nvPr/>
      </p:nvGrpSpPr>
      <p:grpSpPr>
        <a:xfrm xmlns:a="http://schemas.openxmlformats.org/drawingml/2006/main"/>
      </p:grpSpPr>
      <p:sp>
        <p:nvSpPr>
          <p:cNvPr id="47" name="">
            <a:extLst xmlns:a="http://schemas.openxmlformats.org/drawingml/2006/main">
              <a:ext uri="{FF2B5EF4-FFF2-40B4-BE49-F238E27FC236}">
                <a16:creationId xmlns:a16="http://schemas.microsoft.com/office/drawing/2014/main" id="{63428F84-9B64-4145-9DE4-E1270193765E}"/>
              </a:ext>
            </a:extLst>
          </p:cNvPr>
          <p:cNvSpPr>
            <a:spLocks xmlns:a="http://schemas.openxmlformats.org/drawingml/2006/main" noGrp="1"/>
          </p:cNvSpPr>
          <p:nvPr/>
        </p:nvSpPr>
        <p:spPr>
          <a:xfrm xmlns:a="http://schemas.openxmlformats.org/drawingml/2006/main">
            <a:off x="0" y="0"/>
            <a:ext cx="2438400" cy="66675"/>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FD39129-4E2A-447C-8CE8-34B5C856B93E}"/>
              </a:ext>
            </a:extLst>
          </p:cNvPr>
          <p:cNvSpPr>
            <a:spLocks xmlns:a="http://schemas.openxmlformats.org/drawingml/2006/main" noGrp="1"/>
          </p:cNvSpPr>
          <p:nvPr/>
        </p:nvSpPr>
        <p:spPr>
          <a:xfrm xmlns:a="http://schemas.openxmlformats.org/drawingml/2006/main">
            <a:off x="2438400" y="0"/>
            <a:ext cx="2438400" cy="66675"/>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782CD0D3-51AF-439B-9B1D-8D0130E6787C}"/>
              </a:ext>
            </a:extLst>
          </p:cNvPr>
          <p:cNvSpPr>
            <a:spLocks xmlns:a="http://schemas.openxmlformats.org/drawingml/2006/main" noGrp="1"/>
          </p:cNvSpPr>
          <p:nvPr/>
        </p:nvSpPr>
        <p:spPr>
          <a:xfrm xmlns:a="http://schemas.openxmlformats.org/drawingml/2006/main">
            <a:off x="4876800" y="0"/>
            <a:ext cx="2438400" cy="66675"/>
          </a:xfrm>
          <a:prstGeom xmlns:a="http://schemas.openxmlformats.org/drawingml/2006/main" prst="rect">
            <a:avLst/>
          </a:prstGeom>
          <a:solidFill xmlns:a="http://schemas.openxmlformats.org/drawingml/2006/main">
            <a:srgbClr val="FFC92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068F552-8FE4-4FB5-AFC7-2F107F6FA549}"/>
              </a:ext>
            </a:extLst>
          </p:cNvPr>
          <p:cNvSpPr>
            <a:spLocks xmlns:a="http://schemas.openxmlformats.org/drawingml/2006/main" noGrp="1"/>
          </p:cNvSpPr>
          <p:nvPr/>
        </p:nvSpPr>
        <p:spPr>
          <a:xfrm xmlns:a="http://schemas.openxmlformats.org/drawingml/2006/main">
            <a:off x="7315200" y="0"/>
            <a:ext cx="2438400" cy="66675"/>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641713CA-60BC-4FD3-96FE-BC28FC11A0E1}"/>
              </a:ext>
            </a:extLst>
          </p:cNvPr>
          <p:cNvSpPr>
            <a:spLocks xmlns:a="http://schemas.openxmlformats.org/drawingml/2006/main" noGrp="1"/>
          </p:cNvSpPr>
          <p:nvPr/>
        </p:nvSpPr>
        <p:spPr>
          <a:xfrm xmlns:a="http://schemas.openxmlformats.org/drawingml/2006/main">
            <a:off x="9753600" y="0"/>
            <a:ext cx="2438400" cy="66675"/>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AC756FCA-0872-4761-9780-88F36BBE39A1}"/>
              </a:ext>
            </a:extLst>
          </p:cNvPr>
          <p:cNvSpPr>
            <a:spLocks xmlns:a="http://schemas.openxmlformats.org/drawingml/2006/main" noGrp="1"/>
          </p:cNvSpPr>
          <p:nvPr/>
        </p:nvSpPr>
        <p:spPr>
          <a:xfrm xmlns:a="http://schemas.openxmlformats.org/drawingml/2006/main">
            <a:off x="609600" y="26670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E72D78"/>
                </a:solidFill>
                <a:latin typeface="Avenir Next"/>
                <a:ea typeface="Avenir Next"/>
                <a:cs typeface="Avenir Next"/>
              </a:defRPr>
            </a:pPr>
            <a:r>
              <a:rPr sz="825" b="1" i="0">
                <a:solidFill>
                  <a:srgbClr val="E72D78"/>
                </a:solidFill>
                <a:latin typeface="Avenir Next"/>
                <a:ea typeface="Avenir Next"/>
                <a:cs typeface="Avenir Next"/>
              </a:rPr>
              <a:t>APP · ARQUITECTURA DE INFORMACIÓN</a:t>
            </a:r>
          </a:p>
        </p:txBody>
      </p:sp>
      <p:sp>
        <p:nvSpPr>
          <p:cNvPr id="7" name="">
            <a:extLst xmlns:a="http://schemas.openxmlformats.org/drawingml/2006/main">
              <a:ext uri="{FF2B5EF4-FFF2-40B4-BE49-F238E27FC236}">
                <a16:creationId xmlns:a16="http://schemas.microsoft.com/office/drawing/2014/main" id="{4CAA9A7D-D8B2-440E-BF54-52C79FEB6606}"/>
              </a:ext>
            </a:extLst>
          </p:cNvPr>
          <p:cNvSpPr>
            <a:spLocks xmlns:a="http://schemas.openxmlformats.org/drawingml/2006/main" noGrp="1"/>
          </p:cNvSpPr>
          <p:nvPr/>
        </p:nvSpPr>
        <p:spPr>
          <a:xfrm xmlns:a="http://schemas.openxmlformats.org/drawingml/2006/main">
            <a:off x="609600" y="6534150"/>
            <a:ext cx="4762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675" b="1" i="0">
                <a:solidFill>
                  <a:srgbClr val="25112C">
                    <a:alpha val="55000"/>
                  </a:srgbClr>
                </a:solidFill>
                <a:latin typeface="Avenir Next"/>
                <a:ea typeface="Avenir Next"/>
                <a:cs typeface="Avenir Next"/>
              </a:defRPr>
            </a:pPr>
            <a:r>
              <a:rPr sz="675" b="1" i="0">
                <a:solidFill>
                  <a:srgbClr val="25112C">
                    <a:alpha val="55000"/>
                  </a:srgbClr>
                </a:solidFill>
                <a:latin typeface="Avenir Next"/>
                <a:ea typeface="Avenir Next"/>
                <a:cs typeface="Avenir Next"/>
              </a:rPr>
              <a:t>DOCUMENTO INTERNO · PROPUESTA EN REVISIÓN</a:t>
            </a:r>
          </a:p>
        </p:txBody>
      </p:sp>
      <p:sp>
        <p:nvSpPr>
          <p:cNvPr id="8" name="">
            <a:extLst xmlns:a="http://schemas.openxmlformats.org/drawingml/2006/main">
              <a:ext uri="{FF2B5EF4-FFF2-40B4-BE49-F238E27FC236}">
                <a16:creationId xmlns:a16="http://schemas.microsoft.com/office/drawing/2014/main" id="{93BC1D7F-77AC-4336-A45E-BF01B0F82651}"/>
              </a:ext>
            </a:extLst>
          </p:cNvPr>
          <p:cNvSpPr>
            <a:spLocks xmlns:a="http://schemas.openxmlformats.org/drawingml/2006/main" noGrp="1"/>
          </p:cNvSpPr>
          <p:nvPr/>
        </p:nvSpPr>
        <p:spPr>
          <a:xfrm xmlns:a="http://schemas.openxmlformats.org/drawingml/2006/main">
            <a:off x="11239500" y="6505575"/>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750" b="1" i="0">
                <a:solidFill>
                  <a:srgbClr val="25112C">
                    <a:alpha val="55000"/>
                  </a:srgbClr>
                </a:solidFill>
                <a:latin typeface="Avenir Next"/>
                <a:ea typeface="Avenir Next"/>
                <a:cs typeface="Avenir Next"/>
              </a:defRPr>
            </a:pPr>
            <a:r>
              <a:rPr sz="750" b="1" i="0">
                <a:solidFill>
                  <a:srgbClr val="25112C">
                    <a:alpha val="55000"/>
                  </a:srgbClr>
                </a:solidFill>
                <a:latin typeface="Avenir Next"/>
                <a:ea typeface="Avenir Next"/>
                <a:cs typeface="Avenir Next"/>
              </a:rPr>
              <a:t>34</a:t>
            </a:r>
          </a:p>
        </p:txBody>
      </p:sp>
      <p:sp>
        <p:nvSpPr>
          <p:cNvPr id="9" name="">
            <a:extLst xmlns:a="http://schemas.openxmlformats.org/drawingml/2006/main">
              <a:ext uri="{FF2B5EF4-FFF2-40B4-BE49-F238E27FC236}">
                <a16:creationId xmlns:a16="http://schemas.microsoft.com/office/drawing/2014/main" id="{54534A6A-60A9-4294-AD3F-EE08645E7DF6}"/>
              </a:ext>
            </a:extLst>
          </p:cNvPr>
          <p:cNvSpPr>
            <a:spLocks xmlns:a="http://schemas.openxmlformats.org/drawingml/2006/main" noGrp="1"/>
          </p:cNvSpPr>
          <p:nvPr/>
        </p:nvSpPr>
        <p:spPr>
          <a:xfrm xmlns:a="http://schemas.openxmlformats.org/drawingml/2006/main">
            <a:off x="609600" y="666750"/>
            <a:ext cx="1066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E72D78"/>
                </a:solidFill>
                <a:latin typeface="Avenir Next"/>
                <a:ea typeface="Avenir Next"/>
                <a:cs typeface="Avenir Next"/>
              </a:defRPr>
            </a:pPr>
            <a:r>
              <a:rPr sz="900" b="1" i="0">
                <a:solidFill>
                  <a:srgbClr val="E72D78"/>
                </a:solidFill>
                <a:latin typeface="Avenir Next"/>
                <a:ea typeface="Avenir Next"/>
                <a:cs typeface="Avenir Next"/>
              </a:rPr>
              <a:t>PANTALLA INICIAL</a:t>
            </a:r>
          </a:p>
        </p:txBody>
      </p:sp>
      <p:sp>
        <p:nvSpPr>
          <p:cNvPr id="10" name="">
            <a:extLst xmlns:a="http://schemas.openxmlformats.org/drawingml/2006/main">
              <a:ext uri="{FF2B5EF4-FFF2-40B4-BE49-F238E27FC236}">
                <a16:creationId xmlns:a16="http://schemas.microsoft.com/office/drawing/2014/main" id="{4ADA757C-0D3B-4D7F-9D25-6ABE08262DBC}"/>
              </a:ext>
            </a:extLst>
          </p:cNvPr>
          <p:cNvSpPr>
            <a:spLocks xmlns:a="http://schemas.openxmlformats.org/drawingml/2006/main" noGrp="1"/>
          </p:cNvSpPr>
          <p:nvPr/>
        </p:nvSpPr>
        <p:spPr>
          <a:xfrm xmlns:a="http://schemas.openxmlformats.org/drawingml/2006/main">
            <a:off x="609600" y="990600"/>
            <a:ext cx="1066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3900" b="1" i="0">
                <a:solidFill>
                  <a:srgbClr val="25112C"/>
                </a:solidFill>
                <a:latin typeface="DIN Condensed"/>
                <a:ea typeface="DIN Condensed"/>
                <a:cs typeface="DIN Condensed"/>
              </a:defRPr>
            </a:pPr>
            <a:r>
              <a:rPr sz="3900" b="1" i="0">
                <a:solidFill>
                  <a:srgbClr val="25112C"/>
                </a:solidFill>
                <a:latin typeface="DIN Condensed"/>
                <a:ea typeface="DIN Condensed"/>
                <a:cs typeface="DIN Condensed"/>
              </a:rPr>
              <a:t>Cinco tareas urgentes, visibles desde el primer toque.</a:t>
            </a:r>
          </a:p>
        </p:txBody>
      </p:sp>
      <p:sp>
        <p:nvSpPr>
          <p:cNvPr id="11" name="">
            <a:extLst xmlns:a="http://schemas.openxmlformats.org/drawingml/2006/main">
              <a:ext uri="{FF2B5EF4-FFF2-40B4-BE49-F238E27FC236}">
                <a16:creationId xmlns:a16="http://schemas.microsoft.com/office/drawing/2014/main" id="{6521A1EE-0614-4A63-9FA1-D3DA8BD588E0}"/>
              </a:ext>
            </a:extLst>
          </p:cNvPr>
          <p:cNvSpPr>
            <a:spLocks xmlns:a="http://schemas.openxmlformats.org/drawingml/2006/main" noGrp="1"/>
          </p:cNvSpPr>
          <p:nvPr/>
        </p:nvSpPr>
        <p:spPr>
          <a:xfrm xmlns:a="http://schemas.openxmlformats.org/drawingml/2006/main">
            <a:off x="609600" y="1828800"/>
            <a:ext cx="10668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0" i="0">
                <a:solidFill>
                  <a:srgbClr val="6D6470"/>
                </a:solidFill>
                <a:latin typeface="Avenir Next"/>
                <a:ea typeface="Avenir Next"/>
                <a:cs typeface="Avenir Next"/>
              </a:defRPr>
            </a:pPr>
            <a:r>
              <a:rPr sz="1500" b="0" i="0">
                <a:solidFill>
                  <a:srgbClr val="6D6470"/>
                </a:solidFill>
                <a:latin typeface="Avenir Next"/>
                <a:ea typeface="Avenir Next"/>
                <a:cs typeface="Avenir Next"/>
              </a:rPr>
              <a:t>La guía no obliga a navegar menús profundos: mapa, agenda, servicios, ayuda y última actualización aparecen de inmediato.</a:t>
            </a:r>
          </a:p>
        </p:txBody>
      </p:sp>
      <p:sp>
        <p:nvSpPr>
          <p:cNvPr id="12" name="">
            <a:extLst xmlns:a="http://schemas.openxmlformats.org/drawingml/2006/main">
              <a:ext uri="{FF2B5EF4-FFF2-40B4-BE49-F238E27FC236}">
                <a16:creationId xmlns:a16="http://schemas.microsoft.com/office/drawing/2014/main" id="{FDBF5CE2-3200-4F73-9928-ABD8B8242B6F}"/>
              </a:ext>
            </a:extLst>
          </p:cNvPr>
          <p:cNvSpPr>
            <a:spLocks xmlns:a="http://schemas.openxmlformats.org/drawingml/2006/main" noGrp="1"/>
          </p:cNvSpPr>
          <p:nvPr/>
        </p:nvSpPr>
        <p:spPr>
          <a:xfrm xmlns:a="http://schemas.openxmlformats.org/drawingml/2006/main">
            <a:off x="609600" y="2705100"/>
            <a:ext cx="457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522"/>
          </a:bodyPr>
          <a:lstStyle xmlns:a="http://schemas.openxmlformats.org/drawingml/2006/main"/>
          <a:p xmlns:a="http://schemas.openxmlformats.org/drawingml/2006/main">
            <a:pPr algn="l">
              <a:lnSpc>
                <a:spcPct val="105000"/>
              </a:lnSpc>
              <a:buNone/>
              <a:defRPr sz="2175" b="1" i="0">
                <a:solidFill>
                  <a:srgbClr val="00AFA0"/>
                </a:solidFill>
                <a:latin typeface="DIN Condensed"/>
                <a:ea typeface="DIN Condensed"/>
                <a:cs typeface="DIN Condensed"/>
              </a:defRPr>
            </a:pPr>
            <a:r>
              <a:rPr sz="2175" b="1" i="0">
                <a:solidFill>
                  <a:srgbClr val="00AFA0"/>
                </a:solidFill>
                <a:latin typeface="DIN Condensed"/>
                <a:ea typeface="DIN Condensed"/>
                <a:cs typeface="DIN Condensed"/>
              </a:rPr>
              <a:t>01</a:t>
            </a:r>
          </a:p>
        </p:txBody>
      </p:sp>
      <p:sp>
        <p:nvSpPr>
          <p:cNvPr id="13" name="">
            <a:extLst xmlns:a="http://schemas.openxmlformats.org/drawingml/2006/main">
              <a:ext uri="{FF2B5EF4-FFF2-40B4-BE49-F238E27FC236}">
                <a16:creationId xmlns:a16="http://schemas.microsoft.com/office/drawing/2014/main" id="{BCCFEADF-28B2-4D62-B730-E47CB1657A0E}"/>
              </a:ext>
            </a:extLst>
          </p:cNvPr>
          <p:cNvSpPr>
            <a:spLocks xmlns:a="http://schemas.openxmlformats.org/drawingml/2006/main" noGrp="1"/>
          </p:cNvSpPr>
          <p:nvPr/>
        </p:nvSpPr>
        <p:spPr>
          <a:xfrm xmlns:a="http://schemas.openxmlformats.org/drawingml/2006/main">
            <a:off x="1200150" y="2724150"/>
            <a:ext cx="209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350" b="1" i="0">
                <a:solidFill>
                  <a:srgbClr val="25112C"/>
                </a:solidFill>
                <a:latin typeface="DIN Condensed"/>
                <a:ea typeface="DIN Condensed"/>
                <a:cs typeface="DIN Condensed"/>
              </a:defRPr>
            </a:pPr>
            <a:r>
              <a:rPr sz="1350" b="1" i="0">
                <a:solidFill>
                  <a:srgbClr val="25112C"/>
                </a:solidFill>
                <a:latin typeface="DIN Condensed"/>
                <a:ea typeface="DIN Condensed"/>
                <a:cs typeface="DIN Condensed"/>
              </a:rPr>
              <a:t>ABRIR MAPA</a:t>
            </a:r>
          </a:p>
        </p:txBody>
      </p:sp>
      <p:sp>
        <p:nvSpPr>
          <p:cNvPr id="14" name="">
            <a:extLst xmlns:a="http://schemas.openxmlformats.org/drawingml/2006/main">
              <a:ext uri="{FF2B5EF4-FFF2-40B4-BE49-F238E27FC236}">
                <a16:creationId xmlns:a16="http://schemas.microsoft.com/office/drawing/2014/main" id="{9662CA5C-8B57-4320-BF87-2071597EC347}"/>
              </a:ext>
            </a:extLst>
          </p:cNvPr>
          <p:cNvSpPr>
            <a:spLocks xmlns:a="http://schemas.openxmlformats.org/drawingml/2006/main" noGrp="1"/>
          </p:cNvSpPr>
          <p:nvPr/>
        </p:nvSpPr>
        <p:spPr>
          <a:xfrm xmlns:a="http://schemas.openxmlformats.org/drawingml/2006/main">
            <a:off x="3409950" y="2733675"/>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i="0">
                <a:solidFill>
                  <a:srgbClr val="6D6470"/>
                </a:solidFill>
                <a:latin typeface="Avenir Next"/>
                <a:ea typeface="Avenir Next"/>
                <a:cs typeface="Avenir Next"/>
              </a:defRPr>
            </a:pPr>
            <a:r>
              <a:rPr sz="1050" b="0" i="0">
                <a:solidFill>
                  <a:srgbClr val="6D6470"/>
                </a:solidFill>
                <a:latin typeface="Avenir Next"/>
                <a:ea typeface="Avenir Next"/>
                <a:cs typeface="Avenir Next"/>
              </a:rPr>
              <a:t>ver zonas, servicios y rutas</a:t>
            </a:r>
          </a:p>
        </p:txBody>
      </p:sp>
      <p:sp>
        <p:nvSpPr>
          <p:cNvPr id="15" name="">
            <a:extLst xmlns:a="http://schemas.openxmlformats.org/drawingml/2006/main">
              <a:ext uri="{FF2B5EF4-FFF2-40B4-BE49-F238E27FC236}">
                <a16:creationId xmlns:a16="http://schemas.microsoft.com/office/drawing/2014/main" id="{EEA777EB-C4DA-4852-8B91-28C05C5D0BF4}"/>
              </a:ext>
            </a:extLst>
          </p:cNvPr>
          <p:cNvSpPr>
            <a:spLocks xmlns:a="http://schemas.openxmlformats.org/drawingml/2006/main" noGrp="1"/>
          </p:cNvSpPr>
          <p:nvPr/>
        </p:nvSpPr>
        <p:spPr>
          <a:xfrm xmlns:a="http://schemas.openxmlformats.org/drawingml/2006/main">
            <a:off x="1200150" y="3105150"/>
            <a:ext cx="5619750" cy="19050"/>
          </a:xfrm>
          <a:prstGeom xmlns:a="http://schemas.openxmlformats.org/drawingml/2006/main" prst="rect">
            <a:avLst/>
          </a:prstGeom>
          <a:solidFill xmlns:a="http://schemas.openxmlformats.org/drawingml/2006/main">
            <a:srgbClr val="25112C">
              <a:alpha val="12000"/>
            </a:srgbClr>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5FD7A31E-4BCC-4D59-967F-494EE5A92ACC}"/>
              </a:ext>
            </a:extLst>
          </p:cNvPr>
          <p:cNvSpPr>
            <a:spLocks xmlns:a="http://schemas.openxmlformats.org/drawingml/2006/main" noGrp="1"/>
          </p:cNvSpPr>
          <p:nvPr/>
        </p:nvSpPr>
        <p:spPr>
          <a:xfrm xmlns:a="http://schemas.openxmlformats.org/drawingml/2006/main">
            <a:off x="609600" y="3333750"/>
            <a:ext cx="457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522"/>
          </a:bodyPr>
          <a:lstStyle xmlns:a="http://schemas.openxmlformats.org/drawingml/2006/main"/>
          <a:p xmlns:a="http://schemas.openxmlformats.org/drawingml/2006/main">
            <a:pPr algn="l">
              <a:lnSpc>
                <a:spcPct val="105000"/>
              </a:lnSpc>
              <a:buNone/>
              <a:defRPr sz="2175" b="1" i="0">
                <a:solidFill>
                  <a:srgbClr val="E72D78"/>
                </a:solidFill>
                <a:latin typeface="DIN Condensed"/>
                <a:ea typeface="DIN Condensed"/>
                <a:cs typeface="DIN Condensed"/>
              </a:defRPr>
            </a:pPr>
            <a:r>
              <a:rPr sz="2175" b="1" i="0">
                <a:solidFill>
                  <a:srgbClr val="E72D78"/>
                </a:solidFill>
                <a:latin typeface="DIN Condensed"/>
                <a:ea typeface="DIN Condensed"/>
                <a:cs typeface="DIN Condensed"/>
              </a:rPr>
              <a:t>02</a:t>
            </a:r>
          </a:p>
        </p:txBody>
      </p:sp>
      <p:sp>
        <p:nvSpPr>
          <p:cNvPr id="17" name="">
            <a:extLst xmlns:a="http://schemas.openxmlformats.org/drawingml/2006/main">
              <a:ext uri="{FF2B5EF4-FFF2-40B4-BE49-F238E27FC236}">
                <a16:creationId xmlns:a16="http://schemas.microsoft.com/office/drawing/2014/main" id="{E48F8A4F-A435-44C5-80CA-747E19F3EBC3}"/>
              </a:ext>
            </a:extLst>
          </p:cNvPr>
          <p:cNvSpPr>
            <a:spLocks xmlns:a="http://schemas.openxmlformats.org/drawingml/2006/main" noGrp="1"/>
          </p:cNvSpPr>
          <p:nvPr/>
        </p:nvSpPr>
        <p:spPr>
          <a:xfrm xmlns:a="http://schemas.openxmlformats.org/drawingml/2006/main">
            <a:off x="1200150" y="3352800"/>
            <a:ext cx="209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350" b="1" i="0">
                <a:solidFill>
                  <a:srgbClr val="25112C"/>
                </a:solidFill>
                <a:latin typeface="DIN Condensed"/>
                <a:ea typeface="DIN Condensed"/>
                <a:cs typeface="DIN Condensed"/>
              </a:defRPr>
            </a:pPr>
            <a:r>
              <a:rPr sz="1350" b="1" i="0">
                <a:solidFill>
                  <a:srgbClr val="25112C"/>
                </a:solidFill>
                <a:latin typeface="DIN Condensed"/>
                <a:ea typeface="DIN Condensed"/>
                <a:cs typeface="DIN Condensed"/>
              </a:rPr>
              <a:t>ESTOY EN…</a:t>
            </a:r>
          </a:p>
        </p:txBody>
      </p:sp>
      <p:sp>
        <p:nvSpPr>
          <p:cNvPr id="18" name="">
            <a:extLst xmlns:a="http://schemas.openxmlformats.org/drawingml/2006/main">
              <a:ext uri="{FF2B5EF4-FFF2-40B4-BE49-F238E27FC236}">
                <a16:creationId xmlns:a16="http://schemas.microsoft.com/office/drawing/2014/main" id="{287EBCF7-31C4-4CAC-A67D-0700E1B6D2B0}"/>
              </a:ext>
            </a:extLst>
          </p:cNvPr>
          <p:cNvSpPr>
            <a:spLocks xmlns:a="http://schemas.openxmlformats.org/drawingml/2006/main" noGrp="1"/>
          </p:cNvSpPr>
          <p:nvPr/>
        </p:nvSpPr>
        <p:spPr>
          <a:xfrm xmlns:a="http://schemas.openxmlformats.org/drawingml/2006/main">
            <a:off x="3409950" y="3362325"/>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i="0">
                <a:solidFill>
                  <a:srgbClr val="6D6470"/>
                </a:solidFill>
                <a:latin typeface="Avenir Next"/>
                <a:ea typeface="Avenir Next"/>
                <a:cs typeface="Avenir Next"/>
              </a:defRPr>
            </a:pPr>
            <a:r>
              <a:rPr sz="1050" b="0" i="0">
                <a:solidFill>
                  <a:srgbClr val="6D6470"/>
                </a:solidFill>
                <a:latin typeface="Avenir Next"/>
                <a:ea typeface="Avenir Next"/>
                <a:cs typeface="Avenir Next"/>
              </a:rPr>
              <a:t>elegir entrada o punto conocido</a:t>
            </a:r>
          </a:p>
        </p:txBody>
      </p:sp>
      <p:sp>
        <p:nvSpPr>
          <p:cNvPr id="19" name="">
            <a:extLst xmlns:a="http://schemas.openxmlformats.org/drawingml/2006/main">
              <a:ext uri="{FF2B5EF4-FFF2-40B4-BE49-F238E27FC236}">
                <a16:creationId xmlns:a16="http://schemas.microsoft.com/office/drawing/2014/main" id="{4588E2DE-A671-4CCA-B38C-81DF222BB709}"/>
              </a:ext>
            </a:extLst>
          </p:cNvPr>
          <p:cNvSpPr>
            <a:spLocks xmlns:a="http://schemas.openxmlformats.org/drawingml/2006/main" noGrp="1"/>
          </p:cNvSpPr>
          <p:nvPr/>
        </p:nvSpPr>
        <p:spPr>
          <a:xfrm xmlns:a="http://schemas.openxmlformats.org/drawingml/2006/main">
            <a:off x="1200150" y="3733800"/>
            <a:ext cx="5619750" cy="19050"/>
          </a:xfrm>
          <a:prstGeom xmlns:a="http://schemas.openxmlformats.org/drawingml/2006/main" prst="rect">
            <a:avLst/>
          </a:prstGeom>
          <a:solidFill xmlns:a="http://schemas.openxmlformats.org/drawingml/2006/main">
            <a:srgbClr val="25112C">
              <a:alpha val="12000"/>
            </a:srgbClr>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FC7F52AF-C226-4392-9BF3-7D984039C308}"/>
              </a:ext>
            </a:extLst>
          </p:cNvPr>
          <p:cNvSpPr>
            <a:spLocks xmlns:a="http://schemas.openxmlformats.org/drawingml/2006/main" noGrp="1"/>
          </p:cNvSpPr>
          <p:nvPr/>
        </p:nvSpPr>
        <p:spPr>
          <a:xfrm xmlns:a="http://schemas.openxmlformats.org/drawingml/2006/main">
            <a:off x="609600" y="3962400"/>
            <a:ext cx="457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522"/>
          </a:bodyPr>
          <a:lstStyle xmlns:a="http://schemas.openxmlformats.org/drawingml/2006/main"/>
          <a:p xmlns:a="http://schemas.openxmlformats.org/drawingml/2006/main">
            <a:pPr algn="l">
              <a:lnSpc>
                <a:spcPct val="105000"/>
              </a:lnSpc>
              <a:buNone/>
              <a:defRPr sz="2175" b="1" i="0">
                <a:solidFill>
                  <a:srgbClr val="FF6A1A"/>
                </a:solidFill>
                <a:latin typeface="DIN Condensed"/>
                <a:ea typeface="DIN Condensed"/>
                <a:cs typeface="DIN Condensed"/>
              </a:defRPr>
            </a:pPr>
            <a:r>
              <a:rPr sz="2175" b="1" i="0">
                <a:solidFill>
                  <a:srgbClr val="FF6A1A"/>
                </a:solidFill>
                <a:latin typeface="DIN Condensed"/>
                <a:ea typeface="DIN Condensed"/>
                <a:cs typeface="DIN Condensed"/>
              </a:rPr>
              <a:t>03</a:t>
            </a:r>
          </a:p>
        </p:txBody>
      </p:sp>
      <p:sp>
        <p:nvSpPr>
          <p:cNvPr id="21" name="">
            <a:extLst xmlns:a="http://schemas.openxmlformats.org/drawingml/2006/main">
              <a:ext uri="{FF2B5EF4-FFF2-40B4-BE49-F238E27FC236}">
                <a16:creationId xmlns:a16="http://schemas.microsoft.com/office/drawing/2014/main" id="{172E3258-1D95-4AC7-B7A9-90A3EBE6FA0B}"/>
              </a:ext>
            </a:extLst>
          </p:cNvPr>
          <p:cNvSpPr>
            <a:spLocks xmlns:a="http://schemas.openxmlformats.org/drawingml/2006/main" noGrp="1"/>
          </p:cNvSpPr>
          <p:nvPr/>
        </p:nvSpPr>
        <p:spPr>
          <a:xfrm xmlns:a="http://schemas.openxmlformats.org/drawingml/2006/main">
            <a:off x="1200150" y="3981450"/>
            <a:ext cx="209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350" b="1" i="0">
                <a:solidFill>
                  <a:srgbClr val="25112C"/>
                </a:solidFill>
                <a:latin typeface="DIN Condensed"/>
                <a:ea typeface="DIN Condensed"/>
                <a:cs typeface="DIN Condensed"/>
              </a:defRPr>
            </a:pPr>
            <a:r>
              <a:rPr sz="1350" b="1" i="0">
                <a:solidFill>
                  <a:srgbClr val="25112C"/>
                </a:solidFill>
                <a:latin typeface="DIN Condensed"/>
                <a:ea typeface="DIN Condensed"/>
                <a:cs typeface="DIN Condensed"/>
              </a:rPr>
              <a:t>AGENDA HOY</a:t>
            </a:r>
          </a:p>
        </p:txBody>
      </p:sp>
      <p:sp>
        <p:nvSpPr>
          <p:cNvPr id="22" name="">
            <a:extLst xmlns:a="http://schemas.openxmlformats.org/drawingml/2006/main">
              <a:ext uri="{FF2B5EF4-FFF2-40B4-BE49-F238E27FC236}">
                <a16:creationId xmlns:a16="http://schemas.microsoft.com/office/drawing/2014/main" id="{4B12D337-7E89-4238-AC7A-CB33E760E3FB}"/>
              </a:ext>
            </a:extLst>
          </p:cNvPr>
          <p:cNvSpPr>
            <a:spLocks xmlns:a="http://schemas.openxmlformats.org/drawingml/2006/main" noGrp="1"/>
          </p:cNvSpPr>
          <p:nvPr/>
        </p:nvSpPr>
        <p:spPr>
          <a:xfrm xmlns:a="http://schemas.openxmlformats.org/drawingml/2006/main">
            <a:off x="3409950" y="3990975"/>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i="0">
                <a:solidFill>
                  <a:srgbClr val="6D6470"/>
                </a:solidFill>
                <a:latin typeface="Avenir Next"/>
                <a:ea typeface="Avenir Next"/>
                <a:cs typeface="Avenir Next"/>
              </a:defRPr>
            </a:pPr>
            <a:r>
              <a:rPr sz="1050" b="0" i="0">
                <a:solidFill>
                  <a:srgbClr val="6D6470"/>
                </a:solidFill>
                <a:latin typeface="Avenir Next"/>
                <a:ea typeface="Avenir Next"/>
                <a:cs typeface="Avenir Next"/>
              </a:rPr>
              <a:t>filtrar por hora, zona y tipo</a:t>
            </a:r>
          </a:p>
        </p:txBody>
      </p:sp>
      <p:sp>
        <p:nvSpPr>
          <p:cNvPr id="23" name="">
            <a:extLst xmlns:a="http://schemas.openxmlformats.org/drawingml/2006/main">
              <a:ext uri="{FF2B5EF4-FFF2-40B4-BE49-F238E27FC236}">
                <a16:creationId xmlns:a16="http://schemas.microsoft.com/office/drawing/2014/main" id="{E4BF65CC-A856-46EC-B801-982E4A46A790}"/>
              </a:ext>
            </a:extLst>
          </p:cNvPr>
          <p:cNvSpPr>
            <a:spLocks xmlns:a="http://schemas.openxmlformats.org/drawingml/2006/main" noGrp="1"/>
          </p:cNvSpPr>
          <p:nvPr/>
        </p:nvSpPr>
        <p:spPr>
          <a:xfrm xmlns:a="http://schemas.openxmlformats.org/drawingml/2006/main">
            <a:off x="1200150" y="4362450"/>
            <a:ext cx="5619750" cy="19050"/>
          </a:xfrm>
          <a:prstGeom xmlns:a="http://schemas.openxmlformats.org/drawingml/2006/main" prst="rect">
            <a:avLst/>
          </a:prstGeom>
          <a:solidFill xmlns:a="http://schemas.openxmlformats.org/drawingml/2006/main">
            <a:srgbClr val="25112C">
              <a:alpha val="12000"/>
            </a:srgbClr>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0DF75AD2-D35E-4C12-BD2D-0D89488D8D2E}"/>
              </a:ext>
            </a:extLst>
          </p:cNvPr>
          <p:cNvSpPr>
            <a:spLocks xmlns:a="http://schemas.openxmlformats.org/drawingml/2006/main" noGrp="1"/>
          </p:cNvSpPr>
          <p:nvPr/>
        </p:nvSpPr>
        <p:spPr>
          <a:xfrm xmlns:a="http://schemas.openxmlformats.org/drawingml/2006/main">
            <a:off x="609600" y="4591050"/>
            <a:ext cx="457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522"/>
          </a:bodyPr>
          <a:lstStyle xmlns:a="http://schemas.openxmlformats.org/drawingml/2006/main"/>
          <a:p xmlns:a="http://schemas.openxmlformats.org/drawingml/2006/main">
            <a:pPr algn="l">
              <a:lnSpc>
                <a:spcPct val="105000"/>
              </a:lnSpc>
              <a:buNone/>
              <a:defRPr sz="2175" b="1" i="0">
                <a:solidFill>
                  <a:srgbClr val="315BFF"/>
                </a:solidFill>
                <a:latin typeface="DIN Condensed"/>
                <a:ea typeface="DIN Condensed"/>
                <a:cs typeface="DIN Condensed"/>
              </a:defRPr>
            </a:pPr>
            <a:r>
              <a:rPr sz="2175" b="1" i="0">
                <a:solidFill>
                  <a:srgbClr val="315BFF"/>
                </a:solidFill>
                <a:latin typeface="DIN Condensed"/>
                <a:ea typeface="DIN Condensed"/>
                <a:cs typeface="DIN Condensed"/>
              </a:rPr>
              <a:t>04</a:t>
            </a:r>
          </a:p>
        </p:txBody>
      </p:sp>
      <p:sp>
        <p:nvSpPr>
          <p:cNvPr id="25" name="">
            <a:extLst xmlns:a="http://schemas.openxmlformats.org/drawingml/2006/main">
              <a:ext uri="{FF2B5EF4-FFF2-40B4-BE49-F238E27FC236}">
                <a16:creationId xmlns:a16="http://schemas.microsoft.com/office/drawing/2014/main" id="{BA2D7BAD-B44F-4D9F-941F-632701283A5D}"/>
              </a:ext>
            </a:extLst>
          </p:cNvPr>
          <p:cNvSpPr>
            <a:spLocks xmlns:a="http://schemas.openxmlformats.org/drawingml/2006/main" noGrp="1"/>
          </p:cNvSpPr>
          <p:nvPr/>
        </p:nvSpPr>
        <p:spPr>
          <a:xfrm xmlns:a="http://schemas.openxmlformats.org/drawingml/2006/main">
            <a:off x="1200150" y="4610100"/>
            <a:ext cx="209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350" b="1" i="0">
                <a:solidFill>
                  <a:srgbClr val="25112C"/>
                </a:solidFill>
                <a:latin typeface="DIN Condensed"/>
                <a:ea typeface="DIN Condensed"/>
                <a:cs typeface="DIN Condensed"/>
              </a:defRPr>
            </a:pPr>
            <a:r>
              <a:rPr sz="1350" b="1" i="0">
                <a:solidFill>
                  <a:srgbClr val="25112C"/>
                </a:solidFill>
                <a:latin typeface="DIN Condensed"/>
                <a:ea typeface="DIN Condensed"/>
                <a:cs typeface="DIN Condensed"/>
              </a:rPr>
              <a:t>ACCESOS RÁPIDOS</a:t>
            </a:r>
          </a:p>
        </p:txBody>
      </p:sp>
      <p:sp>
        <p:nvSpPr>
          <p:cNvPr id="26" name="">
            <a:extLst xmlns:a="http://schemas.openxmlformats.org/drawingml/2006/main">
              <a:ext uri="{FF2B5EF4-FFF2-40B4-BE49-F238E27FC236}">
                <a16:creationId xmlns:a16="http://schemas.microsoft.com/office/drawing/2014/main" id="{C7E06381-8982-4F77-A2F7-CFDB1FA5653B}"/>
              </a:ext>
            </a:extLst>
          </p:cNvPr>
          <p:cNvSpPr>
            <a:spLocks xmlns:a="http://schemas.openxmlformats.org/drawingml/2006/main" noGrp="1"/>
          </p:cNvSpPr>
          <p:nvPr/>
        </p:nvSpPr>
        <p:spPr>
          <a:xfrm xmlns:a="http://schemas.openxmlformats.org/drawingml/2006/main">
            <a:off x="3409950" y="4619625"/>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i="0">
                <a:solidFill>
                  <a:srgbClr val="6D6470"/>
                </a:solidFill>
                <a:latin typeface="Avenir Next"/>
                <a:ea typeface="Avenir Next"/>
                <a:cs typeface="Avenir Next"/>
              </a:defRPr>
            </a:pPr>
            <a:r>
              <a:rPr sz="1050" b="0" i="0">
                <a:solidFill>
                  <a:srgbClr val="6D6470"/>
                </a:solidFill>
                <a:latin typeface="Avenir Next"/>
                <a:ea typeface="Avenir Next"/>
                <a:cs typeface="Avenir Next"/>
              </a:rPr>
              <a:t>baños · comida · escenarios · ayuda</a:t>
            </a:r>
          </a:p>
        </p:txBody>
      </p:sp>
      <p:sp>
        <p:nvSpPr>
          <p:cNvPr id="27" name="">
            <a:extLst xmlns:a="http://schemas.openxmlformats.org/drawingml/2006/main">
              <a:ext uri="{FF2B5EF4-FFF2-40B4-BE49-F238E27FC236}">
                <a16:creationId xmlns:a16="http://schemas.microsoft.com/office/drawing/2014/main" id="{1D386C15-3BBD-4B76-BEAD-8F5681074A94}"/>
              </a:ext>
            </a:extLst>
          </p:cNvPr>
          <p:cNvSpPr>
            <a:spLocks xmlns:a="http://schemas.openxmlformats.org/drawingml/2006/main" noGrp="1"/>
          </p:cNvSpPr>
          <p:nvPr/>
        </p:nvSpPr>
        <p:spPr>
          <a:xfrm xmlns:a="http://schemas.openxmlformats.org/drawingml/2006/main">
            <a:off x="1200150" y="4991100"/>
            <a:ext cx="5619750" cy="19050"/>
          </a:xfrm>
          <a:prstGeom xmlns:a="http://schemas.openxmlformats.org/drawingml/2006/main" prst="rect">
            <a:avLst/>
          </a:prstGeom>
          <a:solidFill xmlns:a="http://schemas.openxmlformats.org/drawingml/2006/main">
            <a:srgbClr val="25112C">
              <a:alpha val="12000"/>
            </a:srgbClr>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7F6C92DE-137D-48F9-8CFF-0E68561E8C5F}"/>
              </a:ext>
            </a:extLst>
          </p:cNvPr>
          <p:cNvSpPr>
            <a:spLocks xmlns:a="http://schemas.openxmlformats.org/drawingml/2006/main" noGrp="1"/>
          </p:cNvSpPr>
          <p:nvPr/>
        </p:nvSpPr>
        <p:spPr>
          <a:xfrm xmlns:a="http://schemas.openxmlformats.org/drawingml/2006/main">
            <a:off x="609600" y="5219700"/>
            <a:ext cx="457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522"/>
          </a:bodyPr>
          <a:lstStyle xmlns:a="http://schemas.openxmlformats.org/drawingml/2006/main"/>
          <a:p xmlns:a="http://schemas.openxmlformats.org/drawingml/2006/main">
            <a:pPr algn="l">
              <a:lnSpc>
                <a:spcPct val="105000"/>
              </a:lnSpc>
              <a:buNone/>
              <a:defRPr sz="2175" b="1" i="0">
                <a:solidFill>
                  <a:srgbClr val="2B0D3B"/>
                </a:solidFill>
                <a:latin typeface="DIN Condensed"/>
                <a:ea typeface="DIN Condensed"/>
                <a:cs typeface="DIN Condensed"/>
              </a:defRPr>
            </a:pPr>
            <a:r>
              <a:rPr sz="2175" b="1" i="0">
                <a:solidFill>
                  <a:srgbClr val="2B0D3B"/>
                </a:solidFill>
                <a:latin typeface="DIN Condensed"/>
                <a:ea typeface="DIN Condensed"/>
                <a:cs typeface="DIN Condensed"/>
              </a:rPr>
              <a:t>05</a:t>
            </a:r>
          </a:p>
        </p:txBody>
      </p:sp>
      <p:sp>
        <p:nvSpPr>
          <p:cNvPr id="29" name="">
            <a:extLst xmlns:a="http://schemas.openxmlformats.org/drawingml/2006/main">
              <a:ext uri="{FF2B5EF4-FFF2-40B4-BE49-F238E27FC236}">
                <a16:creationId xmlns:a16="http://schemas.microsoft.com/office/drawing/2014/main" id="{4060C596-552D-4770-AFC8-53FC72C1D476}"/>
              </a:ext>
            </a:extLst>
          </p:cNvPr>
          <p:cNvSpPr>
            <a:spLocks xmlns:a="http://schemas.openxmlformats.org/drawingml/2006/main" noGrp="1"/>
          </p:cNvSpPr>
          <p:nvPr/>
        </p:nvSpPr>
        <p:spPr>
          <a:xfrm xmlns:a="http://schemas.openxmlformats.org/drawingml/2006/main">
            <a:off x="1200150" y="5238750"/>
            <a:ext cx="209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350" b="1" i="0">
                <a:solidFill>
                  <a:srgbClr val="25112C"/>
                </a:solidFill>
                <a:latin typeface="DIN Condensed"/>
                <a:ea typeface="DIN Condensed"/>
                <a:cs typeface="DIN Condensed"/>
              </a:defRPr>
            </a:pPr>
            <a:r>
              <a:rPr sz="1350" b="1" i="0">
                <a:solidFill>
                  <a:srgbClr val="25112C"/>
                </a:solidFill>
                <a:latin typeface="DIN Condensed"/>
                <a:ea typeface="DIN Condensed"/>
                <a:cs typeface="DIN Condensed"/>
              </a:rPr>
              <a:t>VERSIÓN VIGENTE</a:t>
            </a:r>
          </a:p>
        </p:txBody>
      </p:sp>
      <p:sp>
        <p:nvSpPr>
          <p:cNvPr id="30" name="">
            <a:extLst xmlns:a="http://schemas.openxmlformats.org/drawingml/2006/main">
              <a:ext uri="{FF2B5EF4-FFF2-40B4-BE49-F238E27FC236}">
                <a16:creationId xmlns:a16="http://schemas.microsoft.com/office/drawing/2014/main" id="{05B294DD-F553-415C-B877-639E091B621D}"/>
              </a:ext>
            </a:extLst>
          </p:cNvPr>
          <p:cNvSpPr>
            <a:spLocks xmlns:a="http://schemas.openxmlformats.org/drawingml/2006/main" noGrp="1"/>
          </p:cNvSpPr>
          <p:nvPr/>
        </p:nvSpPr>
        <p:spPr>
          <a:xfrm xmlns:a="http://schemas.openxmlformats.org/drawingml/2006/main">
            <a:off x="3409950" y="5248275"/>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i="0">
                <a:solidFill>
                  <a:srgbClr val="6D6470"/>
                </a:solidFill>
                <a:latin typeface="Avenir Next"/>
                <a:ea typeface="Avenir Next"/>
                <a:cs typeface="Avenir Next"/>
              </a:defRPr>
            </a:pPr>
            <a:r>
              <a:rPr sz="1050" b="0" i="0">
                <a:solidFill>
                  <a:srgbClr val="6D6470"/>
                </a:solidFill>
                <a:latin typeface="Avenir Next"/>
                <a:ea typeface="Avenir Next"/>
                <a:cs typeface="Avenir Next"/>
              </a:rPr>
              <a:t>fecha y hora de actualización</a:t>
            </a:r>
          </a:p>
        </p:txBody>
      </p:sp>
      <p:sp>
        <p:nvSpPr>
          <p:cNvPr id="31" name="">
            <a:extLst xmlns:a="http://schemas.openxmlformats.org/drawingml/2006/main">
              <a:ext uri="{FF2B5EF4-FFF2-40B4-BE49-F238E27FC236}">
                <a16:creationId xmlns:a16="http://schemas.microsoft.com/office/drawing/2014/main" id="{EDEE5989-5B32-48EF-9BEB-B247615C2A1F}"/>
              </a:ext>
            </a:extLst>
          </p:cNvPr>
          <p:cNvSpPr>
            <a:spLocks xmlns:a="http://schemas.openxmlformats.org/drawingml/2006/main" noGrp="1"/>
          </p:cNvSpPr>
          <p:nvPr/>
        </p:nvSpPr>
        <p:spPr>
          <a:xfrm xmlns:a="http://schemas.openxmlformats.org/drawingml/2006/main">
            <a:off x="1200150" y="5619750"/>
            <a:ext cx="5619750" cy="19050"/>
          </a:xfrm>
          <a:prstGeom xmlns:a="http://schemas.openxmlformats.org/drawingml/2006/main" prst="rect">
            <a:avLst/>
          </a:prstGeom>
          <a:solidFill xmlns:a="http://schemas.openxmlformats.org/drawingml/2006/main">
            <a:srgbClr val="25112C">
              <a:alpha val="12000"/>
            </a:srgbClr>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13EF8BD9-D80E-4A49-B394-344A04A82582}"/>
              </a:ext>
            </a:extLst>
          </p:cNvPr>
          <p:cNvSpPr>
            <a:spLocks xmlns:a="http://schemas.openxmlformats.org/drawingml/2006/main" noGrp="1"/>
          </p:cNvSpPr>
          <p:nvPr/>
        </p:nvSpPr>
        <p:spPr>
          <a:xfrm xmlns:a="http://schemas.openxmlformats.org/drawingml/2006/main">
            <a:off x="7810500" y="2286000"/>
            <a:ext cx="3238500" cy="3752850"/>
          </a:xfrm>
          <a:prstGeom xmlns:a="http://schemas.openxmlformats.org/drawingml/2006/main" prst="roundRect">
            <a:avLst>
              <a:gd name="adj" fmla="val 8824"/>
            </a:avLst>
          </a:prstGeom>
          <a:solidFill xmlns:a="http://schemas.openxmlformats.org/drawingml/2006/main">
            <a:srgbClr val="160A22"/>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88DB3660-DE0B-4366-85A5-F15B2AD11126}"/>
              </a:ext>
            </a:extLst>
          </p:cNvPr>
          <p:cNvSpPr>
            <a:spLocks xmlns:a="http://schemas.openxmlformats.org/drawingml/2006/main" noGrp="1"/>
          </p:cNvSpPr>
          <p:nvPr/>
        </p:nvSpPr>
        <p:spPr>
          <a:xfrm xmlns:a="http://schemas.openxmlformats.org/drawingml/2006/main">
            <a:off x="7924800" y="2457450"/>
            <a:ext cx="3009900" cy="3409950"/>
          </a:xfrm>
          <a:prstGeom xmlns:a="http://schemas.openxmlformats.org/drawingml/2006/main" prst="roundRect">
            <a:avLst>
              <a:gd name="adj" fmla="val 6962"/>
            </a:avLst>
          </a:prstGeom>
          <a:solidFill xmlns:a="http://schemas.openxmlformats.org/drawingml/2006/main">
            <a:srgbClr val="FFFFFF"/>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CA71CD1C-7C3C-4F0F-A3FB-7F8CD11F43F9}"/>
              </a:ext>
            </a:extLst>
          </p:cNvPr>
          <p:cNvSpPr>
            <a:spLocks xmlns:a="http://schemas.openxmlformats.org/drawingml/2006/main" noGrp="1"/>
          </p:cNvSpPr>
          <p:nvPr/>
        </p:nvSpPr>
        <p:spPr>
          <a:xfrm xmlns:a="http://schemas.openxmlformats.org/drawingml/2006/main">
            <a:off x="9067800" y="2362200"/>
            <a:ext cx="723900" cy="76200"/>
          </a:xfrm>
          <a:prstGeom xmlns:a="http://schemas.openxmlformats.org/drawingml/2006/main" prst="roundRect">
            <a:avLst>
              <a:gd name="adj" fmla="val 50000"/>
            </a:avLst>
          </a:prstGeom>
          <a:solidFill xmlns:a="http://schemas.openxmlformats.org/drawingml/2006/main">
            <a:srgbClr val="FFFFFF">
              <a:alpha val="40000"/>
            </a:srgbClr>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57617E18-32A6-4013-8751-D13F2394BBC9}"/>
              </a:ext>
            </a:extLst>
          </p:cNvPr>
          <p:cNvSpPr>
            <a:spLocks xmlns:a="http://schemas.openxmlformats.org/drawingml/2006/main" noGrp="1"/>
          </p:cNvSpPr>
          <p:nvPr/>
        </p:nvSpPr>
        <p:spPr>
          <a:xfrm xmlns:a="http://schemas.openxmlformats.org/drawingml/2006/main">
            <a:off x="8172450" y="2609850"/>
            <a:ext cx="2514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650" b="1" i="0">
                <a:solidFill>
                  <a:srgbClr val="25112C"/>
                </a:solidFill>
                <a:latin typeface="DIN Condensed"/>
                <a:ea typeface="DIN Condensed"/>
                <a:cs typeface="DIN Condensed"/>
              </a:defRPr>
            </a:pPr>
            <a:r>
              <a:rPr sz="1650" b="1" i="0">
                <a:solidFill>
                  <a:srgbClr val="25112C"/>
                </a:solidFill>
                <a:latin typeface="DIN Condensed"/>
                <a:ea typeface="DIN Condensed"/>
                <a:cs typeface="DIN Condensed"/>
              </a:rPr>
              <a:t>INICIO</a:t>
            </a:r>
          </a:p>
        </p:txBody>
      </p:sp>
      <p:sp>
        <p:nvSpPr>
          <p:cNvPr id="36" name="">
            <a:extLst xmlns:a="http://schemas.openxmlformats.org/drawingml/2006/main">
              <a:ext uri="{FF2B5EF4-FFF2-40B4-BE49-F238E27FC236}">
                <a16:creationId xmlns:a16="http://schemas.microsoft.com/office/drawing/2014/main" id="{B23F21EE-169D-4C05-A8CF-4444DC8F8982}"/>
              </a:ext>
            </a:extLst>
          </p:cNvPr>
          <p:cNvSpPr>
            <a:spLocks xmlns:a="http://schemas.openxmlformats.org/drawingml/2006/main" noGrp="1"/>
          </p:cNvSpPr>
          <p:nvPr/>
        </p:nvSpPr>
        <p:spPr>
          <a:xfrm xmlns:a="http://schemas.openxmlformats.org/drawingml/2006/main">
            <a:off x="8172450" y="3086100"/>
            <a:ext cx="2514600" cy="590550"/>
          </a:xfrm>
          <a:prstGeom xmlns:a="http://schemas.openxmlformats.org/drawingml/2006/main" prst="roundRect">
            <a:avLst>
              <a:gd name="adj" fmla="val 22581"/>
            </a:avLst>
          </a:prstGeom>
          <a:solidFill xmlns:a="http://schemas.openxmlformats.org/drawingml/2006/main">
            <a:srgbClr val="00AFA0"/>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4D0F9A49-0C22-4772-8BD6-F0EE7C0B214D}"/>
              </a:ext>
            </a:extLst>
          </p:cNvPr>
          <p:cNvSpPr>
            <a:spLocks xmlns:a="http://schemas.openxmlformats.org/drawingml/2006/main" noGrp="1"/>
          </p:cNvSpPr>
          <p:nvPr/>
        </p:nvSpPr>
        <p:spPr>
          <a:xfrm xmlns:a="http://schemas.openxmlformats.org/drawingml/2006/main">
            <a:off x="8362950" y="3276600"/>
            <a:ext cx="213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350" b="1" i="0">
                <a:solidFill>
                  <a:srgbClr val="FFFFFF"/>
                </a:solidFill>
                <a:latin typeface="DIN Condensed"/>
                <a:ea typeface="DIN Condensed"/>
                <a:cs typeface="DIN Condensed"/>
              </a:defRPr>
            </a:pPr>
            <a:r>
              <a:rPr sz="1350" b="1" i="0">
                <a:solidFill>
                  <a:srgbClr val="FFFFFF"/>
                </a:solidFill>
                <a:latin typeface="DIN Condensed"/>
                <a:ea typeface="DIN Condensed"/>
                <a:cs typeface="DIN Condensed"/>
              </a:rPr>
              <a:t>ABRIR MAPA</a:t>
            </a:r>
          </a:p>
        </p:txBody>
      </p:sp>
      <p:sp>
        <p:nvSpPr>
          <p:cNvPr id="38" name="">
            <a:extLst xmlns:a="http://schemas.openxmlformats.org/drawingml/2006/main">
              <a:ext uri="{FF2B5EF4-FFF2-40B4-BE49-F238E27FC236}">
                <a16:creationId xmlns:a16="http://schemas.microsoft.com/office/drawing/2014/main" id="{CE083CF6-7735-4689-A1A6-BBC5A6C12406}"/>
              </a:ext>
            </a:extLst>
          </p:cNvPr>
          <p:cNvSpPr>
            <a:spLocks xmlns:a="http://schemas.openxmlformats.org/drawingml/2006/main" noGrp="1"/>
          </p:cNvSpPr>
          <p:nvPr/>
        </p:nvSpPr>
        <p:spPr>
          <a:xfrm xmlns:a="http://schemas.openxmlformats.org/drawingml/2006/main">
            <a:off x="8172450" y="3886200"/>
            <a:ext cx="1066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E72D78"/>
                </a:solidFill>
                <a:latin typeface="Avenir Next"/>
                <a:ea typeface="Avenir Next"/>
                <a:cs typeface="Avenir Next"/>
              </a:defRPr>
            </a:pPr>
            <a:r>
              <a:rPr sz="825" b="1" i="0">
                <a:solidFill>
                  <a:srgbClr val="E72D78"/>
                </a:solidFill>
                <a:latin typeface="Avenir Next"/>
                <a:ea typeface="Avenir Next"/>
                <a:cs typeface="Avenir Next"/>
              </a:rPr>
              <a:t>ESTOY EN…</a:t>
            </a:r>
          </a:p>
        </p:txBody>
      </p:sp>
      <p:sp>
        <p:nvSpPr>
          <p:cNvPr id="39" name="">
            <a:extLst xmlns:a="http://schemas.openxmlformats.org/drawingml/2006/main">
              <a:ext uri="{FF2B5EF4-FFF2-40B4-BE49-F238E27FC236}">
                <a16:creationId xmlns:a16="http://schemas.microsoft.com/office/drawing/2014/main" id="{8B87CB90-1DC5-4BDF-B3CC-EEA3730452D6}"/>
              </a:ext>
            </a:extLst>
          </p:cNvPr>
          <p:cNvSpPr>
            <a:spLocks xmlns:a="http://schemas.openxmlformats.org/drawingml/2006/main" noGrp="1"/>
          </p:cNvSpPr>
          <p:nvPr/>
        </p:nvSpPr>
        <p:spPr>
          <a:xfrm xmlns:a="http://schemas.openxmlformats.org/drawingml/2006/main">
            <a:off x="8172450" y="4114800"/>
            <a:ext cx="2514600" cy="400050"/>
          </a:xfrm>
          <a:prstGeom xmlns:a="http://schemas.openxmlformats.org/drawingml/2006/main" prst="roundRect">
            <a:avLst>
              <a:gd name="adj" fmla="val 28571"/>
            </a:avLst>
          </a:prstGeom>
          <a:solidFill xmlns:a="http://schemas.openxmlformats.org/drawingml/2006/main">
            <a:srgbClr val="F2E7FF"/>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4DDAE95D-FD09-4AEA-8077-8E9BC6E74A43}"/>
              </a:ext>
            </a:extLst>
          </p:cNvPr>
          <p:cNvSpPr>
            <a:spLocks xmlns:a="http://schemas.openxmlformats.org/drawingml/2006/main" noGrp="1"/>
          </p:cNvSpPr>
          <p:nvPr/>
        </p:nvSpPr>
        <p:spPr>
          <a:xfrm xmlns:a="http://schemas.openxmlformats.org/drawingml/2006/main">
            <a:off x="8324850" y="4229100"/>
            <a:ext cx="2209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25112C"/>
                </a:solidFill>
                <a:latin typeface="Avenir Next"/>
                <a:ea typeface="Avenir Next"/>
                <a:cs typeface="Avenir Next"/>
              </a:defRPr>
            </a:pPr>
            <a:r>
              <a:rPr sz="900" b="1" i="0">
                <a:solidFill>
                  <a:srgbClr val="25112C"/>
                </a:solidFill>
                <a:latin typeface="Avenir Next"/>
                <a:ea typeface="Avenir Next"/>
                <a:cs typeface="Avenir Next"/>
              </a:rPr>
              <a:t>Selecciona entrada o zona</a:t>
            </a:r>
          </a:p>
        </p:txBody>
      </p:sp>
      <p:sp>
        <p:nvSpPr>
          <p:cNvPr id="41" name="">
            <a:extLst xmlns:a="http://schemas.openxmlformats.org/drawingml/2006/main">
              <a:ext uri="{FF2B5EF4-FFF2-40B4-BE49-F238E27FC236}">
                <a16:creationId xmlns:a16="http://schemas.microsoft.com/office/drawing/2014/main" id="{22E15D30-B9DD-4EA0-8127-D546A9BAB606}"/>
              </a:ext>
            </a:extLst>
          </p:cNvPr>
          <p:cNvSpPr>
            <a:spLocks xmlns:a="http://schemas.openxmlformats.org/drawingml/2006/main" noGrp="1"/>
          </p:cNvSpPr>
          <p:nvPr/>
        </p:nvSpPr>
        <p:spPr>
          <a:xfrm xmlns:a="http://schemas.openxmlformats.org/drawingml/2006/main">
            <a:off x="8172450" y="47625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FF6A1A"/>
                </a:solidFill>
                <a:latin typeface="Avenir Next"/>
                <a:ea typeface="Avenir Next"/>
                <a:cs typeface="Avenir Next"/>
              </a:defRPr>
            </a:pPr>
            <a:r>
              <a:rPr sz="825" b="1" i="0">
                <a:solidFill>
                  <a:srgbClr val="FF6A1A"/>
                </a:solidFill>
                <a:latin typeface="Avenir Next"/>
                <a:ea typeface="Avenir Next"/>
                <a:cs typeface="Avenir Next"/>
              </a:rPr>
              <a:t>HOY · PRÓXIMO</a:t>
            </a:r>
          </a:p>
        </p:txBody>
      </p:sp>
      <p:sp>
        <p:nvSpPr>
          <p:cNvPr id="42" name="">
            <a:extLst xmlns:a="http://schemas.openxmlformats.org/drawingml/2006/main">
              <a:ext uri="{FF2B5EF4-FFF2-40B4-BE49-F238E27FC236}">
                <a16:creationId xmlns:a16="http://schemas.microsoft.com/office/drawing/2014/main" id="{4E55B10A-FDAA-4F81-9469-4986D0914874}"/>
              </a:ext>
            </a:extLst>
          </p:cNvPr>
          <p:cNvSpPr>
            <a:spLocks xmlns:a="http://schemas.openxmlformats.org/drawingml/2006/main" noGrp="1"/>
          </p:cNvSpPr>
          <p:nvPr/>
        </p:nvSpPr>
        <p:spPr>
          <a:xfrm xmlns:a="http://schemas.openxmlformats.org/drawingml/2006/main">
            <a:off x="8172450" y="5010150"/>
            <a:ext cx="2514600" cy="533400"/>
          </a:xfrm>
          <a:prstGeom xmlns:a="http://schemas.openxmlformats.org/drawingml/2006/main" prst="roundRect">
            <a:avLst>
              <a:gd name="adj" fmla="val 21429"/>
            </a:avLst>
          </a:prstGeom>
          <a:solidFill xmlns:a="http://schemas.openxmlformats.org/drawingml/2006/main">
            <a:srgbClr val="FFE2D6"/>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A5876ED8-56BF-4D4F-89F6-B70DE06220AD}"/>
              </a:ext>
            </a:extLst>
          </p:cNvPr>
          <p:cNvSpPr>
            <a:spLocks xmlns:a="http://schemas.openxmlformats.org/drawingml/2006/main" noGrp="1"/>
          </p:cNvSpPr>
          <p:nvPr/>
        </p:nvSpPr>
        <p:spPr>
          <a:xfrm xmlns:a="http://schemas.openxmlformats.org/drawingml/2006/main">
            <a:off x="8324850" y="5124450"/>
            <a:ext cx="2209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25112C"/>
                </a:solidFill>
                <a:latin typeface="Avenir Next"/>
                <a:ea typeface="Avenir Next"/>
                <a:cs typeface="Avenir Next"/>
              </a:defRPr>
            </a:pPr>
            <a:r>
              <a:rPr sz="900" b="1" i="0">
                <a:solidFill>
                  <a:srgbClr val="25112C"/>
                </a:solidFill>
                <a:latin typeface="Avenir Next"/>
                <a:ea typeface="Avenir Next"/>
                <a:cs typeface="Avenir Next"/>
              </a:rPr>
              <a:t>Hora · actividad · zona</a:t>
            </a:r>
          </a:p>
          <a:p xmlns:a="http://schemas.openxmlformats.org/drawingml/2006/main">
            <a:pPr algn="l">
              <a:lnSpc>
                <a:spcPct val="105000"/>
              </a:lnSpc>
              <a:buNone/>
              <a:defRPr sz="900" b="1" i="0">
                <a:solidFill>
                  <a:srgbClr val="25112C"/>
                </a:solidFill>
                <a:latin typeface="Avenir Next"/>
                <a:ea typeface="Avenir Next"/>
                <a:cs typeface="Avenir Next"/>
              </a:defRPr>
            </a:pPr>
            <a:r>
              <a:rPr sz="900" b="1" i="0">
                <a:solidFill>
                  <a:srgbClr val="25112C"/>
                </a:solidFill>
                <a:latin typeface="Avenir Next"/>
                <a:ea typeface="Avenir Next"/>
                <a:cs typeface="Avenir Next"/>
              </a:rPr>
              <a:t>Ver en el mapa</a:t>
            </a:r>
          </a:p>
        </p:txBody>
      </p:sp>
      <p:sp>
        <p:nvSpPr>
          <p:cNvPr id="44" name="">
            <a:extLst xmlns:a="http://schemas.openxmlformats.org/drawingml/2006/main">
              <a:ext uri="{FF2B5EF4-FFF2-40B4-BE49-F238E27FC236}">
                <a16:creationId xmlns:a16="http://schemas.microsoft.com/office/drawing/2014/main" id="{F678491C-57AB-4DD7-AA40-734DA0F9329D}"/>
              </a:ext>
            </a:extLst>
          </p:cNvPr>
          <p:cNvSpPr>
            <a:spLocks xmlns:a="http://schemas.openxmlformats.org/drawingml/2006/main" noGrp="1"/>
          </p:cNvSpPr>
          <p:nvPr/>
        </p:nvSpPr>
        <p:spPr>
          <a:xfrm xmlns:a="http://schemas.openxmlformats.org/drawingml/2006/main">
            <a:off x="8172450" y="5715000"/>
            <a:ext cx="2514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750" b="0" i="0">
                <a:solidFill>
                  <a:srgbClr val="6D6470"/>
                </a:solidFill>
                <a:latin typeface="Avenir Next"/>
                <a:ea typeface="Avenir Next"/>
                <a:cs typeface="Avenir Next"/>
              </a:defRPr>
            </a:pPr>
            <a:r>
              <a:rPr sz="750" b="0" i="0">
                <a:solidFill>
                  <a:srgbClr val="6D6470"/>
                </a:solidFill>
                <a:latin typeface="Avenir Next"/>
                <a:ea typeface="Avenir Next"/>
                <a:cs typeface="Avenir Next"/>
              </a:rPr>
              <a:t>Actualizado: fecha · hora</a:t>
            </a:r>
          </a:p>
        </p:txBody>
      </p:sp>
      <p:sp>
        <p:nvSpPr>
          <p:cNvPr id="45" name="">
            <a:extLst xmlns:a="http://schemas.openxmlformats.org/drawingml/2006/main">
              <a:ext uri="{FF2B5EF4-FFF2-40B4-BE49-F238E27FC236}">
                <a16:creationId xmlns:a16="http://schemas.microsoft.com/office/drawing/2014/main" id="{DB9483B2-60CE-45EF-8096-8CEE98DB6DD1}"/>
              </a:ext>
            </a:extLst>
          </p:cNvPr>
          <p:cNvSpPr>
            <a:spLocks xmlns:a="http://schemas.openxmlformats.org/drawingml/2006/main" noGrp="1"/>
          </p:cNvSpPr>
          <p:nvPr/>
        </p:nvSpPr>
        <p:spPr>
          <a:xfrm xmlns:a="http://schemas.openxmlformats.org/drawingml/2006/main">
            <a:off x="7810500" y="6153150"/>
            <a:ext cx="3238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675" b="1" i="0">
                <a:solidFill>
                  <a:srgbClr val="6D6470"/>
                </a:solidFill>
                <a:latin typeface="Avenir Next"/>
                <a:ea typeface="Avenir Next"/>
                <a:cs typeface="Avenir Next"/>
              </a:defRPr>
            </a:pPr>
            <a:r>
              <a:rPr sz="675" b="1" i="0">
                <a:solidFill>
                  <a:srgbClr val="6D6470"/>
                </a:solidFill>
                <a:latin typeface="Avenir Next"/>
                <a:ea typeface="Avenir Next"/>
                <a:cs typeface="Avenir Next"/>
              </a:rPr>
              <a:t>WIREFRAME CONCEPTUAL</a:t>
            </a:r>
          </a:p>
        </p:txBody>
      </p:sp>
      <p:sp>
        <p:nvSpPr>
          <p:cNvPr id="46" name="">
            <a:extLst xmlns:a="http://schemas.openxmlformats.org/drawingml/2006/main">
              <a:ext uri="{FF2B5EF4-FFF2-40B4-BE49-F238E27FC236}">
                <a16:creationId xmlns:a16="http://schemas.microsoft.com/office/drawing/2014/main" id="{B70EDB18-30D5-431A-882F-11D42FFAB14F}"/>
              </a:ext>
            </a:extLst>
          </p:cNvPr>
          <p:cNvSpPr>
            <a:spLocks xmlns:a="http://schemas.openxmlformats.org/drawingml/2006/main" noGrp="1"/>
          </p:cNvSpPr>
          <p:nvPr/>
        </p:nvSpPr>
        <p:spPr>
          <a:xfrm xmlns:a="http://schemas.openxmlformats.org/drawingml/2006/main">
            <a:off x="609600" y="611505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975" b="1" i="0">
                <a:solidFill>
                  <a:srgbClr val="E72D78"/>
                </a:solidFill>
                <a:latin typeface="Avenir Next"/>
                <a:ea typeface="Avenir Next"/>
                <a:cs typeface="Avenir Next"/>
              </a:defRPr>
            </a:pPr>
            <a:r>
              <a:rPr sz="975" b="1" i="0">
                <a:solidFill>
                  <a:srgbClr val="E72D78"/>
                </a:solidFill>
                <a:latin typeface="Avenir Next"/>
                <a:ea typeface="Avenir Next"/>
                <a:cs typeface="Avenir Next"/>
              </a:rPr>
              <a:t>INICIO  ·  MAPA  ·  AGENDA  ·  RUTAS  ·  SERVICIOS  ·  AYUDA</a:t>
            </a:r>
          </a:p>
        </p:txBody>
      </p:sp>
    </p:spTree>
    <p:extLst>
      <p:ext uri="{BB962C8B-B14F-4D97-AF65-F5344CB8AC3E}">
        <p14:creationId xmlns:p14="http://schemas.microsoft.com/office/powerpoint/2010/main" val="1355242391"/>
      </p:ext>
    </p:extLst>
  </p:cSld>
</p:sld>
</file>

<file path=ppt/slides/slide35.xml><?xml version="1.0" encoding="utf-8"?>
<p:sld xmlns:p="http://schemas.openxmlformats.org/presentationml/2006/main">
  <p:cSld>
    <p:bg>
      <p:bgPr>
        <a:solidFill xmlns:a="http://schemas.openxmlformats.org/drawingml/2006/main">
          <a:srgbClr val="160A22"/>
        </a:solidFill>
      </p:bgPr>
    </p:bg>
    <p:spTree>
      <p:nvGrpSpPr>
        <p:cNvPr id="1" name=""/>
        <p:cNvGrpSpPr/>
        <p:nvPr/>
      </p:nvGrpSpPr>
      <p:grpSpPr>
        <a:xfrm xmlns:a="http://schemas.openxmlformats.org/drawingml/2006/main"/>
      </p:grpSpPr>
      <p:sp>
        <p:nvSpPr>
          <p:cNvPr id="41" name="">
            <a:extLst xmlns:a="http://schemas.openxmlformats.org/drawingml/2006/main">
              <a:ext uri="{FF2B5EF4-FFF2-40B4-BE49-F238E27FC236}">
                <a16:creationId xmlns:a16="http://schemas.microsoft.com/office/drawing/2014/main" id="{C34F4A77-52CD-41B3-BCF2-CF462EBFEA1D}"/>
              </a:ext>
            </a:extLst>
          </p:cNvPr>
          <p:cNvSpPr>
            <a:spLocks xmlns:a="http://schemas.openxmlformats.org/drawingml/2006/main" noGrp="1"/>
          </p:cNvSpPr>
          <p:nvPr/>
        </p:nvSpPr>
        <p:spPr>
          <a:xfrm xmlns:a="http://schemas.openxmlformats.org/drawingml/2006/main">
            <a:off x="0" y="0"/>
            <a:ext cx="2438400" cy="66675"/>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444CBCD-1465-4922-B796-3E9AFADE3E7B}"/>
              </a:ext>
            </a:extLst>
          </p:cNvPr>
          <p:cNvSpPr>
            <a:spLocks xmlns:a="http://schemas.openxmlformats.org/drawingml/2006/main" noGrp="1"/>
          </p:cNvSpPr>
          <p:nvPr/>
        </p:nvSpPr>
        <p:spPr>
          <a:xfrm xmlns:a="http://schemas.openxmlformats.org/drawingml/2006/main">
            <a:off x="2438400" y="0"/>
            <a:ext cx="2438400" cy="66675"/>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6A95231-A89B-4AC3-99E3-2D04B0F82573}"/>
              </a:ext>
            </a:extLst>
          </p:cNvPr>
          <p:cNvSpPr>
            <a:spLocks xmlns:a="http://schemas.openxmlformats.org/drawingml/2006/main" noGrp="1"/>
          </p:cNvSpPr>
          <p:nvPr/>
        </p:nvSpPr>
        <p:spPr>
          <a:xfrm xmlns:a="http://schemas.openxmlformats.org/drawingml/2006/main">
            <a:off x="4876800" y="0"/>
            <a:ext cx="2438400" cy="66675"/>
          </a:xfrm>
          <a:prstGeom xmlns:a="http://schemas.openxmlformats.org/drawingml/2006/main" prst="rect">
            <a:avLst/>
          </a:prstGeom>
          <a:solidFill xmlns:a="http://schemas.openxmlformats.org/drawingml/2006/main">
            <a:srgbClr val="FFC92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9CB9D91-24A7-40BE-BA0E-D0CD8AD8335B}"/>
              </a:ext>
            </a:extLst>
          </p:cNvPr>
          <p:cNvSpPr>
            <a:spLocks xmlns:a="http://schemas.openxmlformats.org/drawingml/2006/main" noGrp="1"/>
          </p:cNvSpPr>
          <p:nvPr/>
        </p:nvSpPr>
        <p:spPr>
          <a:xfrm xmlns:a="http://schemas.openxmlformats.org/drawingml/2006/main">
            <a:off x="7315200" y="0"/>
            <a:ext cx="2438400" cy="66675"/>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38D11ABF-2940-47BF-9EE0-A9C35EF7A340}"/>
              </a:ext>
            </a:extLst>
          </p:cNvPr>
          <p:cNvSpPr>
            <a:spLocks xmlns:a="http://schemas.openxmlformats.org/drawingml/2006/main" noGrp="1"/>
          </p:cNvSpPr>
          <p:nvPr/>
        </p:nvSpPr>
        <p:spPr>
          <a:xfrm xmlns:a="http://schemas.openxmlformats.org/drawingml/2006/main">
            <a:off x="9753600" y="0"/>
            <a:ext cx="2438400" cy="66675"/>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82FDA837-7193-48F0-ACC2-F57B118C0A4A}"/>
              </a:ext>
            </a:extLst>
          </p:cNvPr>
          <p:cNvSpPr>
            <a:spLocks xmlns:a="http://schemas.openxmlformats.org/drawingml/2006/main" noGrp="1"/>
          </p:cNvSpPr>
          <p:nvPr/>
        </p:nvSpPr>
        <p:spPr>
          <a:xfrm xmlns:a="http://schemas.openxmlformats.org/drawingml/2006/main">
            <a:off x="609600" y="26670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FFC928"/>
                </a:solidFill>
                <a:latin typeface="Avenir Next"/>
                <a:ea typeface="Avenir Next"/>
                <a:cs typeface="Avenir Next"/>
              </a:defRPr>
            </a:pPr>
            <a:r>
              <a:rPr sz="825" b="1" i="0">
                <a:solidFill>
                  <a:srgbClr val="FFC928"/>
                </a:solidFill>
                <a:latin typeface="Avenir Next"/>
                <a:ea typeface="Avenir Next"/>
                <a:cs typeface="Avenir Next"/>
              </a:rPr>
              <a:t>APP · MAPA Y ORIENTACIÓN</a:t>
            </a:r>
          </a:p>
        </p:txBody>
      </p:sp>
      <p:sp>
        <p:nvSpPr>
          <p:cNvPr id="7" name="">
            <a:extLst xmlns:a="http://schemas.openxmlformats.org/drawingml/2006/main">
              <a:ext uri="{FF2B5EF4-FFF2-40B4-BE49-F238E27FC236}">
                <a16:creationId xmlns:a16="http://schemas.microsoft.com/office/drawing/2014/main" id="{A02415B9-DDB8-4D18-B2F2-8722B3B02058}"/>
              </a:ext>
            </a:extLst>
          </p:cNvPr>
          <p:cNvSpPr>
            <a:spLocks xmlns:a="http://schemas.openxmlformats.org/drawingml/2006/main" noGrp="1"/>
          </p:cNvSpPr>
          <p:nvPr/>
        </p:nvSpPr>
        <p:spPr>
          <a:xfrm xmlns:a="http://schemas.openxmlformats.org/drawingml/2006/main">
            <a:off x="609600" y="6534150"/>
            <a:ext cx="4762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675" b="1" i="0">
                <a:solidFill>
                  <a:srgbClr val="FFFFFF">
                    <a:alpha val="52000"/>
                  </a:srgbClr>
                </a:solidFill>
                <a:latin typeface="Avenir Next"/>
                <a:ea typeface="Avenir Next"/>
                <a:cs typeface="Avenir Next"/>
              </a:defRPr>
            </a:pPr>
            <a:r>
              <a:rPr sz="675" b="1" i="0">
                <a:solidFill>
                  <a:srgbClr val="FFFFFF">
                    <a:alpha val="52000"/>
                  </a:srgbClr>
                </a:solidFill>
                <a:latin typeface="Avenir Next"/>
                <a:ea typeface="Avenir Next"/>
                <a:cs typeface="Avenir Next"/>
              </a:rPr>
              <a:t>DOCUMENTO INTERNO · PROPUESTA EN REVISIÓN</a:t>
            </a:r>
          </a:p>
        </p:txBody>
      </p:sp>
      <p:sp>
        <p:nvSpPr>
          <p:cNvPr id="8" name="">
            <a:extLst xmlns:a="http://schemas.openxmlformats.org/drawingml/2006/main">
              <a:ext uri="{FF2B5EF4-FFF2-40B4-BE49-F238E27FC236}">
                <a16:creationId xmlns:a16="http://schemas.microsoft.com/office/drawing/2014/main" id="{37973C77-A939-4D95-BC92-59B98EA6C447}"/>
              </a:ext>
            </a:extLst>
          </p:cNvPr>
          <p:cNvSpPr>
            <a:spLocks xmlns:a="http://schemas.openxmlformats.org/drawingml/2006/main" noGrp="1"/>
          </p:cNvSpPr>
          <p:nvPr/>
        </p:nvSpPr>
        <p:spPr>
          <a:xfrm xmlns:a="http://schemas.openxmlformats.org/drawingml/2006/main">
            <a:off x="11239500" y="6505575"/>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750" b="1" i="0">
                <a:solidFill>
                  <a:srgbClr val="FFFFFF">
                    <a:alpha val="52000"/>
                  </a:srgbClr>
                </a:solidFill>
                <a:latin typeface="Avenir Next"/>
                <a:ea typeface="Avenir Next"/>
                <a:cs typeface="Avenir Next"/>
              </a:defRPr>
            </a:pPr>
            <a:r>
              <a:rPr sz="750" b="1" i="0">
                <a:solidFill>
                  <a:srgbClr val="FFFFFF">
                    <a:alpha val="52000"/>
                  </a:srgbClr>
                </a:solidFill>
                <a:latin typeface="Avenir Next"/>
                <a:ea typeface="Avenir Next"/>
                <a:cs typeface="Avenir Next"/>
              </a:rPr>
              <a:t>35</a:t>
            </a:r>
          </a:p>
        </p:txBody>
      </p:sp>
      <p:sp>
        <p:nvSpPr>
          <p:cNvPr id="9" name="">
            <a:extLst xmlns:a="http://schemas.openxmlformats.org/drawingml/2006/main">
              <a:ext uri="{FF2B5EF4-FFF2-40B4-BE49-F238E27FC236}">
                <a16:creationId xmlns:a16="http://schemas.microsoft.com/office/drawing/2014/main" id="{32C5114B-D7F8-42C4-9805-15D08D31686D}"/>
              </a:ext>
            </a:extLst>
          </p:cNvPr>
          <p:cNvSpPr>
            <a:spLocks xmlns:a="http://schemas.openxmlformats.org/drawingml/2006/main" noGrp="1"/>
          </p:cNvSpPr>
          <p:nvPr/>
        </p:nvSpPr>
        <p:spPr>
          <a:xfrm xmlns:a="http://schemas.openxmlformats.org/drawingml/2006/main">
            <a:off x="609600" y="666750"/>
            <a:ext cx="1066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E72D78"/>
                </a:solidFill>
                <a:latin typeface="Avenir Next"/>
                <a:ea typeface="Avenir Next"/>
                <a:cs typeface="Avenir Next"/>
              </a:defRPr>
            </a:pPr>
            <a:r>
              <a:rPr sz="900" b="1" i="0">
                <a:solidFill>
                  <a:srgbClr val="E72D78"/>
                </a:solidFill>
                <a:latin typeface="Avenir Next"/>
                <a:ea typeface="Avenir Next"/>
                <a:cs typeface="Avenir Next"/>
              </a:rPr>
              <a:t>MAPA</a:t>
            </a:r>
          </a:p>
        </p:txBody>
      </p:sp>
      <p:sp>
        <p:nvSpPr>
          <p:cNvPr id="10" name="">
            <a:extLst xmlns:a="http://schemas.openxmlformats.org/drawingml/2006/main">
              <a:ext uri="{FF2B5EF4-FFF2-40B4-BE49-F238E27FC236}">
                <a16:creationId xmlns:a16="http://schemas.microsoft.com/office/drawing/2014/main" id="{EB68F240-1A35-4201-A29A-4C9919C2A949}"/>
              </a:ext>
            </a:extLst>
          </p:cNvPr>
          <p:cNvSpPr>
            <a:spLocks xmlns:a="http://schemas.openxmlformats.org/drawingml/2006/main" noGrp="1"/>
          </p:cNvSpPr>
          <p:nvPr/>
        </p:nvSpPr>
        <p:spPr>
          <a:xfrm xmlns:a="http://schemas.openxmlformats.org/drawingml/2006/main">
            <a:off x="609600" y="990600"/>
            <a:ext cx="1066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3750" b="1" i="0">
                <a:solidFill>
                  <a:srgbClr val="FFFFFF"/>
                </a:solidFill>
                <a:latin typeface="DIN Condensed"/>
                <a:ea typeface="DIN Condensed"/>
                <a:cs typeface="DIN Condensed"/>
              </a:defRPr>
            </a:pPr>
            <a:r>
              <a:rPr sz="3750" b="1" i="0">
                <a:solidFill>
                  <a:srgbClr val="FFFFFF"/>
                </a:solidFill>
                <a:latin typeface="DIN Condensed"/>
                <a:ea typeface="DIN Condensed"/>
                <a:cs typeface="DIN Condensed"/>
              </a:rPr>
              <a:t>La misma verdad debe existir en pantalla, señalética y terreno.</a:t>
            </a:r>
          </a:p>
        </p:txBody>
      </p:sp>
      <p:sp>
        <p:nvSpPr>
          <p:cNvPr id="11" name="">
            <a:extLst xmlns:a="http://schemas.openxmlformats.org/drawingml/2006/main">
              <a:ext uri="{FF2B5EF4-FFF2-40B4-BE49-F238E27FC236}">
                <a16:creationId xmlns:a16="http://schemas.microsoft.com/office/drawing/2014/main" id="{48447D1B-C84C-4B82-84B6-3BAF414E4595}"/>
              </a:ext>
            </a:extLst>
          </p:cNvPr>
          <p:cNvSpPr>
            <a:spLocks xmlns:a="http://schemas.openxmlformats.org/drawingml/2006/main" noGrp="1"/>
          </p:cNvSpPr>
          <p:nvPr/>
        </p:nvSpPr>
        <p:spPr>
          <a:xfrm xmlns:a="http://schemas.openxmlformats.org/drawingml/2006/main">
            <a:off x="609600" y="1828800"/>
            <a:ext cx="10668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0" i="0">
                <a:solidFill>
                  <a:srgbClr val="FFFFFF">
                    <a:alpha val="78000"/>
                  </a:srgbClr>
                </a:solidFill>
                <a:latin typeface="Avenir Next"/>
                <a:ea typeface="Avenir Next"/>
                <a:cs typeface="Avenir Next"/>
              </a:defRPr>
            </a:pPr>
            <a:r>
              <a:rPr sz="1500" b="0" i="0">
                <a:solidFill>
                  <a:srgbClr val="FFFFFF">
                    <a:alpha val="78000"/>
                  </a:srgbClr>
                </a:solidFill>
                <a:latin typeface="Avenir Next"/>
                <a:ea typeface="Avenir Next"/>
                <a:cs typeface="Avenir Next"/>
              </a:rPr>
              <a:t>El visitante se ubica manualmente con hitos físicos; el GPS es opcional, local al dispositivo y nunca una dependencia.</a:t>
            </a:r>
          </a:p>
        </p:txBody>
      </p:sp>
      <p:sp>
        <p:nvSpPr>
          <p:cNvPr id="12" name="">
            <a:extLst xmlns:a="http://schemas.openxmlformats.org/drawingml/2006/main">
              <a:ext uri="{FF2B5EF4-FFF2-40B4-BE49-F238E27FC236}">
                <a16:creationId xmlns:a16="http://schemas.microsoft.com/office/drawing/2014/main" id="{3E506921-E487-4A52-A666-68315B3143DC}"/>
              </a:ext>
            </a:extLst>
          </p:cNvPr>
          <p:cNvSpPr>
            <a:spLocks xmlns:a="http://schemas.openxmlformats.org/drawingml/2006/main" noGrp="1"/>
          </p:cNvSpPr>
          <p:nvPr/>
        </p:nvSpPr>
        <p:spPr>
          <a:xfrm xmlns:a="http://schemas.openxmlformats.org/drawingml/2006/main">
            <a:off x="609600" y="2590800"/>
            <a:ext cx="6858000" cy="3200400"/>
          </a:xfrm>
          <a:prstGeom xmlns:a="http://schemas.openxmlformats.org/drawingml/2006/main" prst="roundRect">
            <a:avLst>
              <a:gd name="adj" fmla="val 5952"/>
            </a:avLst>
          </a:prstGeom>
          <a:solidFill xmlns:a="http://schemas.openxmlformats.org/drawingml/2006/main">
            <a:srgbClr val="FFF7E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3484E86E-57BF-4758-BEB7-925436923B6D}"/>
              </a:ext>
            </a:extLst>
          </p:cNvPr>
          <p:cNvSpPr>
            <a:spLocks xmlns:a="http://schemas.openxmlformats.org/drawingml/2006/main" noGrp="1"/>
          </p:cNvSpPr>
          <p:nvPr/>
        </p:nvSpPr>
        <p:spPr>
          <a:xfrm xmlns:a="http://schemas.openxmlformats.org/drawingml/2006/main">
            <a:off x="838200" y="278130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750" b="1" i="0">
                <a:solidFill>
                  <a:srgbClr val="6D6470"/>
                </a:solidFill>
                <a:latin typeface="Avenir Next"/>
                <a:ea typeface="Avenir Next"/>
                <a:cs typeface="Avenir Next"/>
              </a:defRPr>
            </a:pPr>
            <a:r>
              <a:rPr sz="750" b="1" i="0">
                <a:solidFill>
                  <a:srgbClr val="6D6470"/>
                </a:solidFill>
                <a:latin typeface="Avenir Next"/>
                <a:ea typeface="Avenir Next"/>
                <a:cs typeface="Avenir Next"/>
              </a:rPr>
              <a:t>MAPA CONCEPTUAL · PLANO OPERATIVO PENDIENTE</a:t>
            </a:r>
          </a:p>
        </p:txBody>
      </p:sp>
      <p:sp>
        <p:nvSpPr>
          <p:cNvPr id="14" name="">
            <a:extLst xmlns:a="http://schemas.openxmlformats.org/drawingml/2006/main">
              <a:ext uri="{FF2B5EF4-FFF2-40B4-BE49-F238E27FC236}">
                <a16:creationId xmlns:a16="http://schemas.microsoft.com/office/drawing/2014/main" id="{D000DE61-DC0D-443C-8BB8-24EF247EEB5B}"/>
              </a:ext>
            </a:extLst>
          </p:cNvPr>
          <p:cNvSpPr>
            <a:spLocks xmlns:a="http://schemas.openxmlformats.org/drawingml/2006/main" noGrp="1"/>
          </p:cNvSpPr>
          <p:nvPr/>
        </p:nvSpPr>
        <p:spPr>
          <a:xfrm xmlns:a="http://schemas.openxmlformats.org/drawingml/2006/main">
            <a:off x="952500" y="3352800"/>
            <a:ext cx="1809750" cy="742950"/>
          </a:xfrm>
          <a:prstGeom xmlns:a="http://schemas.openxmlformats.org/drawingml/2006/main" prst="roundRect">
            <a:avLst>
              <a:gd name="adj" fmla="val 17949"/>
            </a:avLst>
          </a:prstGeom>
          <a:solidFill xmlns:a="http://schemas.openxmlformats.org/drawingml/2006/main">
            <a:srgbClr val="E72D7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9A8E5C59-D58C-4989-830A-414DA1418955}"/>
              </a:ext>
            </a:extLst>
          </p:cNvPr>
          <p:cNvSpPr>
            <a:spLocks xmlns:a="http://schemas.openxmlformats.org/drawingml/2006/main" noGrp="1"/>
          </p:cNvSpPr>
          <p:nvPr/>
        </p:nvSpPr>
        <p:spPr>
          <a:xfrm xmlns:a="http://schemas.openxmlformats.org/drawingml/2006/main">
            <a:off x="1047750" y="3609975"/>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200" b="1" i="0">
                <a:solidFill>
                  <a:srgbClr val="FFFFFF"/>
                </a:solidFill>
                <a:latin typeface="DIN Condensed"/>
                <a:ea typeface="DIN Condensed"/>
                <a:cs typeface="DIN Condensed"/>
              </a:defRPr>
            </a:pPr>
            <a:r>
              <a:rPr sz="1200" b="1" i="0">
                <a:solidFill>
                  <a:srgbClr val="FFFFFF"/>
                </a:solidFill>
                <a:latin typeface="DIN Condensed"/>
                <a:ea typeface="DIN Condensed"/>
                <a:cs typeface="DIN Condensed"/>
              </a:rPr>
              <a:t>PLAZA LUNA</a:t>
            </a:r>
          </a:p>
        </p:txBody>
      </p:sp>
      <p:sp>
        <p:nvSpPr>
          <p:cNvPr id="16" name="">
            <a:extLst xmlns:a="http://schemas.openxmlformats.org/drawingml/2006/main">
              <a:ext uri="{FF2B5EF4-FFF2-40B4-BE49-F238E27FC236}">
                <a16:creationId xmlns:a16="http://schemas.microsoft.com/office/drawing/2014/main" id="{CA7AE78B-6BA5-4BE6-B66E-6797B8D42418}"/>
              </a:ext>
            </a:extLst>
          </p:cNvPr>
          <p:cNvSpPr>
            <a:spLocks xmlns:a="http://schemas.openxmlformats.org/drawingml/2006/main" noGrp="1"/>
          </p:cNvSpPr>
          <p:nvPr/>
        </p:nvSpPr>
        <p:spPr>
          <a:xfrm xmlns:a="http://schemas.openxmlformats.org/drawingml/2006/main">
            <a:off x="2990850" y="3143250"/>
            <a:ext cx="1619250" cy="876300"/>
          </a:xfrm>
          <a:prstGeom xmlns:a="http://schemas.openxmlformats.org/drawingml/2006/main" prst="roundRect">
            <a:avLst>
              <a:gd name="adj" fmla="val 15217"/>
            </a:avLst>
          </a:prstGeom>
          <a:solidFill xmlns:a="http://schemas.openxmlformats.org/drawingml/2006/main">
            <a:srgbClr val="FF6A1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BBE9C67B-AF77-41E6-BB21-1F087FF20F34}"/>
              </a:ext>
            </a:extLst>
          </p:cNvPr>
          <p:cNvSpPr>
            <a:spLocks xmlns:a="http://schemas.openxmlformats.org/drawingml/2006/main" noGrp="1"/>
          </p:cNvSpPr>
          <p:nvPr/>
        </p:nvSpPr>
        <p:spPr>
          <a:xfrm xmlns:a="http://schemas.openxmlformats.org/drawingml/2006/main">
            <a:off x="3086100" y="346710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200" b="1" i="0">
                <a:solidFill>
                  <a:srgbClr val="FFFFFF"/>
                </a:solidFill>
                <a:latin typeface="DIN Condensed"/>
                <a:ea typeface="DIN Condensed"/>
                <a:cs typeface="DIN Condensed"/>
              </a:defRPr>
            </a:pPr>
            <a:r>
              <a:rPr sz="1200" b="1" i="0">
                <a:solidFill>
                  <a:srgbClr val="FFFFFF"/>
                </a:solidFill>
                <a:latin typeface="DIN Condensed"/>
                <a:ea typeface="DIN Condensed"/>
                <a:cs typeface="DIN Condensed"/>
              </a:rPr>
              <a:t>PLAZA SOL</a:t>
            </a:r>
          </a:p>
        </p:txBody>
      </p:sp>
      <p:sp>
        <p:nvSpPr>
          <p:cNvPr id="18" name="">
            <a:extLst xmlns:a="http://schemas.openxmlformats.org/drawingml/2006/main">
              <a:ext uri="{FF2B5EF4-FFF2-40B4-BE49-F238E27FC236}">
                <a16:creationId xmlns:a16="http://schemas.microsoft.com/office/drawing/2014/main" id="{C978AAC5-E10B-44CA-B490-828A2C7953DD}"/>
              </a:ext>
            </a:extLst>
          </p:cNvPr>
          <p:cNvSpPr>
            <a:spLocks xmlns:a="http://schemas.openxmlformats.org/drawingml/2006/main" noGrp="1"/>
          </p:cNvSpPr>
          <p:nvPr/>
        </p:nvSpPr>
        <p:spPr>
          <a:xfrm xmlns:a="http://schemas.openxmlformats.org/drawingml/2006/main">
            <a:off x="1047750" y="4476750"/>
            <a:ext cx="2000250" cy="819150"/>
          </a:xfrm>
          <a:prstGeom xmlns:a="http://schemas.openxmlformats.org/drawingml/2006/main" prst="roundRect">
            <a:avLst>
              <a:gd name="adj" fmla="val 16279"/>
            </a:avLst>
          </a:prstGeom>
          <a:solidFill xmlns:a="http://schemas.openxmlformats.org/drawingml/2006/main">
            <a:srgbClr val="00AFA0"/>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9CA8FAC7-662D-4795-BA2C-7085B952FCEE}"/>
              </a:ext>
            </a:extLst>
          </p:cNvPr>
          <p:cNvSpPr>
            <a:spLocks xmlns:a="http://schemas.openxmlformats.org/drawingml/2006/main" noGrp="1"/>
          </p:cNvSpPr>
          <p:nvPr/>
        </p:nvSpPr>
        <p:spPr>
          <a:xfrm xmlns:a="http://schemas.openxmlformats.org/drawingml/2006/main">
            <a:off x="1143000" y="477202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200" b="1" i="0">
                <a:solidFill>
                  <a:srgbClr val="FFFFFF"/>
                </a:solidFill>
                <a:latin typeface="DIN Condensed"/>
                <a:ea typeface="DIN Condensed"/>
                <a:cs typeface="DIN Condensed"/>
              </a:defRPr>
            </a:pPr>
            <a:r>
              <a:rPr sz="1200" b="1" i="0">
                <a:solidFill>
                  <a:srgbClr val="FFFFFF"/>
                </a:solidFill>
                <a:latin typeface="DIN Condensed"/>
                <a:ea typeface="DIN Condensed"/>
                <a:cs typeface="DIN Condensed"/>
              </a:rPr>
              <a:t>GRANJA</a:t>
            </a:r>
          </a:p>
        </p:txBody>
      </p:sp>
      <p:sp>
        <p:nvSpPr>
          <p:cNvPr id="20" name="">
            <a:extLst xmlns:a="http://schemas.openxmlformats.org/drawingml/2006/main">
              <a:ext uri="{FF2B5EF4-FFF2-40B4-BE49-F238E27FC236}">
                <a16:creationId xmlns:a16="http://schemas.microsoft.com/office/drawing/2014/main" id="{CD335F2E-5BEC-4361-9B9E-A1C1C92EB09A}"/>
              </a:ext>
            </a:extLst>
          </p:cNvPr>
          <p:cNvSpPr>
            <a:spLocks xmlns:a="http://schemas.openxmlformats.org/drawingml/2006/main" noGrp="1"/>
          </p:cNvSpPr>
          <p:nvPr/>
        </p:nvSpPr>
        <p:spPr>
          <a:xfrm xmlns:a="http://schemas.openxmlformats.org/drawingml/2006/main">
            <a:off x="3409950" y="4305300"/>
            <a:ext cx="1809750" cy="876300"/>
          </a:xfrm>
          <a:prstGeom xmlns:a="http://schemas.openxmlformats.org/drawingml/2006/main" prst="roundRect">
            <a:avLst>
              <a:gd name="adj" fmla="val 15217"/>
            </a:avLst>
          </a:prstGeom>
          <a:solidFill xmlns:a="http://schemas.openxmlformats.org/drawingml/2006/main">
            <a:srgbClr val="FFC92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366FE7D9-3C78-4617-8578-724068D5EAF7}"/>
              </a:ext>
            </a:extLst>
          </p:cNvPr>
          <p:cNvSpPr>
            <a:spLocks xmlns:a="http://schemas.openxmlformats.org/drawingml/2006/main" noGrp="1"/>
          </p:cNvSpPr>
          <p:nvPr/>
        </p:nvSpPr>
        <p:spPr>
          <a:xfrm xmlns:a="http://schemas.openxmlformats.org/drawingml/2006/main">
            <a:off x="3505200" y="462915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200" b="1" i="0">
                <a:solidFill>
                  <a:srgbClr val="25112C"/>
                </a:solidFill>
                <a:latin typeface="DIN Condensed"/>
                <a:ea typeface="DIN Condensed"/>
                <a:cs typeface="DIN Condensed"/>
              </a:defRPr>
            </a:pPr>
            <a:r>
              <a:rPr sz="1200" b="1" i="0">
                <a:solidFill>
                  <a:srgbClr val="25112C"/>
                </a:solidFill>
                <a:latin typeface="DIN Condensed"/>
                <a:ea typeface="DIN Condensed"/>
                <a:cs typeface="DIN Condensed"/>
              </a:rPr>
              <a:t>FERIA</a:t>
            </a:r>
          </a:p>
        </p:txBody>
      </p:sp>
      <p:sp>
        <p:nvSpPr>
          <p:cNvPr id="22" name="">
            <a:extLst xmlns:a="http://schemas.openxmlformats.org/drawingml/2006/main">
              <a:ext uri="{FF2B5EF4-FFF2-40B4-BE49-F238E27FC236}">
                <a16:creationId xmlns:a16="http://schemas.microsoft.com/office/drawing/2014/main" id="{0447E3C2-E94D-487D-8AE4-81C2E5D3623A}"/>
              </a:ext>
            </a:extLst>
          </p:cNvPr>
          <p:cNvSpPr>
            <a:spLocks xmlns:a="http://schemas.openxmlformats.org/drawingml/2006/main" noGrp="1"/>
          </p:cNvSpPr>
          <p:nvPr/>
        </p:nvSpPr>
        <p:spPr>
          <a:xfrm xmlns:a="http://schemas.openxmlformats.org/drawingml/2006/main">
            <a:off x="5448300" y="3486150"/>
            <a:ext cx="1638300" cy="1200150"/>
          </a:xfrm>
          <a:prstGeom xmlns:a="http://schemas.openxmlformats.org/drawingml/2006/main" prst="roundRect">
            <a:avLst>
              <a:gd name="adj" fmla="val 11111"/>
            </a:avLst>
          </a:prstGeom>
          <a:solidFill xmlns:a="http://schemas.openxmlformats.org/drawingml/2006/main">
            <a:srgbClr val="315BFF"/>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075D2CAB-D326-42EA-BB95-58A7DA992A4F}"/>
              </a:ext>
            </a:extLst>
          </p:cNvPr>
          <p:cNvSpPr>
            <a:spLocks xmlns:a="http://schemas.openxmlformats.org/drawingml/2006/main" noGrp="1"/>
          </p:cNvSpPr>
          <p:nvPr/>
        </p:nvSpPr>
        <p:spPr>
          <a:xfrm xmlns:a="http://schemas.openxmlformats.org/drawingml/2006/main">
            <a:off x="5543550" y="3971925"/>
            <a:ext cx="1447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200" b="1" i="0">
                <a:solidFill>
                  <a:srgbClr val="FFFFFF"/>
                </a:solidFill>
                <a:latin typeface="DIN Condensed"/>
                <a:ea typeface="DIN Condensed"/>
                <a:cs typeface="DIN Condensed"/>
              </a:defRPr>
            </a:pPr>
            <a:r>
              <a:rPr sz="1200" b="1" i="0">
                <a:solidFill>
                  <a:srgbClr val="FFFFFF"/>
                </a:solidFill>
                <a:latin typeface="DIN Condensed"/>
                <a:ea typeface="DIN Condensed"/>
                <a:cs typeface="DIN Condensed"/>
              </a:rPr>
              <a:t>MEGAESCENARIO</a:t>
            </a:r>
          </a:p>
        </p:txBody>
      </p:sp>
      <p:sp>
        <p:nvSpPr>
          <p:cNvPr id="24" name="">
            <a:extLst xmlns:a="http://schemas.openxmlformats.org/drawingml/2006/main">
              <a:ext uri="{FF2B5EF4-FFF2-40B4-BE49-F238E27FC236}">
                <a16:creationId xmlns:a16="http://schemas.microsoft.com/office/drawing/2014/main" id="{CDD92649-BC62-451B-95ED-E72A2BEB1C54}"/>
              </a:ext>
            </a:extLst>
          </p:cNvPr>
          <p:cNvSpPr>
            <a:spLocks xmlns:a="http://schemas.openxmlformats.org/drawingml/2006/main" noGrp="1"/>
          </p:cNvSpPr>
          <p:nvPr/>
        </p:nvSpPr>
        <p:spPr>
          <a:xfrm xmlns:a="http://schemas.openxmlformats.org/drawingml/2006/main">
            <a:off x="2667000" y="4171950"/>
            <a:ext cx="3143250" cy="47625"/>
          </a:xfrm>
          <a:prstGeom xmlns:a="http://schemas.openxmlformats.org/drawingml/2006/main" prst="rect">
            <a:avLst/>
          </a:prstGeom>
          <a:solidFill xmlns:a="http://schemas.openxmlformats.org/drawingml/2006/main">
            <a:srgbClr val="2B0D3B"/>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B4098706-45E2-4ED5-935E-AB06CA919EC5}"/>
              </a:ext>
            </a:extLst>
          </p:cNvPr>
          <p:cNvSpPr>
            <a:spLocks xmlns:a="http://schemas.openxmlformats.org/drawingml/2006/main" noGrp="1"/>
          </p:cNvSpPr>
          <p:nvPr/>
        </p:nvSpPr>
        <p:spPr>
          <a:xfrm xmlns:a="http://schemas.openxmlformats.org/drawingml/2006/main">
            <a:off x="857250" y="548640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25112C"/>
                </a:solidFill>
                <a:latin typeface="Avenir Next"/>
                <a:ea typeface="Avenir Next"/>
                <a:cs typeface="Avenir Next"/>
              </a:defRPr>
            </a:pPr>
            <a:r>
              <a:rPr sz="900" b="1" i="0">
                <a:solidFill>
                  <a:srgbClr val="25112C"/>
                </a:solidFill>
                <a:latin typeface="Avenir Next"/>
                <a:ea typeface="Avenir Next"/>
                <a:cs typeface="Avenir Next"/>
              </a:rPr>
              <a:t>ENTRADA / ESTOY AQUÍ</a:t>
            </a:r>
          </a:p>
        </p:txBody>
      </p:sp>
      <p:sp>
        <p:nvSpPr>
          <p:cNvPr id="26" name="">
            <a:extLst xmlns:a="http://schemas.openxmlformats.org/drawingml/2006/main">
              <a:ext uri="{FF2B5EF4-FFF2-40B4-BE49-F238E27FC236}">
                <a16:creationId xmlns:a16="http://schemas.microsoft.com/office/drawing/2014/main" id="{870D7CBA-2F99-48CC-B908-D8F17A16BFE0}"/>
              </a:ext>
            </a:extLst>
          </p:cNvPr>
          <p:cNvSpPr>
            <a:spLocks xmlns:a="http://schemas.openxmlformats.org/drawingml/2006/main" noGrp="1"/>
          </p:cNvSpPr>
          <p:nvPr/>
        </p:nvSpPr>
        <p:spPr>
          <a:xfrm xmlns:a="http://schemas.openxmlformats.org/drawingml/2006/main">
            <a:off x="3333750" y="5486400"/>
            <a:ext cx="381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0" i="0">
                <a:solidFill>
                  <a:srgbClr val="6D6470"/>
                </a:solidFill>
                <a:latin typeface="Avenir Next"/>
                <a:ea typeface="Avenir Next"/>
                <a:cs typeface="Avenir Next"/>
              </a:defRPr>
            </a:pPr>
            <a:r>
              <a:rPr sz="900" b="0" i="0">
                <a:solidFill>
                  <a:srgbClr val="6D6470"/>
                </a:solidFill>
                <a:latin typeface="Avenir Next"/>
                <a:ea typeface="Avenir Next"/>
                <a:cs typeface="Avenir Next"/>
              </a:rPr>
              <a:t>→ ruta sugerida por hitos, no navegación prometida</a:t>
            </a:r>
          </a:p>
        </p:txBody>
      </p:sp>
      <p:sp>
        <p:nvSpPr>
          <p:cNvPr id="27" name="">
            <a:extLst xmlns:a="http://schemas.openxmlformats.org/drawingml/2006/main">
              <a:ext uri="{FF2B5EF4-FFF2-40B4-BE49-F238E27FC236}">
                <a16:creationId xmlns:a16="http://schemas.microsoft.com/office/drawing/2014/main" id="{B8C82FD7-6BDE-49F9-9949-BAC763742395}"/>
              </a:ext>
            </a:extLst>
          </p:cNvPr>
          <p:cNvSpPr>
            <a:spLocks xmlns:a="http://schemas.openxmlformats.org/drawingml/2006/main" noGrp="1"/>
          </p:cNvSpPr>
          <p:nvPr/>
        </p:nvSpPr>
        <p:spPr>
          <a:xfrm xmlns:a="http://schemas.openxmlformats.org/drawingml/2006/main">
            <a:off x="7981950" y="2762250"/>
            <a:ext cx="209550" cy="209550"/>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7789FDAA-F74B-443E-AA49-C87E651BDD6D}"/>
              </a:ext>
            </a:extLst>
          </p:cNvPr>
          <p:cNvSpPr>
            <a:spLocks xmlns:a="http://schemas.openxmlformats.org/drawingml/2006/main" noGrp="1"/>
          </p:cNvSpPr>
          <p:nvPr/>
        </p:nvSpPr>
        <p:spPr>
          <a:xfrm xmlns:a="http://schemas.openxmlformats.org/drawingml/2006/main">
            <a:off x="8343900" y="2724150"/>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75" b="1" i="0">
                <a:solidFill>
                  <a:srgbClr val="FFFFFF"/>
                </a:solidFill>
                <a:latin typeface="DIN Condensed"/>
                <a:ea typeface="DIN Condensed"/>
                <a:cs typeface="DIN Condensed"/>
              </a:defRPr>
            </a:pPr>
            <a:r>
              <a:rPr sz="1275" b="1" i="0">
                <a:solidFill>
                  <a:srgbClr val="FFFFFF"/>
                </a:solidFill>
                <a:latin typeface="DIN Condensed"/>
                <a:ea typeface="DIN Condensed"/>
                <a:cs typeface="DIN Condensed"/>
              </a:rPr>
              <a:t>MOVILIDAD</a:t>
            </a:r>
          </a:p>
        </p:txBody>
      </p:sp>
      <p:sp>
        <p:nvSpPr>
          <p:cNvPr id="29" name="">
            <a:extLst xmlns:a="http://schemas.openxmlformats.org/drawingml/2006/main">
              <a:ext uri="{FF2B5EF4-FFF2-40B4-BE49-F238E27FC236}">
                <a16:creationId xmlns:a16="http://schemas.microsoft.com/office/drawing/2014/main" id="{591D53F7-DB26-4909-9219-873753FD1ED7}"/>
              </a:ext>
            </a:extLst>
          </p:cNvPr>
          <p:cNvSpPr>
            <a:spLocks xmlns:a="http://schemas.openxmlformats.org/drawingml/2006/main" noGrp="1"/>
          </p:cNvSpPr>
          <p:nvPr/>
        </p:nvSpPr>
        <p:spPr>
          <a:xfrm xmlns:a="http://schemas.openxmlformats.org/drawingml/2006/main">
            <a:off x="8343900" y="3009900"/>
            <a:ext cx="295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0" i="0">
                <a:solidFill>
                  <a:srgbClr val="FFFFFF">
                    <a:alpha val="78000"/>
                  </a:srgbClr>
                </a:solidFill>
                <a:latin typeface="Avenir Next"/>
                <a:ea typeface="Avenir Next"/>
                <a:cs typeface="Avenir Next"/>
              </a:defRPr>
            </a:pPr>
            <a:r>
              <a:rPr sz="975" b="0" i="0">
                <a:solidFill>
                  <a:srgbClr val="FFFFFF">
                    <a:alpha val="78000"/>
                  </a:srgbClr>
                </a:solidFill>
                <a:latin typeface="Avenir Next"/>
                <a:ea typeface="Avenir Next"/>
                <a:cs typeface="Avenir Next"/>
              </a:rPr>
              <a:t>entradas · salidas · parqueaderos · desembarque · rutas peatonales</a:t>
            </a:r>
          </a:p>
        </p:txBody>
      </p:sp>
      <p:sp>
        <p:nvSpPr>
          <p:cNvPr id="30" name="">
            <a:extLst xmlns:a="http://schemas.openxmlformats.org/drawingml/2006/main">
              <a:ext uri="{FF2B5EF4-FFF2-40B4-BE49-F238E27FC236}">
                <a16:creationId xmlns:a16="http://schemas.microsoft.com/office/drawing/2014/main" id="{EDAD5746-6BA2-47A8-9441-55349EB1012B}"/>
              </a:ext>
            </a:extLst>
          </p:cNvPr>
          <p:cNvSpPr>
            <a:spLocks xmlns:a="http://schemas.openxmlformats.org/drawingml/2006/main" noGrp="1"/>
          </p:cNvSpPr>
          <p:nvPr/>
        </p:nvSpPr>
        <p:spPr>
          <a:xfrm xmlns:a="http://schemas.openxmlformats.org/drawingml/2006/main">
            <a:off x="7981950" y="3486150"/>
            <a:ext cx="209550" cy="209550"/>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52CA70F7-7931-4840-8C78-0B22FD7168B3}"/>
              </a:ext>
            </a:extLst>
          </p:cNvPr>
          <p:cNvSpPr>
            <a:spLocks xmlns:a="http://schemas.openxmlformats.org/drawingml/2006/main" noGrp="1"/>
          </p:cNvSpPr>
          <p:nvPr/>
        </p:nvSpPr>
        <p:spPr>
          <a:xfrm xmlns:a="http://schemas.openxmlformats.org/drawingml/2006/main">
            <a:off x="8343900" y="3448050"/>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75" b="1" i="0">
                <a:solidFill>
                  <a:srgbClr val="FFFFFF"/>
                </a:solidFill>
                <a:latin typeface="DIN Condensed"/>
                <a:ea typeface="DIN Condensed"/>
                <a:cs typeface="DIN Condensed"/>
              </a:defRPr>
            </a:pPr>
            <a:r>
              <a:rPr sz="1275" b="1" i="0">
                <a:solidFill>
                  <a:srgbClr val="FFFFFF"/>
                </a:solidFill>
                <a:latin typeface="DIN Condensed"/>
                <a:ea typeface="DIN Condensed"/>
                <a:cs typeface="DIN Condensed"/>
              </a:rPr>
              <a:t>SERVICIOS</a:t>
            </a:r>
          </a:p>
        </p:txBody>
      </p:sp>
      <p:sp>
        <p:nvSpPr>
          <p:cNvPr id="32" name="">
            <a:extLst xmlns:a="http://schemas.openxmlformats.org/drawingml/2006/main">
              <a:ext uri="{FF2B5EF4-FFF2-40B4-BE49-F238E27FC236}">
                <a16:creationId xmlns:a16="http://schemas.microsoft.com/office/drawing/2014/main" id="{1F9C4AB0-251F-4240-97F4-BCBF7361C9D2}"/>
              </a:ext>
            </a:extLst>
          </p:cNvPr>
          <p:cNvSpPr>
            <a:spLocks xmlns:a="http://schemas.openxmlformats.org/drawingml/2006/main" noGrp="1"/>
          </p:cNvSpPr>
          <p:nvPr/>
        </p:nvSpPr>
        <p:spPr>
          <a:xfrm xmlns:a="http://schemas.openxmlformats.org/drawingml/2006/main">
            <a:off x="8343900" y="3733800"/>
            <a:ext cx="295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0" i="0">
                <a:solidFill>
                  <a:srgbClr val="FFFFFF">
                    <a:alpha val="78000"/>
                  </a:srgbClr>
                </a:solidFill>
                <a:latin typeface="Avenir Next"/>
                <a:ea typeface="Avenir Next"/>
                <a:cs typeface="Avenir Next"/>
              </a:defRPr>
            </a:pPr>
            <a:r>
              <a:rPr sz="975" b="0" i="0">
                <a:solidFill>
                  <a:srgbClr val="FFFFFF">
                    <a:alpha val="78000"/>
                  </a:srgbClr>
                </a:solidFill>
                <a:latin typeface="Avenir Next"/>
                <a:ea typeface="Avenir Next"/>
                <a:cs typeface="Avenir Next"/>
              </a:rPr>
              <a:t>baños y accesibles · comida · agua · ayuda · primeros auxilios</a:t>
            </a:r>
          </a:p>
        </p:txBody>
      </p:sp>
      <p:sp>
        <p:nvSpPr>
          <p:cNvPr id="33" name="">
            <a:extLst xmlns:a="http://schemas.openxmlformats.org/drawingml/2006/main">
              <a:ext uri="{FF2B5EF4-FFF2-40B4-BE49-F238E27FC236}">
                <a16:creationId xmlns:a16="http://schemas.microsoft.com/office/drawing/2014/main" id="{1F4FCC45-9DD6-4E06-A756-A8F02F4D7ED9}"/>
              </a:ext>
            </a:extLst>
          </p:cNvPr>
          <p:cNvSpPr>
            <a:spLocks xmlns:a="http://schemas.openxmlformats.org/drawingml/2006/main" noGrp="1"/>
          </p:cNvSpPr>
          <p:nvPr/>
        </p:nvSpPr>
        <p:spPr>
          <a:xfrm xmlns:a="http://schemas.openxmlformats.org/drawingml/2006/main">
            <a:off x="7981950" y="4210050"/>
            <a:ext cx="209550" cy="209550"/>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EC95844E-1C90-466E-B15F-E1777D71EE51}"/>
              </a:ext>
            </a:extLst>
          </p:cNvPr>
          <p:cNvSpPr>
            <a:spLocks xmlns:a="http://schemas.openxmlformats.org/drawingml/2006/main" noGrp="1"/>
          </p:cNvSpPr>
          <p:nvPr/>
        </p:nvSpPr>
        <p:spPr>
          <a:xfrm xmlns:a="http://schemas.openxmlformats.org/drawingml/2006/main">
            <a:off x="8343900" y="4171950"/>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75" b="1" i="0">
                <a:solidFill>
                  <a:srgbClr val="FFFFFF"/>
                </a:solidFill>
                <a:latin typeface="DIN Condensed"/>
                <a:ea typeface="DIN Condensed"/>
                <a:cs typeface="DIN Condensed"/>
              </a:defRPr>
            </a:pPr>
            <a:r>
              <a:rPr sz="1275" b="1" i="0">
                <a:solidFill>
                  <a:srgbClr val="FFFFFF"/>
                </a:solidFill>
                <a:latin typeface="DIN Condensed"/>
                <a:ea typeface="DIN Condensed"/>
                <a:cs typeface="DIN Condensed"/>
              </a:rPr>
              <a:t>EXPERIENCIAS</a:t>
            </a:r>
          </a:p>
        </p:txBody>
      </p:sp>
      <p:sp>
        <p:nvSpPr>
          <p:cNvPr id="35" name="">
            <a:extLst xmlns:a="http://schemas.openxmlformats.org/drawingml/2006/main">
              <a:ext uri="{FF2B5EF4-FFF2-40B4-BE49-F238E27FC236}">
                <a16:creationId xmlns:a16="http://schemas.microsoft.com/office/drawing/2014/main" id="{A75DD972-2383-494D-92C3-53F0D40164B1}"/>
              </a:ext>
            </a:extLst>
          </p:cNvPr>
          <p:cNvSpPr>
            <a:spLocks xmlns:a="http://schemas.openxmlformats.org/drawingml/2006/main" noGrp="1"/>
          </p:cNvSpPr>
          <p:nvPr/>
        </p:nvSpPr>
        <p:spPr>
          <a:xfrm xmlns:a="http://schemas.openxmlformats.org/drawingml/2006/main">
            <a:off x="8343900" y="4457700"/>
            <a:ext cx="295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0" i="0">
                <a:solidFill>
                  <a:srgbClr val="FFFFFF">
                    <a:alpha val="78000"/>
                  </a:srgbClr>
                </a:solidFill>
                <a:latin typeface="Avenir Next"/>
                <a:ea typeface="Avenir Next"/>
                <a:cs typeface="Avenir Next"/>
              </a:defRPr>
            </a:pPr>
            <a:r>
              <a:rPr sz="975" b="0" i="0">
                <a:solidFill>
                  <a:srgbClr val="FFFFFF">
                    <a:alpha val="78000"/>
                  </a:srgbClr>
                </a:solidFill>
                <a:latin typeface="Avenir Next"/>
                <a:ea typeface="Avenir Next"/>
                <a:cs typeface="Avenir Next"/>
              </a:rPr>
              <a:t>escenarios · feria · familia · atracciones confirmadas</a:t>
            </a:r>
          </a:p>
        </p:txBody>
      </p:sp>
      <p:sp>
        <p:nvSpPr>
          <p:cNvPr id="36" name="">
            <a:extLst xmlns:a="http://schemas.openxmlformats.org/drawingml/2006/main">
              <a:ext uri="{FF2B5EF4-FFF2-40B4-BE49-F238E27FC236}">
                <a16:creationId xmlns:a16="http://schemas.microsoft.com/office/drawing/2014/main" id="{B842A8C9-BAAF-4744-94D7-02F9096E8A70}"/>
              </a:ext>
            </a:extLst>
          </p:cNvPr>
          <p:cNvSpPr>
            <a:spLocks xmlns:a="http://schemas.openxmlformats.org/drawingml/2006/main" noGrp="1"/>
          </p:cNvSpPr>
          <p:nvPr/>
        </p:nvSpPr>
        <p:spPr>
          <a:xfrm xmlns:a="http://schemas.openxmlformats.org/drawingml/2006/main">
            <a:off x="7981950" y="4933950"/>
            <a:ext cx="209550" cy="209550"/>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91960CC5-79B4-4B47-BC87-38E24256EAB4}"/>
              </a:ext>
            </a:extLst>
          </p:cNvPr>
          <p:cNvSpPr>
            <a:spLocks xmlns:a="http://schemas.openxmlformats.org/drawingml/2006/main" noGrp="1"/>
          </p:cNvSpPr>
          <p:nvPr/>
        </p:nvSpPr>
        <p:spPr>
          <a:xfrm xmlns:a="http://schemas.openxmlformats.org/drawingml/2006/main">
            <a:off x="8343900" y="4895850"/>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75" b="1" i="0">
                <a:solidFill>
                  <a:srgbClr val="FFFFFF"/>
                </a:solidFill>
                <a:latin typeface="DIN Condensed"/>
                <a:ea typeface="DIN Condensed"/>
                <a:cs typeface="DIN Condensed"/>
              </a:defRPr>
            </a:pPr>
            <a:r>
              <a:rPr sz="1275" b="1" i="0">
                <a:solidFill>
                  <a:srgbClr val="FFFFFF"/>
                </a:solidFill>
                <a:latin typeface="DIN Condensed"/>
                <a:ea typeface="DIN Condensed"/>
                <a:cs typeface="DIN Condensed"/>
              </a:rPr>
              <a:t>SEGURIDAD</a:t>
            </a:r>
          </a:p>
        </p:txBody>
      </p:sp>
      <p:sp>
        <p:nvSpPr>
          <p:cNvPr id="38" name="">
            <a:extLst xmlns:a="http://schemas.openxmlformats.org/drawingml/2006/main">
              <a:ext uri="{FF2B5EF4-FFF2-40B4-BE49-F238E27FC236}">
                <a16:creationId xmlns:a16="http://schemas.microsoft.com/office/drawing/2014/main" id="{2A52A09E-5255-4F7A-B27F-0132DD2E2FFC}"/>
              </a:ext>
            </a:extLst>
          </p:cNvPr>
          <p:cNvSpPr>
            <a:spLocks xmlns:a="http://schemas.openxmlformats.org/drawingml/2006/main" noGrp="1"/>
          </p:cNvSpPr>
          <p:nvPr/>
        </p:nvSpPr>
        <p:spPr>
          <a:xfrm xmlns:a="http://schemas.openxmlformats.org/drawingml/2006/main">
            <a:off x="8343900" y="5181600"/>
            <a:ext cx="295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0" i="0">
                <a:solidFill>
                  <a:srgbClr val="FFFFFF">
                    <a:alpha val="78000"/>
                  </a:srgbClr>
                </a:solidFill>
                <a:latin typeface="Avenir Next"/>
                <a:ea typeface="Avenir Next"/>
                <a:cs typeface="Avenir Next"/>
              </a:defRPr>
            </a:pPr>
            <a:r>
              <a:rPr sz="975" b="0" i="0">
                <a:solidFill>
                  <a:srgbClr val="FFFFFF">
                    <a:alpha val="78000"/>
                  </a:srgbClr>
                </a:solidFill>
                <a:latin typeface="Avenir Next"/>
                <a:ea typeface="Avenir Next"/>
                <a:cs typeface="Avenir Next"/>
              </a:rPr>
              <a:t>áreas restringidas y rutas públicas solo con aprobación</a:t>
            </a:r>
          </a:p>
        </p:txBody>
      </p:sp>
      <p:sp>
        <p:nvSpPr>
          <p:cNvPr id="39" name="">
            <a:extLst xmlns:a="http://schemas.openxmlformats.org/drawingml/2006/main">
              <a:ext uri="{FF2B5EF4-FFF2-40B4-BE49-F238E27FC236}">
                <a16:creationId xmlns:a16="http://schemas.microsoft.com/office/drawing/2014/main" id="{2145664B-9FB0-4276-8E89-5361245C8321}"/>
              </a:ext>
            </a:extLst>
          </p:cNvPr>
          <p:cNvSpPr>
            <a:spLocks xmlns:a="http://schemas.openxmlformats.org/drawingml/2006/main" noGrp="1"/>
          </p:cNvSpPr>
          <p:nvPr/>
        </p:nvSpPr>
        <p:spPr>
          <a:xfrm xmlns:a="http://schemas.openxmlformats.org/drawingml/2006/main">
            <a:off x="7962900" y="5467350"/>
            <a:ext cx="3352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FFC928"/>
                </a:solidFill>
                <a:latin typeface="Avenir Next"/>
                <a:ea typeface="Avenir Next"/>
                <a:cs typeface="Avenir Next"/>
              </a:defRPr>
            </a:pPr>
            <a:r>
              <a:rPr sz="1050" b="1" i="0">
                <a:solidFill>
                  <a:srgbClr val="FFC928"/>
                </a:solidFill>
                <a:latin typeface="Avenir Next"/>
                <a:ea typeface="Avenir Next"/>
                <a:cs typeface="Avenir Next"/>
              </a:rPr>
              <a:t>Cada punto: nombre · zona · horario · accesibilidad · instrucción para llegar.</a:t>
            </a:r>
          </a:p>
        </p:txBody>
      </p:sp>
      <p:sp>
        <p:nvSpPr>
          <p:cNvPr id="40" name="">
            <a:extLst xmlns:a="http://schemas.openxmlformats.org/drawingml/2006/main">
              <a:ext uri="{FF2B5EF4-FFF2-40B4-BE49-F238E27FC236}">
                <a16:creationId xmlns:a16="http://schemas.microsoft.com/office/drawing/2014/main" id="{0E35C582-C3E1-4F54-9D3C-39ECAC77FA02}"/>
              </a:ext>
            </a:extLst>
          </p:cNvPr>
          <p:cNvSpPr>
            <a:spLocks xmlns:a="http://schemas.openxmlformats.org/drawingml/2006/main" noGrp="1"/>
          </p:cNvSpPr>
          <p:nvPr/>
        </p:nvSpPr>
        <p:spPr>
          <a:xfrm xmlns:a="http://schemas.openxmlformats.org/drawingml/2006/main">
            <a:off x="7962900" y="5962650"/>
            <a:ext cx="3352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FFFFFF"/>
                </a:solidFill>
                <a:latin typeface="Avenir Next"/>
                <a:ea typeface="Avenir Next"/>
                <a:cs typeface="Avenir Next"/>
              </a:defRPr>
            </a:pPr>
            <a:r>
              <a:rPr sz="900" b="1" i="0">
                <a:solidFill>
                  <a:srgbClr val="FFFFFF"/>
                </a:solidFill>
                <a:latin typeface="Avenir Next"/>
                <a:ea typeface="Avenir Next"/>
                <a:cs typeface="Avenir Next"/>
              </a:rPr>
              <a:t>MISMO NOMBRE + COLOR + ICONO EN APP, QR, MAPA IMPRESO, SEÑALÉTICA Y PERSONAL</a:t>
            </a:r>
          </a:p>
        </p:txBody>
      </p:sp>
    </p:spTree>
    <p:extLst>
      <p:ext uri="{BB962C8B-B14F-4D97-AF65-F5344CB8AC3E}">
        <p14:creationId xmlns:p14="http://schemas.microsoft.com/office/powerpoint/2010/main" val="1355242391"/>
      </p:ext>
    </p:extLst>
  </p:cSld>
</p:sld>
</file>

<file path=ppt/slides/slide36.xml><?xml version="1.0" encoding="utf-8"?>
<p:sld xmlns:p="http://schemas.openxmlformats.org/presentationml/2006/main">
  <p:cSld>
    <p:bg>
      <p:bgPr>
        <a:solidFill xmlns:a="http://schemas.openxmlformats.org/drawingml/2006/main">
          <a:srgbClr val="FFF7EA"/>
        </a:solidFill>
      </p:bgPr>
    </p:bg>
    <p:spTree>
      <p:nvGrpSpPr>
        <p:cNvPr id="1" name=""/>
        <p:cNvGrpSpPr/>
        <p:nvPr/>
      </p:nvGrpSpPr>
      <p:grpSpPr>
        <a:xfrm xmlns:a="http://schemas.openxmlformats.org/drawingml/2006/main"/>
      </p:grpSpPr>
      <p:sp>
        <p:nvSpPr>
          <p:cNvPr id="51" name="">
            <a:extLst xmlns:a="http://schemas.openxmlformats.org/drawingml/2006/main">
              <a:ext uri="{FF2B5EF4-FFF2-40B4-BE49-F238E27FC236}">
                <a16:creationId xmlns:a16="http://schemas.microsoft.com/office/drawing/2014/main" id="{EB6F8B88-F0B4-4530-B0AD-9DCB6AA8CD4F}"/>
              </a:ext>
            </a:extLst>
          </p:cNvPr>
          <p:cNvSpPr>
            <a:spLocks xmlns:a="http://schemas.openxmlformats.org/drawingml/2006/main" noGrp="1"/>
          </p:cNvSpPr>
          <p:nvPr/>
        </p:nvSpPr>
        <p:spPr>
          <a:xfrm xmlns:a="http://schemas.openxmlformats.org/drawingml/2006/main">
            <a:off x="0" y="0"/>
            <a:ext cx="2438400" cy="66675"/>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5BE6B0D-0221-4A99-ACFB-E2452C95A51A}"/>
              </a:ext>
            </a:extLst>
          </p:cNvPr>
          <p:cNvSpPr>
            <a:spLocks xmlns:a="http://schemas.openxmlformats.org/drawingml/2006/main" noGrp="1"/>
          </p:cNvSpPr>
          <p:nvPr/>
        </p:nvSpPr>
        <p:spPr>
          <a:xfrm xmlns:a="http://schemas.openxmlformats.org/drawingml/2006/main">
            <a:off x="2438400" y="0"/>
            <a:ext cx="2438400" cy="66675"/>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B63F984-159C-4FAF-B472-EEB46291163C}"/>
              </a:ext>
            </a:extLst>
          </p:cNvPr>
          <p:cNvSpPr>
            <a:spLocks xmlns:a="http://schemas.openxmlformats.org/drawingml/2006/main" noGrp="1"/>
          </p:cNvSpPr>
          <p:nvPr/>
        </p:nvSpPr>
        <p:spPr>
          <a:xfrm xmlns:a="http://schemas.openxmlformats.org/drawingml/2006/main">
            <a:off x="4876800" y="0"/>
            <a:ext cx="2438400" cy="66675"/>
          </a:xfrm>
          <a:prstGeom xmlns:a="http://schemas.openxmlformats.org/drawingml/2006/main" prst="rect">
            <a:avLst/>
          </a:prstGeom>
          <a:solidFill xmlns:a="http://schemas.openxmlformats.org/drawingml/2006/main">
            <a:srgbClr val="FFC92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1C2F569-3346-4B93-BC95-712FE0294DDE}"/>
              </a:ext>
            </a:extLst>
          </p:cNvPr>
          <p:cNvSpPr>
            <a:spLocks xmlns:a="http://schemas.openxmlformats.org/drawingml/2006/main" noGrp="1"/>
          </p:cNvSpPr>
          <p:nvPr/>
        </p:nvSpPr>
        <p:spPr>
          <a:xfrm xmlns:a="http://schemas.openxmlformats.org/drawingml/2006/main">
            <a:off x="7315200" y="0"/>
            <a:ext cx="2438400" cy="66675"/>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EB36609D-2FEB-4967-BA01-3EA654685944}"/>
              </a:ext>
            </a:extLst>
          </p:cNvPr>
          <p:cNvSpPr>
            <a:spLocks xmlns:a="http://schemas.openxmlformats.org/drawingml/2006/main" noGrp="1"/>
          </p:cNvSpPr>
          <p:nvPr/>
        </p:nvSpPr>
        <p:spPr>
          <a:xfrm xmlns:a="http://schemas.openxmlformats.org/drawingml/2006/main">
            <a:off x="9753600" y="0"/>
            <a:ext cx="2438400" cy="66675"/>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A39E223E-3605-469F-B6C9-1E4916C34D52}"/>
              </a:ext>
            </a:extLst>
          </p:cNvPr>
          <p:cNvSpPr>
            <a:spLocks xmlns:a="http://schemas.openxmlformats.org/drawingml/2006/main" noGrp="1"/>
          </p:cNvSpPr>
          <p:nvPr/>
        </p:nvSpPr>
        <p:spPr>
          <a:xfrm xmlns:a="http://schemas.openxmlformats.org/drawingml/2006/main">
            <a:off x="609600" y="26670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E72D78"/>
                </a:solidFill>
                <a:latin typeface="Avenir Next"/>
                <a:ea typeface="Avenir Next"/>
                <a:cs typeface="Avenir Next"/>
              </a:defRPr>
            </a:pPr>
            <a:r>
              <a:rPr sz="825" b="1" i="0">
                <a:solidFill>
                  <a:srgbClr val="E72D78"/>
                </a:solidFill>
                <a:latin typeface="Avenir Next"/>
                <a:ea typeface="Avenir Next"/>
                <a:cs typeface="Avenir Next"/>
              </a:rPr>
              <a:t>APP · AGENDA Y RUTAS</a:t>
            </a:r>
          </a:p>
        </p:txBody>
      </p:sp>
      <p:sp>
        <p:nvSpPr>
          <p:cNvPr id="7" name="">
            <a:extLst xmlns:a="http://schemas.openxmlformats.org/drawingml/2006/main">
              <a:ext uri="{FF2B5EF4-FFF2-40B4-BE49-F238E27FC236}">
                <a16:creationId xmlns:a16="http://schemas.microsoft.com/office/drawing/2014/main" id="{7A475E1B-38E0-456F-8D4B-9DAAE6E68E38}"/>
              </a:ext>
            </a:extLst>
          </p:cNvPr>
          <p:cNvSpPr>
            <a:spLocks xmlns:a="http://schemas.openxmlformats.org/drawingml/2006/main" noGrp="1"/>
          </p:cNvSpPr>
          <p:nvPr/>
        </p:nvSpPr>
        <p:spPr>
          <a:xfrm xmlns:a="http://schemas.openxmlformats.org/drawingml/2006/main">
            <a:off x="609600" y="6534150"/>
            <a:ext cx="4762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675" b="1" i="0">
                <a:solidFill>
                  <a:srgbClr val="25112C">
                    <a:alpha val="55000"/>
                  </a:srgbClr>
                </a:solidFill>
                <a:latin typeface="Avenir Next"/>
                <a:ea typeface="Avenir Next"/>
                <a:cs typeface="Avenir Next"/>
              </a:defRPr>
            </a:pPr>
            <a:r>
              <a:rPr sz="675" b="1" i="0">
                <a:solidFill>
                  <a:srgbClr val="25112C">
                    <a:alpha val="55000"/>
                  </a:srgbClr>
                </a:solidFill>
                <a:latin typeface="Avenir Next"/>
                <a:ea typeface="Avenir Next"/>
                <a:cs typeface="Avenir Next"/>
              </a:rPr>
              <a:t>DOCUMENTO INTERNO · PROPUESTA EN REVISIÓN</a:t>
            </a:r>
          </a:p>
        </p:txBody>
      </p:sp>
      <p:sp>
        <p:nvSpPr>
          <p:cNvPr id="8" name="">
            <a:extLst xmlns:a="http://schemas.openxmlformats.org/drawingml/2006/main">
              <a:ext uri="{FF2B5EF4-FFF2-40B4-BE49-F238E27FC236}">
                <a16:creationId xmlns:a16="http://schemas.microsoft.com/office/drawing/2014/main" id="{D59FA1D2-F061-47EB-B2C5-8AE06FE8530F}"/>
              </a:ext>
            </a:extLst>
          </p:cNvPr>
          <p:cNvSpPr>
            <a:spLocks xmlns:a="http://schemas.openxmlformats.org/drawingml/2006/main" noGrp="1"/>
          </p:cNvSpPr>
          <p:nvPr/>
        </p:nvSpPr>
        <p:spPr>
          <a:xfrm xmlns:a="http://schemas.openxmlformats.org/drawingml/2006/main">
            <a:off x="11239500" y="6505575"/>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750" b="1" i="0">
                <a:solidFill>
                  <a:srgbClr val="25112C">
                    <a:alpha val="55000"/>
                  </a:srgbClr>
                </a:solidFill>
                <a:latin typeface="Avenir Next"/>
                <a:ea typeface="Avenir Next"/>
                <a:cs typeface="Avenir Next"/>
              </a:defRPr>
            </a:pPr>
            <a:r>
              <a:rPr sz="750" b="1" i="0">
                <a:solidFill>
                  <a:srgbClr val="25112C">
                    <a:alpha val="55000"/>
                  </a:srgbClr>
                </a:solidFill>
                <a:latin typeface="Avenir Next"/>
                <a:ea typeface="Avenir Next"/>
                <a:cs typeface="Avenir Next"/>
              </a:rPr>
              <a:t>36</a:t>
            </a:r>
          </a:p>
        </p:txBody>
      </p:sp>
      <p:sp>
        <p:nvSpPr>
          <p:cNvPr id="9" name="">
            <a:extLst xmlns:a="http://schemas.openxmlformats.org/drawingml/2006/main">
              <a:ext uri="{FF2B5EF4-FFF2-40B4-BE49-F238E27FC236}">
                <a16:creationId xmlns:a16="http://schemas.microsoft.com/office/drawing/2014/main" id="{926CDBA2-9704-41E6-8BF3-1A76431FDBE4}"/>
              </a:ext>
            </a:extLst>
          </p:cNvPr>
          <p:cNvSpPr>
            <a:spLocks xmlns:a="http://schemas.openxmlformats.org/drawingml/2006/main" noGrp="1"/>
          </p:cNvSpPr>
          <p:nvPr/>
        </p:nvSpPr>
        <p:spPr>
          <a:xfrm xmlns:a="http://schemas.openxmlformats.org/drawingml/2006/main">
            <a:off x="609600" y="666750"/>
            <a:ext cx="1066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E72D78"/>
                </a:solidFill>
                <a:latin typeface="Avenir Next"/>
                <a:ea typeface="Avenir Next"/>
                <a:cs typeface="Avenir Next"/>
              </a:defRPr>
            </a:pPr>
            <a:r>
              <a:rPr sz="900" b="1" i="0">
                <a:solidFill>
                  <a:srgbClr val="E72D78"/>
                </a:solidFill>
                <a:latin typeface="Avenir Next"/>
                <a:ea typeface="Avenir Next"/>
                <a:cs typeface="Avenir Next"/>
              </a:rPr>
              <a:t>AGENDA</a:t>
            </a:r>
          </a:p>
        </p:txBody>
      </p:sp>
      <p:sp>
        <p:nvSpPr>
          <p:cNvPr id="10" name="">
            <a:extLst xmlns:a="http://schemas.openxmlformats.org/drawingml/2006/main">
              <a:ext uri="{FF2B5EF4-FFF2-40B4-BE49-F238E27FC236}">
                <a16:creationId xmlns:a16="http://schemas.microsoft.com/office/drawing/2014/main" id="{B75C960B-2D63-4193-8DD8-DEC78ECB87E9}"/>
              </a:ext>
            </a:extLst>
          </p:cNvPr>
          <p:cNvSpPr>
            <a:spLocks xmlns:a="http://schemas.openxmlformats.org/drawingml/2006/main" noGrp="1"/>
          </p:cNvSpPr>
          <p:nvPr/>
        </p:nvSpPr>
        <p:spPr>
          <a:xfrm xmlns:a="http://schemas.openxmlformats.org/drawingml/2006/main">
            <a:off x="609600" y="990600"/>
            <a:ext cx="1066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4050" b="1" i="0">
                <a:solidFill>
                  <a:srgbClr val="25112C"/>
                </a:solidFill>
                <a:latin typeface="DIN Condensed"/>
                <a:ea typeface="DIN Condensed"/>
                <a:cs typeface="DIN Condensed"/>
              </a:defRPr>
            </a:pPr>
            <a:r>
              <a:rPr sz="4050" b="1" i="0">
                <a:solidFill>
                  <a:srgbClr val="25112C"/>
                </a:solidFill>
                <a:latin typeface="DIN Condensed"/>
                <a:ea typeface="DIN Condensed"/>
                <a:cs typeface="DIN Condensed"/>
              </a:rPr>
              <a:t>Elegir un día debe sentirse más fácil que adivinarlo.</a:t>
            </a:r>
          </a:p>
        </p:txBody>
      </p:sp>
      <p:sp>
        <p:nvSpPr>
          <p:cNvPr id="11" name="">
            <a:extLst xmlns:a="http://schemas.openxmlformats.org/drawingml/2006/main">
              <a:ext uri="{FF2B5EF4-FFF2-40B4-BE49-F238E27FC236}">
                <a16:creationId xmlns:a16="http://schemas.microsoft.com/office/drawing/2014/main" id="{54C52D75-5270-4A3F-80FA-999708FD76E8}"/>
              </a:ext>
            </a:extLst>
          </p:cNvPr>
          <p:cNvSpPr>
            <a:spLocks xmlns:a="http://schemas.openxmlformats.org/drawingml/2006/main" noGrp="1"/>
          </p:cNvSpPr>
          <p:nvPr/>
        </p:nvSpPr>
        <p:spPr>
          <a:xfrm xmlns:a="http://schemas.openxmlformats.org/drawingml/2006/main">
            <a:off x="609600" y="1828800"/>
            <a:ext cx="10668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0" i="0">
                <a:solidFill>
                  <a:srgbClr val="6D6470"/>
                </a:solidFill>
                <a:latin typeface="Avenir Next"/>
                <a:ea typeface="Avenir Next"/>
                <a:cs typeface="Avenir Next"/>
              </a:defRPr>
            </a:pPr>
            <a:r>
              <a:rPr sz="1500" b="0" i="0">
                <a:solidFill>
                  <a:srgbClr val="6D6470"/>
                </a:solidFill>
                <a:latin typeface="Avenir Next"/>
                <a:ea typeface="Avenir Next"/>
                <a:cs typeface="Avenir Next"/>
              </a:rPr>
              <a:t>La agenda filtra, explica cada actividad y conecta inmediatamente con su ubicación y una ruta predefinida.</a:t>
            </a:r>
          </a:p>
        </p:txBody>
      </p:sp>
      <p:sp>
        <p:nvSpPr>
          <p:cNvPr id="12" name="">
            <a:extLst xmlns:a="http://schemas.openxmlformats.org/drawingml/2006/main">
              <a:ext uri="{FF2B5EF4-FFF2-40B4-BE49-F238E27FC236}">
                <a16:creationId xmlns:a16="http://schemas.microsoft.com/office/drawing/2014/main" id="{C3317416-0321-4E04-A8F4-AEED3F28E34C}"/>
              </a:ext>
            </a:extLst>
          </p:cNvPr>
          <p:cNvSpPr>
            <a:spLocks xmlns:a="http://schemas.openxmlformats.org/drawingml/2006/main" noGrp="1"/>
          </p:cNvSpPr>
          <p:nvPr/>
        </p:nvSpPr>
        <p:spPr>
          <a:xfrm xmlns:a="http://schemas.openxmlformats.org/drawingml/2006/main">
            <a:off x="609600" y="2514600"/>
            <a:ext cx="1314450" cy="285750"/>
          </a:xfrm>
          <a:prstGeom xmlns:a="http://schemas.openxmlformats.org/drawingml/2006/main" prst="roundRect">
            <a:avLst>
              <a:gd name="adj" fmla="val 50000"/>
            </a:avLst>
          </a:prstGeom>
          <a:solidFill xmlns:a="http://schemas.openxmlformats.org/drawingml/2006/main">
            <a:srgbClr val="E72D7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86CA1F32-8A9B-4141-9214-24FC7611143A}"/>
              </a:ext>
            </a:extLst>
          </p:cNvPr>
          <p:cNvSpPr>
            <a:spLocks xmlns:a="http://schemas.openxmlformats.org/drawingml/2006/main" noGrp="1"/>
          </p:cNvSpPr>
          <p:nvPr/>
        </p:nvSpPr>
        <p:spPr>
          <a:xfrm xmlns:a="http://schemas.openxmlformats.org/drawingml/2006/main">
            <a:off x="704850" y="2562225"/>
            <a:ext cx="1123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825" b="1" i="0">
                <a:solidFill>
                  <a:srgbClr val="FFFFFF"/>
                </a:solidFill>
                <a:latin typeface="Avenir Next"/>
                <a:ea typeface="Avenir Next"/>
                <a:cs typeface="Avenir Next"/>
              </a:defRPr>
            </a:pPr>
            <a:r>
              <a:rPr sz="825" b="1" i="0">
                <a:solidFill>
                  <a:srgbClr val="FFFFFF"/>
                </a:solidFill>
                <a:latin typeface="Avenir Next"/>
                <a:ea typeface="Avenir Next"/>
                <a:cs typeface="Avenir Next"/>
              </a:rPr>
              <a:t>DÍA</a:t>
            </a:r>
          </a:p>
        </p:txBody>
      </p:sp>
      <p:sp>
        <p:nvSpPr>
          <p:cNvPr id="14" name="">
            <a:extLst xmlns:a="http://schemas.openxmlformats.org/drawingml/2006/main">
              <a:ext uri="{FF2B5EF4-FFF2-40B4-BE49-F238E27FC236}">
                <a16:creationId xmlns:a16="http://schemas.microsoft.com/office/drawing/2014/main" id="{ED5AF5D9-8616-4C00-B38D-D36251FACD65}"/>
              </a:ext>
            </a:extLst>
          </p:cNvPr>
          <p:cNvSpPr>
            <a:spLocks xmlns:a="http://schemas.openxmlformats.org/drawingml/2006/main" noGrp="1"/>
          </p:cNvSpPr>
          <p:nvPr/>
        </p:nvSpPr>
        <p:spPr>
          <a:xfrm xmlns:a="http://schemas.openxmlformats.org/drawingml/2006/main">
            <a:off x="2114550" y="2514600"/>
            <a:ext cx="1314450" cy="285750"/>
          </a:xfrm>
          <a:prstGeom xmlns:a="http://schemas.openxmlformats.org/drawingml/2006/main" prst="roundRect">
            <a:avLst>
              <a:gd name="adj" fmla="val 50000"/>
            </a:avLst>
          </a:prstGeom>
          <a:solidFill xmlns:a="http://schemas.openxmlformats.org/drawingml/2006/main">
            <a:srgbClr val="FF6A1A"/>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B7C2D1F0-A956-4434-AD83-DA194FB57041}"/>
              </a:ext>
            </a:extLst>
          </p:cNvPr>
          <p:cNvSpPr>
            <a:spLocks xmlns:a="http://schemas.openxmlformats.org/drawingml/2006/main" noGrp="1"/>
          </p:cNvSpPr>
          <p:nvPr/>
        </p:nvSpPr>
        <p:spPr>
          <a:xfrm xmlns:a="http://schemas.openxmlformats.org/drawingml/2006/main">
            <a:off x="2209800" y="2562225"/>
            <a:ext cx="1123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825" b="1" i="0">
                <a:solidFill>
                  <a:srgbClr val="FFFFFF"/>
                </a:solidFill>
                <a:latin typeface="Avenir Next"/>
                <a:ea typeface="Avenir Next"/>
                <a:cs typeface="Avenir Next"/>
              </a:defRPr>
            </a:pPr>
            <a:r>
              <a:rPr sz="825" b="1" i="0">
                <a:solidFill>
                  <a:srgbClr val="FFFFFF"/>
                </a:solidFill>
                <a:latin typeface="Avenir Next"/>
                <a:ea typeface="Avenir Next"/>
                <a:cs typeface="Avenir Next"/>
              </a:rPr>
              <a:t>HORA</a:t>
            </a:r>
          </a:p>
        </p:txBody>
      </p:sp>
      <p:sp>
        <p:nvSpPr>
          <p:cNvPr id="16" name="">
            <a:extLst xmlns:a="http://schemas.openxmlformats.org/drawingml/2006/main">
              <a:ext uri="{FF2B5EF4-FFF2-40B4-BE49-F238E27FC236}">
                <a16:creationId xmlns:a16="http://schemas.microsoft.com/office/drawing/2014/main" id="{60A7D08D-DE60-473B-B361-6902AB0B1A26}"/>
              </a:ext>
            </a:extLst>
          </p:cNvPr>
          <p:cNvSpPr>
            <a:spLocks xmlns:a="http://schemas.openxmlformats.org/drawingml/2006/main" noGrp="1"/>
          </p:cNvSpPr>
          <p:nvPr/>
        </p:nvSpPr>
        <p:spPr>
          <a:xfrm xmlns:a="http://schemas.openxmlformats.org/drawingml/2006/main">
            <a:off x="3619500" y="2514600"/>
            <a:ext cx="1314450" cy="285750"/>
          </a:xfrm>
          <a:prstGeom xmlns:a="http://schemas.openxmlformats.org/drawingml/2006/main" prst="roundRect">
            <a:avLst>
              <a:gd name="adj" fmla="val 50000"/>
            </a:avLst>
          </a:prstGeom>
          <a:solidFill xmlns:a="http://schemas.openxmlformats.org/drawingml/2006/main">
            <a:srgbClr val="00AFA0"/>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1AF6D293-C556-403A-BBBE-2795220FA275}"/>
              </a:ext>
            </a:extLst>
          </p:cNvPr>
          <p:cNvSpPr>
            <a:spLocks xmlns:a="http://schemas.openxmlformats.org/drawingml/2006/main" noGrp="1"/>
          </p:cNvSpPr>
          <p:nvPr/>
        </p:nvSpPr>
        <p:spPr>
          <a:xfrm xmlns:a="http://schemas.openxmlformats.org/drawingml/2006/main">
            <a:off x="3714750" y="2562225"/>
            <a:ext cx="1123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825" b="1" i="0">
                <a:solidFill>
                  <a:srgbClr val="FFFFFF"/>
                </a:solidFill>
                <a:latin typeface="Avenir Next"/>
                <a:ea typeface="Avenir Next"/>
                <a:cs typeface="Avenir Next"/>
              </a:defRPr>
            </a:pPr>
            <a:r>
              <a:rPr sz="825" b="1" i="0">
                <a:solidFill>
                  <a:srgbClr val="FFFFFF"/>
                </a:solidFill>
                <a:latin typeface="Avenir Next"/>
                <a:ea typeface="Avenir Next"/>
                <a:cs typeface="Avenir Next"/>
              </a:rPr>
              <a:t>ZONA</a:t>
            </a:r>
          </a:p>
        </p:txBody>
      </p:sp>
      <p:sp>
        <p:nvSpPr>
          <p:cNvPr id="18" name="">
            <a:extLst xmlns:a="http://schemas.openxmlformats.org/drawingml/2006/main">
              <a:ext uri="{FF2B5EF4-FFF2-40B4-BE49-F238E27FC236}">
                <a16:creationId xmlns:a16="http://schemas.microsoft.com/office/drawing/2014/main" id="{FEEB691F-F1D8-440D-A652-ABE5364EB4DF}"/>
              </a:ext>
            </a:extLst>
          </p:cNvPr>
          <p:cNvSpPr>
            <a:spLocks xmlns:a="http://schemas.openxmlformats.org/drawingml/2006/main" noGrp="1"/>
          </p:cNvSpPr>
          <p:nvPr/>
        </p:nvSpPr>
        <p:spPr>
          <a:xfrm xmlns:a="http://schemas.openxmlformats.org/drawingml/2006/main">
            <a:off x="5124450" y="2514600"/>
            <a:ext cx="1314450" cy="285750"/>
          </a:xfrm>
          <a:prstGeom xmlns:a="http://schemas.openxmlformats.org/drawingml/2006/main" prst="roundRect">
            <a:avLst>
              <a:gd name="adj" fmla="val 50000"/>
            </a:avLst>
          </a:prstGeom>
          <a:solidFill xmlns:a="http://schemas.openxmlformats.org/drawingml/2006/main">
            <a:srgbClr val="315BF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BE55526D-C8DB-4767-AD40-08354957081E}"/>
              </a:ext>
            </a:extLst>
          </p:cNvPr>
          <p:cNvSpPr>
            <a:spLocks xmlns:a="http://schemas.openxmlformats.org/drawingml/2006/main" noGrp="1"/>
          </p:cNvSpPr>
          <p:nvPr/>
        </p:nvSpPr>
        <p:spPr>
          <a:xfrm xmlns:a="http://schemas.openxmlformats.org/drawingml/2006/main">
            <a:off x="5219700" y="2562225"/>
            <a:ext cx="1123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825" b="1" i="0">
                <a:solidFill>
                  <a:srgbClr val="FFFFFF"/>
                </a:solidFill>
                <a:latin typeface="Avenir Next"/>
                <a:ea typeface="Avenir Next"/>
                <a:cs typeface="Avenir Next"/>
              </a:defRPr>
            </a:pPr>
            <a:r>
              <a:rPr sz="825" b="1" i="0">
                <a:solidFill>
                  <a:srgbClr val="FFFFFF"/>
                </a:solidFill>
                <a:latin typeface="Avenir Next"/>
                <a:ea typeface="Avenir Next"/>
                <a:cs typeface="Avenir Next"/>
              </a:rPr>
              <a:t>FAMILIA</a:t>
            </a:r>
          </a:p>
        </p:txBody>
      </p:sp>
      <p:sp>
        <p:nvSpPr>
          <p:cNvPr id="20" name="">
            <a:extLst xmlns:a="http://schemas.openxmlformats.org/drawingml/2006/main">
              <a:ext uri="{FF2B5EF4-FFF2-40B4-BE49-F238E27FC236}">
                <a16:creationId xmlns:a16="http://schemas.microsoft.com/office/drawing/2014/main" id="{65BA11EF-9573-4A9A-9A5C-1060AAB0B750}"/>
              </a:ext>
            </a:extLst>
          </p:cNvPr>
          <p:cNvSpPr>
            <a:spLocks xmlns:a="http://schemas.openxmlformats.org/drawingml/2006/main" noGrp="1"/>
          </p:cNvSpPr>
          <p:nvPr/>
        </p:nvSpPr>
        <p:spPr>
          <a:xfrm xmlns:a="http://schemas.openxmlformats.org/drawingml/2006/main">
            <a:off x="6629400" y="2514600"/>
            <a:ext cx="1314450" cy="285750"/>
          </a:xfrm>
          <a:prstGeom xmlns:a="http://schemas.openxmlformats.org/drawingml/2006/main" prst="roundRect">
            <a:avLst>
              <a:gd name="adj" fmla="val 50000"/>
            </a:avLst>
          </a:prstGeom>
          <a:solidFill xmlns:a="http://schemas.openxmlformats.org/drawingml/2006/main">
            <a:srgbClr val="2B0D3B"/>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1083B00D-97F3-4D0A-94BB-0074992A7C4F}"/>
              </a:ext>
            </a:extLst>
          </p:cNvPr>
          <p:cNvSpPr>
            <a:spLocks xmlns:a="http://schemas.openxmlformats.org/drawingml/2006/main" noGrp="1"/>
          </p:cNvSpPr>
          <p:nvPr/>
        </p:nvSpPr>
        <p:spPr>
          <a:xfrm xmlns:a="http://schemas.openxmlformats.org/drawingml/2006/main">
            <a:off x="6724650" y="2562225"/>
            <a:ext cx="1123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825" b="1" i="0">
                <a:solidFill>
                  <a:srgbClr val="FFFFFF"/>
                </a:solidFill>
                <a:latin typeface="Avenir Next"/>
                <a:ea typeface="Avenir Next"/>
                <a:cs typeface="Avenir Next"/>
              </a:defRPr>
            </a:pPr>
            <a:r>
              <a:rPr sz="825" b="1" i="0">
                <a:solidFill>
                  <a:srgbClr val="FFFFFF"/>
                </a:solidFill>
                <a:latin typeface="Avenir Next"/>
                <a:ea typeface="Avenir Next"/>
                <a:cs typeface="Avenir Next"/>
              </a:rPr>
              <a:t>FERIA</a:t>
            </a:r>
          </a:p>
        </p:txBody>
      </p:sp>
      <p:sp>
        <p:nvSpPr>
          <p:cNvPr id="22" name="">
            <a:extLst xmlns:a="http://schemas.openxmlformats.org/drawingml/2006/main">
              <a:ext uri="{FF2B5EF4-FFF2-40B4-BE49-F238E27FC236}">
                <a16:creationId xmlns:a16="http://schemas.microsoft.com/office/drawing/2014/main" id="{0287CFEC-DB86-4B8F-BF75-F04C4E15BC30}"/>
              </a:ext>
            </a:extLst>
          </p:cNvPr>
          <p:cNvSpPr>
            <a:spLocks xmlns:a="http://schemas.openxmlformats.org/drawingml/2006/main" noGrp="1"/>
          </p:cNvSpPr>
          <p:nvPr/>
        </p:nvSpPr>
        <p:spPr>
          <a:xfrm xmlns:a="http://schemas.openxmlformats.org/drawingml/2006/main">
            <a:off x="8134350" y="2514600"/>
            <a:ext cx="1314450" cy="285750"/>
          </a:xfrm>
          <a:prstGeom xmlns:a="http://schemas.openxmlformats.org/drawingml/2006/main" prst="roundRect">
            <a:avLst>
              <a:gd name="adj" fmla="val 50000"/>
            </a:avLst>
          </a:prstGeom>
          <a:solidFill xmlns:a="http://schemas.openxmlformats.org/drawingml/2006/main">
            <a:srgbClr val="E72D7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9472955E-A1B6-41D8-A5F1-5F157D2E4B5E}"/>
              </a:ext>
            </a:extLst>
          </p:cNvPr>
          <p:cNvSpPr>
            <a:spLocks xmlns:a="http://schemas.openxmlformats.org/drawingml/2006/main" noGrp="1"/>
          </p:cNvSpPr>
          <p:nvPr/>
        </p:nvSpPr>
        <p:spPr>
          <a:xfrm xmlns:a="http://schemas.openxmlformats.org/drawingml/2006/main">
            <a:off x="8229600" y="2562225"/>
            <a:ext cx="1123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825" b="1" i="0">
                <a:solidFill>
                  <a:srgbClr val="FFFFFF"/>
                </a:solidFill>
                <a:latin typeface="Avenir Next"/>
                <a:ea typeface="Avenir Next"/>
                <a:cs typeface="Avenir Next"/>
              </a:defRPr>
            </a:pPr>
            <a:r>
              <a:rPr sz="825" b="1" i="0">
                <a:solidFill>
                  <a:srgbClr val="FFFFFF"/>
                </a:solidFill>
                <a:latin typeface="Avenir Next"/>
                <a:ea typeface="Avenir Next"/>
                <a:cs typeface="Avenir Next"/>
              </a:rPr>
              <a:t>MÚSICA</a:t>
            </a:r>
          </a:p>
        </p:txBody>
      </p:sp>
      <p:sp>
        <p:nvSpPr>
          <p:cNvPr id="24" name="">
            <a:extLst xmlns:a="http://schemas.openxmlformats.org/drawingml/2006/main">
              <a:ext uri="{FF2B5EF4-FFF2-40B4-BE49-F238E27FC236}">
                <a16:creationId xmlns:a16="http://schemas.microsoft.com/office/drawing/2014/main" id="{934C5B92-D9DE-4B5B-91FD-4199B1678806}"/>
              </a:ext>
            </a:extLst>
          </p:cNvPr>
          <p:cNvSpPr>
            <a:spLocks xmlns:a="http://schemas.openxmlformats.org/drawingml/2006/main" noGrp="1"/>
          </p:cNvSpPr>
          <p:nvPr/>
        </p:nvSpPr>
        <p:spPr>
          <a:xfrm xmlns:a="http://schemas.openxmlformats.org/drawingml/2006/main">
            <a:off x="9639300" y="2514600"/>
            <a:ext cx="1314450" cy="285750"/>
          </a:xfrm>
          <a:prstGeom xmlns:a="http://schemas.openxmlformats.org/drawingml/2006/main" prst="roundRect">
            <a:avLst>
              <a:gd name="adj" fmla="val 50000"/>
            </a:avLst>
          </a:prstGeom>
          <a:solidFill xmlns:a="http://schemas.openxmlformats.org/drawingml/2006/main">
            <a:srgbClr val="FF6A1A"/>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5906DCA5-84CF-47EB-A431-F57C68CA990A}"/>
              </a:ext>
            </a:extLst>
          </p:cNvPr>
          <p:cNvSpPr>
            <a:spLocks xmlns:a="http://schemas.openxmlformats.org/drawingml/2006/main" noGrp="1"/>
          </p:cNvSpPr>
          <p:nvPr/>
        </p:nvSpPr>
        <p:spPr>
          <a:xfrm xmlns:a="http://schemas.openxmlformats.org/drawingml/2006/main">
            <a:off x="9734550" y="2562225"/>
            <a:ext cx="1123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825" b="1" i="0">
                <a:solidFill>
                  <a:srgbClr val="FFFFFF"/>
                </a:solidFill>
                <a:latin typeface="Avenir Next"/>
                <a:ea typeface="Avenir Next"/>
                <a:cs typeface="Avenir Next"/>
              </a:defRPr>
            </a:pPr>
            <a:r>
              <a:rPr sz="825" b="1" i="0">
                <a:solidFill>
                  <a:srgbClr val="FFFFFF"/>
                </a:solidFill>
                <a:latin typeface="Avenir Next"/>
                <a:ea typeface="Avenir Next"/>
                <a:cs typeface="Avenir Next"/>
              </a:rPr>
              <a:t>TRADICIÓN</a:t>
            </a:r>
          </a:p>
        </p:txBody>
      </p:sp>
      <p:sp>
        <p:nvSpPr>
          <p:cNvPr id="26" name="">
            <a:extLst xmlns:a="http://schemas.openxmlformats.org/drawingml/2006/main">
              <a:ext uri="{FF2B5EF4-FFF2-40B4-BE49-F238E27FC236}">
                <a16:creationId xmlns:a16="http://schemas.microsoft.com/office/drawing/2014/main" id="{3437CD4B-D581-4BDF-9CCA-75F34531BBBE}"/>
              </a:ext>
            </a:extLst>
          </p:cNvPr>
          <p:cNvSpPr>
            <a:spLocks xmlns:a="http://schemas.openxmlformats.org/drawingml/2006/main" noGrp="1"/>
          </p:cNvSpPr>
          <p:nvPr/>
        </p:nvSpPr>
        <p:spPr>
          <a:xfrm xmlns:a="http://schemas.openxmlformats.org/drawingml/2006/main">
            <a:off x="609600" y="3238500"/>
            <a:ext cx="5524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062"/>
          </a:bodyPr>
          <a:lstStyle xmlns:a="http://schemas.openxmlformats.org/drawingml/2006/main"/>
          <a:p xmlns:a="http://schemas.openxmlformats.org/drawingml/2006/main">
            <a:pPr algn="l">
              <a:lnSpc>
                <a:spcPct val="105000"/>
              </a:lnSpc>
              <a:buNone/>
              <a:defRPr sz="4050" b="1" i="0">
                <a:solidFill>
                  <a:srgbClr val="E72D78"/>
                </a:solidFill>
                <a:latin typeface="DIN Condensed"/>
                <a:ea typeface="DIN Condensed"/>
                <a:cs typeface="DIN Condensed"/>
              </a:defRPr>
            </a:pPr>
            <a:r>
              <a:rPr sz="4050" b="1" i="0">
                <a:solidFill>
                  <a:srgbClr val="E72D78"/>
                </a:solidFill>
                <a:latin typeface="DIN Condensed"/>
                <a:ea typeface="DIN Condensed"/>
                <a:cs typeface="DIN Condensed"/>
              </a:rPr>
              <a:t>1</a:t>
            </a:r>
          </a:p>
        </p:txBody>
      </p:sp>
      <p:sp>
        <p:nvSpPr>
          <p:cNvPr id="27" name="">
            <a:extLst xmlns:a="http://schemas.openxmlformats.org/drawingml/2006/main">
              <a:ext uri="{FF2B5EF4-FFF2-40B4-BE49-F238E27FC236}">
                <a16:creationId xmlns:a16="http://schemas.microsoft.com/office/drawing/2014/main" id="{626B3DBC-B896-468F-AEFF-FCC814E3D9B4}"/>
              </a:ext>
            </a:extLst>
          </p:cNvPr>
          <p:cNvSpPr>
            <a:spLocks xmlns:a="http://schemas.openxmlformats.org/drawingml/2006/main" noGrp="1"/>
          </p:cNvSpPr>
          <p:nvPr/>
        </p:nvSpPr>
        <p:spPr>
          <a:xfrm xmlns:a="http://schemas.openxmlformats.org/drawingml/2006/main">
            <a:off x="1238250" y="333375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75" b="1" i="0">
                <a:solidFill>
                  <a:srgbClr val="25112C"/>
                </a:solidFill>
                <a:latin typeface="DIN Condensed"/>
                <a:ea typeface="DIN Condensed"/>
                <a:cs typeface="DIN Condensed"/>
              </a:defRPr>
            </a:pPr>
            <a:r>
              <a:rPr sz="1575" b="1" i="0">
                <a:solidFill>
                  <a:srgbClr val="25112C"/>
                </a:solidFill>
                <a:latin typeface="DIN Condensed"/>
                <a:ea typeface="DIN Condensed"/>
                <a:cs typeface="DIN Condensed"/>
              </a:rPr>
              <a:t>FILTRAR</a:t>
            </a:r>
          </a:p>
        </p:txBody>
      </p:sp>
      <p:sp>
        <p:nvSpPr>
          <p:cNvPr id="28" name="">
            <a:extLst xmlns:a="http://schemas.openxmlformats.org/drawingml/2006/main">
              <a:ext uri="{FF2B5EF4-FFF2-40B4-BE49-F238E27FC236}">
                <a16:creationId xmlns:a16="http://schemas.microsoft.com/office/drawing/2014/main" id="{240D86A4-F936-4915-A9FE-AA8271D07F46}"/>
              </a:ext>
            </a:extLst>
          </p:cNvPr>
          <p:cNvSpPr>
            <a:spLocks xmlns:a="http://schemas.openxmlformats.org/drawingml/2006/main" noGrp="1"/>
          </p:cNvSpPr>
          <p:nvPr/>
        </p:nvSpPr>
        <p:spPr>
          <a:xfrm xmlns:a="http://schemas.openxmlformats.org/drawingml/2006/main">
            <a:off x="1238250" y="3714750"/>
            <a:ext cx="1714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i="0">
                <a:solidFill>
                  <a:srgbClr val="6D6470"/>
                </a:solidFill>
                <a:latin typeface="Avenir Next"/>
                <a:ea typeface="Avenir Next"/>
                <a:cs typeface="Avenir Next"/>
              </a:defRPr>
            </a:pPr>
            <a:r>
              <a:rPr sz="1050" b="0" i="0">
                <a:solidFill>
                  <a:srgbClr val="6D6470"/>
                </a:solidFill>
                <a:latin typeface="Avenir Next"/>
                <a:ea typeface="Avenir Next"/>
                <a:cs typeface="Avenir Next"/>
              </a:rPr>
              <a:t>día · hora · zona · tipo</a:t>
            </a:r>
          </a:p>
        </p:txBody>
      </p:sp>
      <p:sp>
        <p:nvSpPr>
          <p:cNvPr id="29" name="">
            <a:extLst xmlns:a="http://schemas.openxmlformats.org/drawingml/2006/main">
              <a:ext uri="{FF2B5EF4-FFF2-40B4-BE49-F238E27FC236}">
                <a16:creationId xmlns:a16="http://schemas.microsoft.com/office/drawing/2014/main" id="{4C47E896-0E30-4DC7-8AE3-FC3361B6BBCD}"/>
              </a:ext>
            </a:extLst>
          </p:cNvPr>
          <p:cNvSpPr>
            <a:spLocks xmlns:a="http://schemas.openxmlformats.org/drawingml/2006/main" noGrp="1"/>
          </p:cNvSpPr>
          <p:nvPr/>
        </p:nvSpPr>
        <p:spPr>
          <a:xfrm xmlns:a="http://schemas.openxmlformats.org/drawingml/2006/main">
            <a:off x="2952750" y="3448050"/>
            <a:ext cx="4191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238"/>
          </a:bodyPr>
          <a:lstStyle xmlns:a="http://schemas.openxmlformats.org/drawingml/2006/main"/>
          <a:p xmlns:a="http://schemas.openxmlformats.org/drawingml/2006/main">
            <a:pPr algn="ctr">
              <a:lnSpc>
                <a:spcPct val="105000"/>
              </a:lnSpc>
              <a:buNone/>
              <a:defRPr sz="2250" b="1" i="0">
                <a:solidFill>
                  <a:srgbClr val="25112C"/>
                </a:solidFill>
                <a:latin typeface="Avenir Next"/>
                <a:ea typeface="Avenir Next"/>
                <a:cs typeface="Avenir Next"/>
              </a:defRPr>
            </a:pPr>
            <a:r>
              <a:rPr sz="2250" b="1" i="0">
                <a:solidFill>
                  <a:srgbClr val="25112C"/>
                </a:solidFill>
                <a:latin typeface="Avenir Next"/>
                <a:ea typeface="Avenir Next"/>
                <a:cs typeface="Avenir Next"/>
              </a:rPr>
              <a:t>→</a:t>
            </a:r>
          </a:p>
        </p:txBody>
      </p:sp>
      <p:sp>
        <p:nvSpPr>
          <p:cNvPr id="30" name="">
            <a:extLst xmlns:a="http://schemas.openxmlformats.org/drawingml/2006/main">
              <a:ext uri="{FF2B5EF4-FFF2-40B4-BE49-F238E27FC236}">
                <a16:creationId xmlns:a16="http://schemas.microsoft.com/office/drawing/2014/main" id="{30696DAE-1B99-4DAC-A5CD-9FFEED813029}"/>
              </a:ext>
            </a:extLst>
          </p:cNvPr>
          <p:cNvSpPr>
            <a:spLocks xmlns:a="http://schemas.openxmlformats.org/drawingml/2006/main" noGrp="1"/>
          </p:cNvSpPr>
          <p:nvPr/>
        </p:nvSpPr>
        <p:spPr>
          <a:xfrm xmlns:a="http://schemas.openxmlformats.org/drawingml/2006/main">
            <a:off x="3390900" y="3238500"/>
            <a:ext cx="5524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062"/>
          </a:bodyPr>
          <a:lstStyle xmlns:a="http://schemas.openxmlformats.org/drawingml/2006/main"/>
          <a:p xmlns:a="http://schemas.openxmlformats.org/drawingml/2006/main">
            <a:pPr algn="l">
              <a:lnSpc>
                <a:spcPct val="105000"/>
              </a:lnSpc>
              <a:buNone/>
              <a:defRPr sz="4050" b="1" i="0">
                <a:solidFill>
                  <a:srgbClr val="FF6A1A"/>
                </a:solidFill>
                <a:latin typeface="DIN Condensed"/>
                <a:ea typeface="DIN Condensed"/>
                <a:cs typeface="DIN Condensed"/>
              </a:defRPr>
            </a:pPr>
            <a:r>
              <a:rPr sz="4050" b="1" i="0">
                <a:solidFill>
                  <a:srgbClr val="FF6A1A"/>
                </a:solidFill>
                <a:latin typeface="DIN Condensed"/>
                <a:ea typeface="DIN Condensed"/>
                <a:cs typeface="DIN Condensed"/>
              </a:rPr>
              <a:t>2</a:t>
            </a:r>
          </a:p>
        </p:txBody>
      </p:sp>
      <p:sp>
        <p:nvSpPr>
          <p:cNvPr id="31" name="">
            <a:extLst xmlns:a="http://schemas.openxmlformats.org/drawingml/2006/main">
              <a:ext uri="{FF2B5EF4-FFF2-40B4-BE49-F238E27FC236}">
                <a16:creationId xmlns:a16="http://schemas.microsoft.com/office/drawing/2014/main" id="{A377FAAB-6498-4EEE-9914-5DCE40BFDE68}"/>
              </a:ext>
            </a:extLst>
          </p:cNvPr>
          <p:cNvSpPr>
            <a:spLocks xmlns:a="http://schemas.openxmlformats.org/drawingml/2006/main" noGrp="1"/>
          </p:cNvSpPr>
          <p:nvPr/>
        </p:nvSpPr>
        <p:spPr>
          <a:xfrm xmlns:a="http://schemas.openxmlformats.org/drawingml/2006/main">
            <a:off x="4019550" y="333375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75" b="1" i="0">
                <a:solidFill>
                  <a:srgbClr val="25112C"/>
                </a:solidFill>
                <a:latin typeface="DIN Condensed"/>
                <a:ea typeface="DIN Condensed"/>
                <a:cs typeface="DIN Condensed"/>
              </a:defRPr>
            </a:pPr>
            <a:r>
              <a:rPr sz="1575" b="1" i="0">
                <a:solidFill>
                  <a:srgbClr val="25112C"/>
                </a:solidFill>
                <a:latin typeface="DIN Condensed"/>
                <a:ea typeface="DIN Condensed"/>
                <a:cs typeface="DIN Condensed"/>
              </a:rPr>
              <a:t>ENTENDER</a:t>
            </a:r>
          </a:p>
        </p:txBody>
      </p:sp>
      <p:sp>
        <p:nvSpPr>
          <p:cNvPr id="32" name="">
            <a:extLst xmlns:a="http://schemas.openxmlformats.org/drawingml/2006/main">
              <a:ext uri="{FF2B5EF4-FFF2-40B4-BE49-F238E27FC236}">
                <a16:creationId xmlns:a16="http://schemas.microsoft.com/office/drawing/2014/main" id="{0D0CB08E-2D53-4C01-89EA-B28FBB1A85B5}"/>
              </a:ext>
            </a:extLst>
          </p:cNvPr>
          <p:cNvSpPr>
            <a:spLocks xmlns:a="http://schemas.openxmlformats.org/drawingml/2006/main" noGrp="1"/>
          </p:cNvSpPr>
          <p:nvPr/>
        </p:nvSpPr>
        <p:spPr>
          <a:xfrm xmlns:a="http://schemas.openxmlformats.org/drawingml/2006/main">
            <a:off x="4019550" y="3714750"/>
            <a:ext cx="1714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i="0">
                <a:solidFill>
                  <a:srgbClr val="6D6470"/>
                </a:solidFill>
                <a:latin typeface="Avenir Next"/>
                <a:ea typeface="Avenir Next"/>
                <a:cs typeface="Avenir Next"/>
              </a:defRPr>
            </a:pPr>
            <a:r>
              <a:rPr sz="1050" b="0" i="0">
                <a:solidFill>
                  <a:srgbClr val="6D6470"/>
                </a:solidFill>
                <a:latin typeface="Avenir Next"/>
                <a:ea typeface="Avenir Next"/>
                <a:cs typeface="Avenir Next"/>
              </a:rPr>
              <a:t>horario · lugar · inclusión · edad</a:t>
            </a:r>
          </a:p>
        </p:txBody>
      </p:sp>
      <p:sp>
        <p:nvSpPr>
          <p:cNvPr id="33" name="">
            <a:extLst xmlns:a="http://schemas.openxmlformats.org/drawingml/2006/main">
              <a:ext uri="{FF2B5EF4-FFF2-40B4-BE49-F238E27FC236}">
                <a16:creationId xmlns:a16="http://schemas.microsoft.com/office/drawing/2014/main" id="{03A65DDA-951A-4139-96BF-7427A44D1C87}"/>
              </a:ext>
            </a:extLst>
          </p:cNvPr>
          <p:cNvSpPr>
            <a:spLocks xmlns:a="http://schemas.openxmlformats.org/drawingml/2006/main" noGrp="1"/>
          </p:cNvSpPr>
          <p:nvPr/>
        </p:nvSpPr>
        <p:spPr>
          <a:xfrm xmlns:a="http://schemas.openxmlformats.org/drawingml/2006/main">
            <a:off x="5734050" y="3448050"/>
            <a:ext cx="4191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238"/>
          </a:bodyPr>
          <a:lstStyle xmlns:a="http://schemas.openxmlformats.org/drawingml/2006/main"/>
          <a:p xmlns:a="http://schemas.openxmlformats.org/drawingml/2006/main">
            <a:pPr algn="ctr">
              <a:lnSpc>
                <a:spcPct val="105000"/>
              </a:lnSpc>
              <a:buNone/>
              <a:defRPr sz="2250" b="1" i="0">
                <a:solidFill>
                  <a:srgbClr val="25112C"/>
                </a:solidFill>
                <a:latin typeface="Avenir Next"/>
                <a:ea typeface="Avenir Next"/>
                <a:cs typeface="Avenir Next"/>
              </a:defRPr>
            </a:pPr>
            <a:r>
              <a:rPr sz="2250" b="1" i="0">
                <a:solidFill>
                  <a:srgbClr val="25112C"/>
                </a:solidFill>
                <a:latin typeface="Avenir Next"/>
                <a:ea typeface="Avenir Next"/>
                <a:cs typeface="Avenir Next"/>
              </a:rPr>
              <a:t>→</a:t>
            </a:r>
          </a:p>
        </p:txBody>
      </p:sp>
      <p:sp>
        <p:nvSpPr>
          <p:cNvPr id="34" name="">
            <a:extLst xmlns:a="http://schemas.openxmlformats.org/drawingml/2006/main">
              <a:ext uri="{FF2B5EF4-FFF2-40B4-BE49-F238E27FC236}">
                <a16:creationId xmlns:a16="http://schemas.microsoft.com/office/drawing/2014/main" id="{6E5EB4C9-D6B2-4A49-98F1-8DCB9F72259B}"/>
              </a:ext>
            </a:extLst>
          </p:cNvPr>
          <p:cNvSpPr>
            <a:spLocks xmlns:a="http://schemas.openxmlformats.org/drawingml/2006/main" noGrp="1"/>
          </p:cNvSpPr>
          <p:nvPr/>
        </p:nvSpPr>
        <p:spPr>
          <a:xfrm xmlns:a="http://schemas.openxmlformats.org/drawingml/2006/main">
            <a:off x="6172200" y="3238500"/>
            <a:ext cx="5524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062"/>
          </a:bodyPr>
          <a:lstStyle xmlns:a="http://schemas.openxmlformats.org/drawingml/2006/main"/>
          <a:p xmlns:a="http://schemas.openxmlformats.org/drawingml/2006/main">
            <a:pPr algn="l">
              <a:lnSpc>
                <a:spcPct val="105000"/>
              </a:lnSpc>
              <a:buNone/>
              <a:defRPr sz="4050" b="1" i="0">
                <a:solidFill>
                  <a:srgbClr val="00AFA0"/>
                </a:solidFill>
                <a:latin typeface="DIN Condensed"/>
                <a:ea typeface="DIN Condensed"/>
                <a:cs typeface="DIN Condensed"/>
              </a:defRPr>
            </a:pPr>
            <a:r>
              <a:rPr sz="4050" b="1" i="0">
                <a:solidFill>
                  <a:srgbClr val="00AFA0"/>
                </a:solidFill>
                <a:latin typeface="DIN Condensed"/>
                <a:ea typeface="DIN Condensed"/>
                <a:cs typeface="DIN Condensed"/>
              </a:rPr>
              <a:t>3</a:t>
            </a:r>
          </a:p>
        </p:txBody>
      </p:sp>
      <p:sp>
        <p:nvSpPr>
          <p:cNvPr id="35" name="">
            <a:extLst xmlns:a="http://schemas.openxmlformats.org/drawingml/2006/main">
              <a:ext uri="{FF2B5EF4-FFF2-40B4-BE49-F238E27FC236}">
                <a16:creationId xmlns:a16="http://schemas.microsoft.com/office/drawing/2014/main" id="{AF410AC3-710D-4612-A0F3-F69FEFD81ADB}"/>
              </a:ext>
            </a:extLst>
          </p:cNvPr>
          <p:cNvSpPr>
            <a:spLocks xmlns:a="http://schemas.openxmlformats.org/drawingml/2006/main" noGrp="1"/>
          </p:cNvSpPr>
          <p:nvPr/>
        </p:nvSpPr>
        <p:spPr>
          <a:xfrm xmlns:a="http://schemas.openxmlformats.org/drawingml/2006/main">
            <a:off x="6800850" y="333375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75" b="1" i="0">
                <a:solidFill>
                  <a:srgbClr val="25112C"/>
                </a:solidFill>
                <a:latin typeface="DIN Condensed"/>
                <a:ea typeface="DIN Condensed"/>
                <a:cs typeface="DIN Condensed"/>
              </a:defRPr>
            </a:pPr>
            <a:r>
              <a:rPr sz="1575" b="1" i="0">
                <a:solidFill>
                  <a:srgbClr val="25112C"/>
                </a:solidFill>
                <a:latin typeface="DIN Condensed"/>
                <a:ea typeface="DIN Condensed"/>
                <a:cs typeface="DIN Condensed"/>
              </a:rPr>
              <a:t>UBICAR</a:t>
            </a:r>
          </a:p>
        </p:txBody>
      </p:sp>
      <p:sp>
        <p:nvSpPr>
          <p:cNvPr id="36" name="">
            <a:extLst xmlns:a="http://schemas.openxmlformats.org/drawingml/2006/main">
              <a:ext uri="{FF2B5EF4-FFF2-40B4-BE49-F238E27FC236}">
                <a16:creationId xmlns:a16="http://schemas.microsoft.com/office/drawing/2014/main" id="{D6224188-8465-4B45-B748-9EED1E22B462}"/>
              </a:ext>
            </a:extLst>
          </p:cNvPr>
          <p:cNvSpPr>
            <a:spLocks xmlns:a="http://schemas.openxmlformats.org/drawingml/2006/main" noGrp="1"/>
          </p:cNvSpPr>
          <p:nvPr/>
        </p:nvSpPr>
        <p:spPr>
          <a:xfrm xmlns:a="http://schemas.openxmlformats.org/drawingml/2006/main">
            <a:off x="6800850" y="3714750"/>
            <a:ext cx="1714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i="0">
                <a:solidFill>
                  <a:srgbClr val="6D6470"/>
                </a:solidFill>
                <a:latin typeface="Avenir Next"/>
                <a:ea typeface="Avenir Next"/>
                <a:cs typeface="Avenir Next"/>
              </a:defRPr>
            </a:pPr>
            <a:r>
              <a:rPr sz="1050" b="0" i="0">
                <a:solidFill>
                  <a:srgbClr val="6D6470"/>
                </a:solidFill>
                <a:latin typeface="Avenir Next"/>
                <a:ea typeface="Avenir Next"/>
                <a:cs typeface="Avenir Next"/>
              </a:rPr>
              <a:t>ver en el mapa</a:t>
            </a:r>
          </a:p>
        </p:txBody>
      </p:sp>
      <p:sp>
        <p:nvSpPr>
          <p:cNvPr id="37" name="">
            <a:extLst xmlns:a="http://schemas.openxmlformats.org/drawingml/2006/main">
              <a:ext uri="{FF2B5EF4-FFF2-40B4-BE49-F238E27FC236}">
                <a16:creationId xmlns:a16="http://schemas.microsoft.com/office/drawing/2014/main" id="{484E1D8E-8791-4DBC-9F11-ED434C3BA5F1}"/>
              </a:ext>
            </a:extLst>
          </p:cNvPr>
          <p:cNvSpPr>
            <a:spLocks xmlns:a="http://schemas.openxmlformats.org/drawingml/2006/main" noGrp="1"/>
          </p:cNvSpPr>
          <p:nvPr/>
        </p:nvSpPr>
        <p:spPr>
          <a:xfrm xmlns:a="http://schemas.openxmlformats.org/drawingml/2006/main">
            <a:off x="8515350" y="3448050"/>
            <a:ext cx="4191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238"/>
          </a:bodyPr>
          <a:lstStyle xmlns:a="http://schemas.openxmlformats.org/drawingml/2006/main"/>
          <a:p xmlns:a="http://schemas.openxmlformats.org/drawingml/2006/main">
            <a:pPr algn="ctr">
              <a:lnSpc>
                <a:spcPct val="105000"/>
              </a:lnSpc>
              <a:buNone/>
              <a:defRPr sz="2250" b="1" i="0">
                <a:solidFill>
                  <a:srgbClr val="25112C"/>
                </a:solidFill>
                <a:latin typeface="Avenir Next"/>
                <a:ea typeface="Avenir Next"/>
                <a:cs typeface="Avenir Next"/>
              </a:defRPr>
            </a:pPr>
            <a:r>
              <a:rPr sz="2250" b="1" i="0">
                <a:solidFill>
                  <a:srgbClr val="25112C"/>
                </a:solidFill>
                <a:latin typeface="Avenir Next"/>
                <a:ea typeface="Avenir Next"/>
                <a:cs typeface="Avenir Next"/>
              </a:rPr>
              <a:t>→</a:t>
            </a:r>
          </a:p>
        </p:txBody>
      </p:sp>
      <p:sp>
        <p:nvSpPr>
          <p:cNvPr id="38" name="">
            <a:extLst xmlns:a="http://schemas.openxmlformats.org/drawingml/2006/main">
              <a:ext uri="{FF2B5EF4-FFF2-40B4-BE49-F238E27FC236}">
                <a16:creationId xmlns:a16="http://schemas.microsoft.com/office/drawing/2014/main" id="{6BD5DA10-54BE-4B8C-8CF3-AEFBC4DD335E}"/>
              </a:ext>
            </a:extLst>
          </p:cNvPr>
          <p:cNvSpPr>
            <a:spLocks xmlns:a="http://schemas.openxmlformats.org/drawingml/2006/main" noGrp="1"/>
          </p:cNvSpPr>
          <p:nvPr/>
        </p:nvSpPr>
        <p:spPr>
          <a:xfrm xmlns:a="http://schemas.openxmlformats.org/drawingml/2006/main">
            <a:off x="8953500" y="3238500"/>
            <a:ext cx="5524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062"/>
          </a:bodyPr>
          <a:lstStyle xmlns:a="http://schemas.openxmlformats.org/drawingml/2006/main"/>
          <a:p xmlns:a="http://schemas.openxmlformats.org/drawingml/2006/main">
            <a:pPr algn="l">
              <a:lnSpc>
                <a:spcPct val="105000"/>
              </a:lnSpc>
              <a:buNone/>
              <a:defRPr sz="4050" b="1" i="0">
                <a:solidFill>
                  <a:srgbClr val="315BFF"/>
                </a:solidFill>
                <a:latin typeface="DIN Condensed"/>
                <a:ea typeface="DIN Condensed"/>
                <a:cs typeface="DIN Condensed"/>
              </a:defRPr>
            </a:pPr>
            <a:r>
              <a:rPr sz="4050" b="1" i="0">
                <a:solidFill>
                  <a:srgbClr val="315BFF"/>
                </a:solidFill>
                <a:latin typeface="DIN Condensed"/>
                <a:ea typeface="DIN Condensed"/>
                <a:cs typeface="DIN Condensed"/>
              </a:rPr>
              <a:t>4</a:t>
            </a:r>
          </a:p>
        </p:txBody>
      </p:sp>
      <p:sp>
        <p:nvSpPr>
          <p:cNvPr id="39" name="">
            <a:extLst xmlns:a="http://schemas.openxmlformats.org/drawingml/2006/main">
              <a:ext uri="{FF2B5EF4-FFF2-40B4-BE49-F238E27FC236}">
                <a16:creationId xmlns:a16="http://schemas.microsoft.com/office/drawing/2014/main" id="{162F3490-5D66-4B04-965B-7CC1C99FBEC5}"/>
              </a:ext>
            </a:extLst>
          </p:cNvPr>
          <p:cNvSpPr>
            <a:spLocks xmlns:a="http://schemas.openxmlformats.org/drawingml/2006/main" noGrp="1"/>
          </p:cNvSpPr>
          <p:nvPr/>
        </p:nvSpPr>
        <p:spPr>
          <a:xfrm xmlns:a="http://schemas.openxmlformats.org/drawingml/2006/main">
            <a:off x="9582150" y="333375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75" b="1" i="0">
                <a:solidFill>
                  <a:srgbClr val="25112C"/>
                </a:solidFill>
                <a:latin typeface="DIN Condensed"/>
                <a:ea typeface="DIN Condensed"/>
                <a:cs typeface="DIN Condensed"/>
              </a:defRPr>
            </a:pPr>
            <a:r>
              <a:rPr sz="1575" b="1" i="0">
                <a:solidFill>
                  <a:srgbClr val="25112C"/>
                </a:solidFill>
                <a:latin typeface="DIN Condensed"/>
                <a:ea typeface="DIN Condensed"/>
                <a:cs typeface="DIN Condensed"/>
              </a:rPr>
              <a:t>RECORRER</a:t>
            </a:r>
          </a:p>
        </p:txBody>
      </p:sp>
      <p:sp>
        <p:nvSpPr>
          <p:cNvPr id="40" name="">
            <a:extLst xmlns:a="http://schemas.openxmlformats.org/drawingml/2006/main">
              <a:ext uri="{FF2B5EF4-FFF2-40B4-BE49-F238E27FC236}">
                <a16:creationId xmlns:a16="http://schemas.microsoft.com/office/drawing/2014/main" id="{ED21A297-D1F2-4167-9012-53879FA131C2}"/>
              </a:ext>
            </a:extLst>
          </p:cNvPr>
          <p:cNvSpPr>
            <a:spLocks xmlns:a="http://schemas.openxmlformats.org/drawingml/2006/main" noGrp="1"/>
          </p:cNvSpPr>
          <p:nvPr/>
        </p:nvSpPr>
        <p:spPr>
          <a:xfrm xmlns:a="http://schemas.openxmlformats.org/drawingml/2006/main">
            <a:off x="9582150" y="3714750"/>
            <a:ext cx="1714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i="0">
                <a:solidFill>
                  <a:srgbClr val="6D6470"/>
                </a:solidFill>
                <a:latin typeface="Avenir Next"/>
                <a:ea typeface="Avenir Next"/>
                <a:cs typeface="Avenir Next"/>
              </a:defRPr>
            </a:pPr>
            <a:r>
              <a:rPr sz="1050" b="0" i="0">
                <a:solidFill>
                  <a:srgbClr val="6D6470"/>
                </a:solidFill>
                <a:latin typeface="Avenir Next"/>
                <a:ea typeface="Avenir Next"/>
                <a:cs typeface="Avenir Next"/>
              </a:rPr>
              <a:t>seguir una ruta sugerida</a:t>
            </a:r>
          </a:p>
        </p:txBody>
      </p:sp>
      <p:sp>
        <p:nvSpPr>
          <p:cNvPr id="41" name="">
            <a:extLst xmlns:a="http://schemas.openxmlformats.org/drawingml/2006/main">
              <a:ext uri="{FF2B5EF4-FFF2-40B4-BE49-F238E27FC236}">
                <a16:creationId xmlns:a16="http://schemas.microsoft.com/office/drawing/2014/main" id="{CD467A9C-01C0-416F-A9B6-A737A98F16F8}"/>
              </a:ext>
            </a:extLst>
          </p:cNvPr>
          <p:cNvSpPr>
            <a:spLocks xmlns:a="http://schemas.openxmlformats.org/drawingml/2006/main" noGrp="1"/>
          </p:cNvSpPr>
          <p:nvPr/>
        </p:nvSpPr>
        <p:spPr>
          <a:xfrm xmlns:a="http://schemas.openxmlformats.org/drawingml/2006/main">
            <a:off x="609600" y="46482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00" b="1" i="0">
                <a:solidFill>
                  <a:srgbClr val="25112C"/>
                </a:solidFill>
                <a:latin typeface="DIN Condensed"/>
                <a:ea typeface="DIN Condensed"/>
                <a:cs typeface="DIN Condensed"/>
              </a:defRPr>
            </a:pPr>
            <a:r>
              <a:rPr sz="1500" b="1" i="0">
                <a:solidFill>
                  <a:srgbClr val="25112C"/>
                </a:solidFill>
                <a:latin typeface="DIN Condensed"/>
                <a:ea typeface="DIN Condensed"/>
                <a:cs typeface="DIN Condensed"/>
              </a:rPr>
              <a:t>RUTAS PREDEFINIDAS</a:t>
            </a:r>
          </a:p>
        </p:txBody>
      </p:sp>
      <p:sp>
        <p:nvSpPr>
          <p:cNvPr id="42" name="">
            <a:extLst xmlns:a="http://schemas.openxmlformats.org/drawingml/2006/main">
              <a:ext uri="{FF2B5EF4-FFF2-40B4-BE49-F238E27FC236}">
                <a16:creationId xmlns:a16="http://schemas.microsoft.com/office/drawing/2014/main" id="{68E797D6-88F8-417F-A529-5BFF8B0AF773}"/>
              </a:ext>
            </a:extLst>
          </p:cNvPr>
          <p:cNvSpPr>
            <a:spLocks xmlns:a="http://schemas.openxmlformats.org/drawingml/2006/main" noGrp="1"/>
          </p:cNvSpPr>
          <p:nvPr/>
        </p:nvSpPr>
        <p:spPr>
          <a:xfrm xmlns:a="http://schemas.openxmlformats.org/drawingml/2006/main">
            <a:off x="609600" y="5067300"/>
            <a:ext cx="2438400" cy="723900"/>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D630DBE3-786D-4954-86A3-6619FDDE7CD3}"/>
              </a:ext>
            </a:extLst>
          </p:cNvPr>
          <p:cNvSpPr>
            <a:spLocks xmlns:a="http://schemas.openxmlformats.org/drawingml/2006/main" noGrp="1"/>
          </p:cNvSpPr>
          <p:nvPr/>
        </p:nvSpPr>
        <p:spPr>
          <a:xfrm xmlns:a="http://schemas.openxmlformats.org/drawingml/2006/main">
            <a:off x="742950" y="5295900"/>
            <a:ext cx="2171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275" b="1" i="0">
                <a:solidFill>
                  <a:srgbClr val="FFFFFF"/>
                </a:solidFill>
                <a:latin typeface="DIN Condensed"/>
                <a:ea typeface="DIN Condensed"/>
                <a:cs typeface="DIN Condensed"/>
              </a:defRPr>
            </a:pPr>
            <a:r>
              <a:rPr sz="1275" b="1" i="0">
                <a:solidFill>
                  <a:srgbClr val="FFFFFF"/>
                </a:solidFill>
                <a:latin typeface="DIN Condensed"/>
                <a:ea typeface="DIN Condensed"/>
                <a:cs typeface="DIN Condensed"/>
              </a:rPr>
              <a:t>2 HORAS EN FAMILIA</a:t>
            </a:r>
          </a:p>
        </p:txBody>
      </p:sp>
      <p:sp>
        <p:nvSpPr>
          <p:cNvPr id="44" name="">
            <a:extLst xmlns:a="http://schemas.openxmlformats.org/drawingml/2006/main">
              <a:ext uri="{FF2B5EF4-FFF2-40B4-BE49-F238E27FC236}">
                <a16:creationId xmlns:a16="http://schemas.microsoft.com/office/drawing/2014/main" id="{99B36C83-8772-46E8-93EC-839C2700490E}"/>
              </a:ext>
            </a:extLst>
          </p:cNvPr>
          <p:cNvSpPr>
            <a:spLocks xmlns:a="http://schemas.openxmlformats.org/drawingml/2006/main" noGrp="1"/>
          </p:cNvSpPr>
          <p:nvPr/>
        </p:nvSpPr>
        <p:spPr>
          <a:xfrm xmlns:a="http://schemas.openxmlformats.org/drawingml/2006/main">
            <a:off x="3390900" y="5067300"/>
            <a:ext cx="2438400" cy="723900"/>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3BEF31B0-1391-47A8-95F0-E3DE0C8F0D02}"/>
              </a:ext>
            </a:extLst>
          </p:cNvPr>
          <p:cNvSpPr>
            <a:spLocks xmlns:a="http://schemas.openxmlformats.org/drawingml/2006/main" noGrp="1"/>
          </p:cNvSpPr>
          <p:nvPr/>
        </p:nvSpPr>
        <p:spPr>
          <a:xfrm xmlns:a="http://schemas.openxmlformats.org/drawingml/2006/main">
            <a:off x="3524250" y="5295900"/>
            <a:ext cx="2171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275" b="1" i="0">
                <a:solidFill>
                  <a:srgbClr val="FFFFFF"/>
                </a:solidFill>
                <a:latin typeface="DIN Condensed"/>
                <a:ea typeface="DIN Condensed"/>
                <a:cs typeface="DIN Condensed"/>
              </a:defRPr>
            </a:pPr>
            <a:r>
              <a:rPr sz="1275" b="1" i="0">
                <a:solidFill>
                  <a:srgbClr val="FFFFFF"/>
                </a:solidFill>
                <a:latin typeface="DIN Condensed"/>
                <a:ea typeface="DIN Condensed"/>
                <a:cs typeface="DIN Condensed"/>
              </a:rPr>
              <a:t>DÍA DE FERIA</a:t>
            </a:r>
          </a:p>
        </p:txBody>
      </p:sp>
      <p:sp>
        <p:nvSpPr>
          <p:cNvPr id="46" name="">
            <a:extLst xmlns:a="http://schemas.openxmlformats.org/drawingml/2006/main">
              <a:ext uri="{FF2B5EF4-FFF2-40B4-BE49-F238E27FC236}">
                <a16:creationId xmlns:a16="http://schemas.microsoft.com/office/drawing/2014/main" id="{7DA86B65-3284-44B9-891C-FABC5BAA3697}"/>
              </a:ext>
            </a:extLst>
          </p:cNvPr>
          <p:cNvSpPr>
            <a:spLocks xmlns:a="http://schemas.openxmlformats.org/drawingml/2006/main" noGrp="1"/>
          </p:cNvSpPr>
          <p:nvPr/>
        </p:nvSpPr>
        <p:spPr>
          <a:xfrm xmlns:a="http://schemas.openxmlformats.org/drawingml/2006/main">
            <a:off x="6172200" y="5067300"/>
            <a:ext cx="2438400" cy="723900"/>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0653D425-E238-4BE2-A097-2E3B21E0EC3E}"/>
              </a:ext>
            </a:extLst>
          </p:cNvPr>
          <p:cNvSpPr>
            <a:spLocks xmlns:a="http://schemas.openxmlformats.org/drawingml/2006/main" noGrp="1"/>
          </p:cNvSpPr>
          <p:nvPr/>
        </p:nvSpPr>
        <p:spPr>
          <a:xfrm xmlns:a="http://schemas.openxmlformats.org/drawingml/2006/main">
            <a:off x="6305550" y="5295900"/>
            <a:ext cx="2171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275" b="1" i="0">
                <a:solidFill>
                  <a:srgbClr val="FFFFFF"/>
                </a:solidFill>
                <a:latin typeface="DIN Condensed"/>
                <a:ea typeface="DIN Condensed"/>
                <a:cs typeface="DIN Condensed"/>
              </a:defRPr>
            </a:pPr>
            <a:r>
              <a:rPr sz="1275" b="1" i="0">
                <a:solidFill>
                  <a:srgbClr val="FFFFFF"/>
                </a:solidFill>
                <a:latin typeface="DIN Condensed"/>
                <a:ea typeface="DIN Condensed"/>
                <a:cs typeface="DIN Condensed"/>
              </a:rPr>
              <a:t>TRADICIÓN</a:t>
            </a:r>
          </a:p>
        </p:txBody>
      </p:sp>
      <p:sp>
        <p:nvSpPr>
          <p:cNvPr id="48" name="">
            <a:extLst xmlns:a="http://schemas.openxmlformats.org/drawingml/2006/main">
              <a:ext uri="{FF2B5EF4-FFF2-40B4-BE49-F238E27FC236}">
                <a16:creationId xmlns:a16="http://schemas.microsoft.com/office/drawing/2014/main" id="{B88A1B4A-6369-46AA-85C6-F0DBC34DFCB4}"/>
              </a:ext>
            </a:extLst>
          </p:cNvPr>
          <p:cNvSpPr>
            <a:spLocks xmlns:a="http://schemas.openxmlformats.org/drawingml/2006/main" noGrp="1"/>
          </p:cNvSpPr>
          <p:nvPr/>
        </p:nvSpPr>
        <p:spPr>
          <a:xfrm xmlns:a="http://schemas.openxmlformats.org/drawingml/2006/main">
            <a:off x="8953500" y="5067300"/>
            <a:ext cx="2438400" cy="723900"/>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F3CA7D99-B064-419C-8E6D-62F86AC3EADB}"/>
              </a:ext>
            </a:extLst>
          </p:cNvPr>
          <p:cNvSpPr>
            <a:spLocks xmlns:a="http://schemas.openxmlformats.org/drawingml/2006/main" noGrp="1"/>
          </p:cNvSpPr>
          <p:nvPr/>
        </p:nvSpPr>
        <p:spPr>
          <a:xfrm xmlns:a="http://schemas.openxmlformats.org/drawingml/2006/main">
            <a:off x="9086850" y="5295900"/>
            <a:ext cx="2171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275" b="1" i="0">
                <a:solidFill>
                  <a:srgbClr val="FFFFFF"/>
                </a:solidFill>
                <a:latin typeface="DIN Condensed"/>
                <a:ea typeface="DIN Condensed"/>
                <a:cs typeface="DIN Condensed"/>
              </a:defRPr>
            </a:pPr>
            <a:r>
              <a:rPr sz="1275" b="1" i="0">
                <a:solidFill>
                  <a:srgbClr val="FFFFFF"/>
                </a:solidFill>
                <a:latin typeface="DIN Condensed"/>
                <a:ea typeface="DIN Condensed"/>
                <a:cs typeface="DIN Condensed"/>
              </a:rPr>
              <a:t>MÚSICA</a:t>
            </a:r>
          </a:p>
        </p:txBody>
      </p:sp>
      <p:sp>
        <p:nvSpPr>
          <p:cNvPr id="50" name="">
            <a:extLst xmlns:a="http://schemas.openxmlformats.org/drawingml/2006/main">
              <a:ext uri="{FF2B5EF4-FFF2-40B4-BE49-F238E27FC236}">
                <a16:creationId xmlns:a16="http://schemas.microsoft.com/office/drawing/2014/main" id="{B6285AC4-9168-4BC1-B602-F288254A3A04}"/>
              </a:ext>
            </a:extLst>
          </p:cNvPr>
          <p:cNvSpPr>
            <a:spLocks xmlns:a="http://schemas.openxmlformats.org/drawingml/2006/main" noGrp="1"/>
          </p:cNvSpPr>
          <p:nvPr/>
        </p:nvSpPr>
        <p:spPr>
          <a:xfrm xmlns:a="http://schemas.openxmlformats.org/drawingml/2006/main">
            <a:off x="609600" y="6019800"/>
            <a:ext cx="10744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900" b="1" i="0">
                <a:solidFill>
                  <a:srgbClr val="6D6470"/>
                </a:solidFill>
                <a:latin typeface="Avenir Next"/>
                <a:ea typeface="Avenir Next"/>
                <a:cs typeface="Avenir Next"/>
              </a:defRPr>
            </a:pPr>
            <a:r>
              <a:rPr sz="900" b="1" i="0">
                <a:solidFill>
                  <a:srgbClr val="6D6470"/>
                </a:solidFill>
                <a:latin typeface="Avenir Next"/>
                <a:ea typeface="Avenir Next"/>
                <a:cs typeface="Avenir Next"/>
              </a:rPr>
              <a:t>“MI RUTA”, SI SE APRUEBA, SE GUARDA SOLO EN EL DISPOSITIVO. NO REQUIERE CUENTA.</a:t>
            </a:r>
          </a:p>
        </p:txBody>
      </p:sp>
    </p:spTree>
    <p:extLst>
      <p:ext uri="{BB962C8B-B14F-4D97-AF65-F5344CB8AC3E}">
        <p14:creationId xmlns:p14="http://schemas.microsoft.com/office/powerpoint/2010/main" val="1355242391"/>
      </p:ext>
    </p:extLst>
  </p:cSld>
</p:sld>
</file>

<file path=ppt/slides/slide37.xml><?xml version="1.0" encoding="utf-8"?>
<p:sld xmlns:p="http://schemas.openxmlformats.org/presentationml/2006/main">
  <p:cSld>
    <p:bg>
      <p:bgPr>
        <a:solidFill xmlns:a="http://schemas.openxmlformats.org/drawingml/2006/main">
          <a:srgbClr val="315B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0391A7C7-4420-44AD-B010-C013D1B07FF3}"/>
              </a:ext>
            </a:extLst>
          </p:cNvPr>
          <p:cNvSpPr>
            <a:spLocks xmlns:a="http://schemas.openxmlformats.org/drawingml/2006/main" noGrp="1"/>
          </p:cNvSpPr>
          <p:nvPr/>
        </p:nvSpPr>
        <p:spPr>
          <a:xfrm xmlns:a="http://schemas.openxmlformats.org/drawingml/2006/main">
            <a:off x="0" y="0"/>
            <a:ext cx="2438400" cy="66675"/>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7ECB834-1AE9-43BE-A2FF-347241DA312D}"/>
              </a:ext>
            </a:extLst>
          </p:cNvPr>
          <p:cNvSpPr>
            <a:spLocks xmlns:a="http://schemas.openxmlformats.org/drawingml/2006/main" noGrp="1"/>
          </p:cNvSpPr>
          <p:nvPr/>
        </p:nvSpPr>
        <p:spPr>
          <a:xfrm xmlns:a="http://schemas.openxmlformats.org/drawingml/2006/main">
            <a:off x="2438400" y="0"/>
            <a:ext cx="2438400" cy="66675"/>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DB5984B-53CE-479C-92B7-948F7AC201E7}"/>
              </a:ext>
            </a:extLst>
          </p:cNvPr>
          <p:cNvSpPr>
            <a:spLocks xmlns:a="http://schemas.openxmlformats.org/drawingml/2006/main" noGrp="1"/>
          </p:cNvSpPr>
          <p:nvPr/>
        </p:nvSpPr>
        <p:spPr>
          <a:xfrm xmlns:a="http://schemas.openxmlformats.org/drawingml/2006/main">
            <a:off x="4876800" y="0"/>
            <a:ext cx="2438400" cy="66675"/>
          </a:xfrm>
          <a:prstGeom xmlns:a="http://schemas.openxmlformats.org/drawingml/2006/main" prst="rect">
            <a:avLst/>
          </a:prstGeom>
          <a:solidFill xmlns:a="http://schemas.openxmlformats.org/drawingml/2006/main">
            <a:srgbClr val="FFC92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B084248-3CF9-47F3-9A10-56E8189CBC3F}"/>
              </a:ext>
            </a:extLst>
          </p:cNvPr>
          <p:cNvSpPr>
            <a:spLocks xmlns:a="http://schemas.openxmlformats.org/drawingml/2006/main" noGrp="1"/>
          </p:cNvSpPr>
          <p:nvPr/>
        </p:nvSpPr>
        <p:spPr>
          <a:xfrm xmlns:a="http://schemas.openxmlformats.org/drawingml/2006/main">
            <a:off x="7315200" y="0"/>
            <a:ext cx="2438400" cy="66675"/>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9260ABA8-DA34-4481-BB97-2E8A92C171E4}"/>
              </a:ext>
            </a:extLst>
          </p:cNvPr>
          <p:cNvSpPr>
            <a:spLocks xmlns:a="http://schemas.openxmlformats.org/drawingml/2006/main" noGrp="1"/>
          </p:cNvSpPr>
          <p:nvPr/>
        </p:nvSpPr>
        <p:spPr>
          <a:xfrm xmlns:a="http://schemas.openxmlformats.org/drawingml/2006/main">
            <a:off x="9753600" y="0"/>
            <a:ext cx="2438400" cy="66675"/>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8D9EED71-3A7E-4FFC-B653-7500B1E00C01}"/>
              </a:ext>
            </a:extLst>
          </p:cNvPr>
          <p:cNvSpPr>
            <a:spLocks xmlns:a="http://schemas.openxmlformats.org/drawingml/2006/main" noGrp="1"/>
          </p:cNvSpPr>
          <p:nvPr/>
        </p:nvSpPr>
        <p:spPr>
          <a:xfrm xmlns:a="http://schemas.openxmlformats.org/drawingml/2006/main">
            <a:off x="609600" y="26670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FFC928"/>
                </a:solidFill>
                <a:latin typeface="Avenir Next"/>
                <a:ea typeface="Avenir Next"/>
                <a:cs typeface="Avenir Next"/>
              </a:defRPr>
            </a:pPr>
            <a:r>
              <a:rPr sz="825" b="1" i="0">
                <a:solidFill>
                  <a:srgbClr val="FFC928"/>
                </a:solidFill>
                <a:latin typeface="Avenir Next"/>
                <a:ea typeface="Avenir Next"/>
                <a:cs typeface="Avenir Next"/>
              </a:rPr>
              <a:t>APP · UBICACIÓN, OFFLINE Y ACCESIBILIDAD</a:t>
            </a:r>
          </a:p>
        </p:txBody>
      </p:sp>
      <p:sp>
        <p:nvSpPr>
          <p:cNvPr id="7" name="">
            <a:extLst xmlns:a="http://schemas.openxmlformats.org/drawingml/2006/main">
              <a:ext uri="{FF2B5EF4-FFF2-40B4-BE49-F238E27FC236}">
                <a16:creationId xmlns:a16="http://schemas.microsoft.com/office/drawing/2014/main" id="{EF268D75-AEFA-4F83-92DA-2F0890751093}"/>
              </a:ext>
            </a:extLst>
          </p:cNvPr>
          <p:cNvSpPr>
            <a:spLocks xmlns:a="http://schemas.openxmlformats.org/drawingml/2006/main" noGrp="1"/>
          </p:cNvSpPr>
          <p:nvPr/>
        </p:nvSpPr>
        <p:spPr>
          <a:xfrm xmlns:a="http://schemas.openxmlformats.org/drawingml/2006/main">
            <a:off x="609600" y="6534150"/>
            <a:ext cx="4762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675" b="1" i="0">
                <a:solidFill>
                  <a:srgbClr val="FFFFFF">
                    <a:alpha val="52000"/>
                  </a:srgbClr>
                </a:solidFill>
                <a:latin typeface="Avenir Next"/>
                <a:ea typeface="Avenir Next"/>
                <a:cs typeface="Avenir Next"/>
              </a:defRPr>
            </a:pPr>
            <a:r>
              <a:rPr sz="675" b="1" i="0">
                <a:solidFill>
                  <a:srgbClr val="FFFFFF">
                    <a:alpha val="52000"/>
                  </a:srgbClr>
                </a:solidFill>
                <a:latin typeface="Avenir Next"/>
                <a:ea typeface="Avenir Next"/>
                <a:cs typeface="Avenir Next"/>
              </a:rPr>
              <a:t>DOCUMENTO INTERNO · PROPUESTA EN REVISIÓN</a:t>
            </a:r>
          </a:p>
        </p:txBody>
      </p:sp>
      <p:sp>
        <p:nvSpPr>
          <p:cNvPr id="8" name="">
            <a:extLst xmlns:a="http://schemas.openxmlformats.org/drawingml/2006/main">
              <a:ext uri="{FF2B5EF4-FFF2-40B4-BE49-F238E27FC236}">
                <a16:creationId xmlns:a16="http://schemas.microsoft.com/office/drawing/2014/main" id="{9D3B317F-CB46-4854-A357-16249D0C7E47}"/>
              </a:ext>
            </a:extLst>
          </p:cNvPr>
          <p:cNvSpPr>
            <a:spLocks xmlns:a="http://schemas.openxmlformats.org/drawingml/2006/main" noGrp="1"/>
          </p:cNvSpPr>
          <p:nvPr/>
        </p:nvSpPr>
        <p:spPr>
          <a:xfrm xmlns:a="http://schemas.openxmlformats.org/drawingml/2006/main">
            <a:off x="11239500" y="6505575"/>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750" b="1" i="0">
                <a:solidFill>
                  <a:srgbClr val="FFFFFF">
                    <a:alpha val="52000"/>
                  </a:srgbClr>
                </a:solidFill>
                <a:latin typeface="Avenir Next"/>
                <a:ea typeface="Avenir Next"/>
                <a:cs typeface="Avenir Next"/>
              </a:defRPr>
            </a:pPr>
            <a:r>
              <a:rPr sz="750" b="1" i="0">
                <a:solidFill>
                  <a:srgbClr val="FFFFFF">
                    <a:alpha val="52000"/>
                  </a:srgbClr>
                </a:solidFill>
                <a:latin typeface="Avenir Next"/>
                <a:ea typeface="Avenir Next"/>
                <a:cs typeface="Avenir Next"/>
              </a:rPr>
              <a:t>37</a:t>
            </a:r>
          </a:p>
        </p:txBody>
      </p:sp>
      <p:sp>
        <p:nvSpPr>
          <p:cNvPr id="9" name="">
            <a:extLst xmlns:a="http://schemas.openxmlformats.org/drawingml/2006/main">
              <a:ext uri="{FF2B5EF4-FFF2-40B4-BE49-F238E27FC236}">
                <a16:creationId xmlns:a16="http://schemas.microsoft.com/office/drawing/2014/main" id="{2719ED45-0F7C-4F33-B7F3-112E6B302F3C}"/>
              </a:ext>
            </a:extLst>
          </p:cNvPr>
          <p:cNvSpPr>
            <a:spLocks xmlns:a="http://schemas.openxmlformats.org/drawingml/2006/main" noGrp="1"/>
          </p:cNvSpPr>
          <p:nvPr/>
        </p:nvSpPr>
        <p:spPr>
          <a:xfrm xmlns:a="http://schemas.openxmlformats.org/drawingml/2006/main">
            <a:off x="609600" y="666750"/>
            <a:ext cx="1066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FFC928"/>
                </a:solidFill>
                <a:latin typeface="Avenir Next"/>
                <a:ea typeface="Avenir Next"/>
                <a:cs typeface="Avenir Next"/>
              </a:defRPr>
            </a:pPr>
            <a:r>
              <a:rPr sz="900" b="1" i="0">
                <a:solidFill>
                  <a:srgbClr val="FFC928"/>
                </a:solidFill>
                <a:latin typeface="Avenir Next"/>
                <a:ea typeface="Avenir Next"/>
                <a:cs typeface="Avenir Next"/>
              </a:rPr>
              <a:t>SEÑAL DÉBIL</a:t>
            </a:r>
          </a:p>
        </p:txBody>
      </p:sp>
      <p:sp>
        <p:nvSpPr>
          <p:cNvPr id="10" name="">
            <a:extLst xmlns:a="http://schemas.openxmlformats.org/drawingml/2006/main">
              <a:ext uri="{FF2B5EF4-FFF2-40B4-BE49-F238E27FC236}">
                <a16:creationId xmlns:a16="http://schemas.microsoft.com/office/drawing/2014/main" id="{C13C7C1E-8E37-4F18-9C25-57B829A44376}"/>
              </a:ext>
            </a:extLst>
          </p:cNvPr>
          <p:cNvSpPr>
            <a:spLocks xmlns:a="http://schemas.openxmlformats.org/drawingml/2006/main" noGrp="1"/>
          </p:cNvSpPr>
          <p:nvPr/>
        </p:nvSpPr>
        <p:spPr>
          <a:xfrm xmlns:a="http://schemas.openxmlformats.org/drawingml/2006/main">
            <a:off x="609600" y="990600"/>
            <a:ext cx="1066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3900" b="1" i="0">
                <a:solidFill>
                  <a:srgbClr val="FFFFFF"/>
                </a:solidFill>
                <a:latin typeface="DIN Condensed"/>
                <a:ea typeface="DIN Condensed"/>
                <a:cs typeface="DIN Condensed"/>
              </a:defRPr>
            </a:pPr>
            <a:r>
              <a:rPr sz="3900" b="1" i="0">
                <a:solidFill>
                  <a:srgbClr val="FFFFFF"/>
                </a:solidFill>
                <a:latin typeface="DIN Condensed"/>
                <a:ea typeface="DIN Condensed"/>
                <a:cs typeface="DIN Condensed"/>
              </a:rPr>
              <a:t>La guía debe seguir orientando sin depender del GPS.</a:t>
            </a:r>
          </a:p>
        </p:txBody>
      </p:sp>
      <p:sp>
        <p:nvSpPr>
          <p:cNvPr id="11" name="">
            <a:extLst xmlns:a="http://schemas.openxmlformats.org/drawingml/2006/main">
              <a:ext uri="{FF2B5EF4-FFF2-40B4-BE49-F238E27FC236}">
                <a16:creationId xmlns:a16="http://schemas.microsoft.com/office/drawing/2014/main" id="{7C2BA9F5-2346-44E3-BA43-96047D557B45}"/>
              </a:ext>
            </a:extLst>
          </p:cNvPr>
          <p:cNvSpPr>
            <a:spLocks xmlns:a="http://schemas.openxmlformats.org/drawingml/2006/main" noGrp="1"/>
          </p:cNvSpPr>
          <p:nvPr/>
        </p:nvSpPr>
        <p:spPr>
          <a:xfrm xmlns:a="http://schemas.openxmlformats.org/drawingml/2006/main">
            <a:off x="609600" y="1828800"/>
            <a:ext cx="10668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0" i="0">
                <a:solidFill>
                  <a:srgbClr val="FFFFFF">
                    <a:alpha val="78000"/>
                  </a:srgbClr>
                </a:solidFill>
                <a:latin typeface="Avenir Next"/>
                <a:ea typeface="Avenir Next"/>
                <a:cs typeface="Avenir Next"/>
              </a:defRPr>
            </a:pPr>
            <a:r>
              <a:rPr sz="1500" b="0" i="0">
                <a:solidFill>
                  <a:srgbClr val="FFFFFF">
                    <a:alpha val="78000"/>
                  </a:srgbClr>
                </a:solidFill>
                <a:latin typeface="Avenir Next"/>
                <a:ea typeface="Avenir Next"/>
                <a:cs typeface="Avenir Next"/>
              </a:rPr>
              <a:t>La ubicación manual es el modo principal; el teléfono conserva la última versión después de una primera carga con conexión.</a:t>
            </a:r>
          </a:p>
        </p:txBody>
      </p:sp>
      <p:sp>
        <p:nvSpPr>
          <p:cNvPr id="12" name="">
            <a:extLst xmlns:a="http://schemas.openxmlformats.org/drawingml/2006/main">
              <a:ext uri="{FF2B5EF4-FFF2-40B4-BE49-F238E27FC236}">
                <a16:creationId xmlns:a16="http://schemas.microsoft.com/office/drawing/2014/main" id="{256092A3-C156-4346-909D-22EA9CD5E2AC}"/>
              </a:ext>
            </a:extLst>
          </p:cNvPr>
          <p:cNvSpPr>
            <a:spLocks xmlns:a="http://schemas.openxmlformats.org/drawingml/2006/main" noGrp="1"/>
          </p:cNvSpPr>
          <p:nvPr/>
        </p:nvSpPr>
        <p:spPr>
          <a:xfrm xmlns:a="http://schemas.openxmlformats.org/drawingml/2006/main">
            <a:off x="609600" y="2628900"/>
            <a:ext cx="2095500" cy="628650"/>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6C1AF22E-2D15-4E30-89E6-CE0F6E35D4D5}"/>
              </a:ext>
            </a:extLst>
          </p:cNvPr>
          <p:cNvSpPr>
            <a:spLocks xmlns:a="http://schemas.openxmlformats.org/drawingml/2006/main" noGrp="1"/>
          </p:cNvSpPr>
          <p:nvPr/>
        </p:nvSpPr>
        <p:spPr>
          <a:xfrm xmlns:a="http://schemas.openxmlformats.org/drawingml/2006/main">
            <a:off x="781050" y="2809875"/>
            <a:ext cx="1752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75" b="1" i="0">
                <a:solidFill>
                  <a:srgbClr val="FFFFFF"/>
                </a:solidFill>
                <a:latin typeface="DIN Condensed"/>
                <a:ea typeface="DIN Condensed"/>
                <a:cs typeface="DIN Condensed"/>
              </a:defRPr>
            </a:pPr>
            <a:r>
              <a:rPr sz="1575" b="1" i="0">
                <a:solidFill>
                  <a:srgbClr val="FFFFFF"/>
                </a:solidFill>
                <a:latin typeface="DIN Condensed"/>
                <a:ea typeface="DIN Condensed"/>
                <a:cs typeface="DIN Condensed"/>
              </a:rPr>
              <a:t>ORIGEN MANUAL</a:t>
            </a:r>
          </a:p>
        </p:txBody>
      </p:sp>
      <p:sp>
        <p:nvSpPr>
          <p:cNvPr id="14" name="">
            <a:extLst xmlns:a="http://schemas.openxmlformats.org/drawingml/2006/main">
              <a:ext uri="{FF2B5EF4-FFF2-40B4-BE49-F238E27FC236}">
                <a16:creationId xmlns:a16="http://schemas.microsoft.com/office/drawing/2014/main" id="{F663FE91-29E1-4A30-9B5A-8161722C9159}"/>
              </a:ext>
            </a:extLst>
          </p:cNvPr>
          <p:cNvSpPr>
            <a:spLocks xmlns:a="http://schemas.openxmlformats.org/drawingml/2006/main" noGrp="1"/>
          </p:cNvSpPr>
          <p:nvPr/>
        </p:nvSpPr>
        <p:spPr>
          <a:xfrm xmlns:a="http://schemas.openxmlformats.org/drawingml/2006/main">
            <a:off x="3028950" y="2743200"/>
            <a:ext cx="8191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75" b="1" i="0">
                <a:solidFill>
                  <a:srgbClr val="FFFFFF"/>
                </a:solidFill>
                <a:latin typeface="Avenir Next"/>
                <a:ea typeface="Avenir Next"/>
                <a:cs typeface="Avenir Next"/>
              </a:defRPr>
            </a:pPr>
            <a:r>
              <a:rPr sz="1275" b="1" i="0">
                <a:solidFill>
                  <a:srgbClr val="FFFFFF"/>
                </a:solidFill>
                <a:latin typeface="Avenir Next"/>
                <a:ea typeface="Avenir Next"/>
                <a:cs typeface="Avenir Next"/>
              </a:rPr>
              <a:t>selecciona entrada, plaza o hito; funciona sin ubicación precisa</a:t>
            </a:r>
          </a:p>
        </p:txBody>
      </p:sp>
      <p:sp>
        <p:nvSpPr>
          <p:cNvPr id="15" name="">
            <a:extLst xmlns:a="http://schemas.openxmlformats.org/drawingml/2006/main">
              <a:ext uri="{FF2B5EF4-FFF2-40B4-BE49-F238E27FC236}">
                <a16:creationId xmlns:a16="http://schemas.microsoft.com/office/drawing/2014/main" id="{C9619112-437A-42DF-BFD4-E27958863C4F}"/>
              </a:ext>
            </a:extLst>
          </p:cNvPr>
          <p:cNvSpPr>
            <a:spLocks xmlns:a="http://schemas.openxmlformats.org/drawingml/2006/main" noGrp="1"/>
          </p:cNvSpPr>
          <p:nvPr/>
        </p:nvSpPr>
        <p:spPr>
          <a:xfrm xmlns:a="http://schemas.openxmlformats.org/drawingml/2006/main">
            <a:off x="3028950" y="3276600"/>
            <a:ext cx="8191500" cy="19050"/>
          </a:xfrm>
          <a:prstGeom xmlns:a="http://schemas.openxmlformats.org/drawingml/2006/main" prst="rect">
            <a:avLst/>
          </a:prstGeom>
          <a:solidFill xmlns:a="http://schemas.openxmlformats.org/drawingml/2006/main">
            <a:srgbClr val="FFFFFF">
              <a:alpha val="18000"/>
            </a:srgbClr>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55DA1547-3B53-4ACA-9185-05D9251306E0}"/>
              </a:ext>
            </a:extLst>
          </p:cNvPr>
          <p:cNvSpPr>
            <a:spLocks xmlns:a="http://schemas.openxmlformats.org/drawingml/2006/main" noGrp="1"/>
          </p:cNvSpPr>
          <p:nvPr/>
        </p:nvSpPr>
        <p:spPr>
          <a:xfrm xmlns:a="http://schemas.openxmlformats.org/drawingml/2006/main">
            <a:off x="609600" y="3448050"/>
            <a:ext cx="2095500" cy="628650"/>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79F00163-B3B9-4BD4-B44D-37A3BA2B7E01}"/>
              </a:ext>
            </a:extLst>
          </p:cNvPr>
          <p:cNvSpPr>
            <a:spLocks xmlns:a="http://schemas.openxmlformats.org/drawingml/2006/main" noGrp="1"/>
          </p:cNvSpPr>
          <p:nvPr/>
        </p:nvSpPr>
        <p:spPr>
          <a:xfrm xmlns:a="http://schemas.openxmlformats.org/drawingml/2006/main">
            <a:off x="781050" y="3629025"/>
            <a:ext cx="1752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75" b="1" i="0">
                <a:solidFill>
                  <a:srgbClr val="FFFFFF"/>
                </a:solidFill>
                <a:latin typeface="DIN Condensed"/>
                <a:ea typeface="DIN Condensed"/>
                <a:cs typeface="DIN Condensed"/>
              </a:defRPr>
            </a:pPr>
            <a:r>
              <a:rPr sz="1575" b="1" i="0">
                <a:solidFill>
                  <a:srgbClr val="FFFFFF"/>
                </a:solidFill>
                <a:latin typeface="DIN Condensed"/>
                <a:ea typeface="DIN Condensed"/>
                <a:cs typeface="DIN Condensed"/>
              </a:rPr>
              <a:t>GPS OPCIONAL</a:t>
            </a:r>
          </a:p>
        </p:txBody>
      </p:sp>
      <p:sp>
        <p:nvSpPr>
          <p:cNvPr id="18" name="">
            <a:extLst xmlns:a="http://schemas.openxmlformats.org/drawingml/2006/main">
              <a:ext uri="{FF2B5EF4-FFF2-40B4-BE49-F238E27FC236}">
                <a16:creationId xmlns:a16="http://schemas.microsoft.com/office/drawing/2014/main" id="{488C1274-D750-4E75-AEDE-BAC2E09BD240}"/>
              </a:ext>
            </a:extLst>
          </p:cNvPr>
          <p:cNvSpPr>
            <a:spLocks xmlns:a="http://schemas.openxmlformats.org/drawingml/2006/main" noGrp="1"/>
          </p:cNvSpPr>
          <p:nvPr/>
        </p:nvSpPr>
        <p:spPr>
          <a:xfrm xmlns:a="http://schemas.openxmlformats.org/drawingml/2006/main">
            <a:off x="3028950" y="3562350"/>
            <a:ext cx="8191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75" b="1" i="0">
                <a:solidFill>
                  <a:srgbClr val="FFFFFF"/>
                </a:solidFill>
                <a:latin typeface="Avenir Next"/>
                <a:ea typeface="Avenir Next"/>
                <a:cs typeface="Avenir Next"/>
              </a:defRPr>
            </a:pPr>
            <a:r>
              <a:rPr sz="1275" b="1" i="0">
                <a:solidFill>
                  <a:srgbClr val="FFFFFF"/>
                </a:solidFill>
                <a:latin typeface="Avenir Next"/>
                <a:ea typeface="Avenir Next"/>
                <a:cs typeface="Avenir Next"/>
              </a:rPr>
              <a:t>solo con permiso · procesado en el dispositivo · nunca almacenado</a:t>
            </a:r>
          </a:p>
        </p:txBody>
      </p:sp>
      <p:sp>
        <p:nvSpPr>
          <p:cNvPr id="19" name="">
            <a:extLst xmlns:a="http://schemas.openxmlformats.org/drawingml/2006/main">
              <a:ext uri="{FF2B5EF4-FFF2-40B4-BE49-F238E27FC236}">
                <a16:creationId xmlns:a16="http://schemas.microsoft.com/office/drawing/2014/main" id="{DD22B838-C53A-4A2A-954C-68149FFB7DA9}"/>
              </a:ext>
            </a:extLst>
          </p:cNvPr>
          <p:cNvSpPr>
            <a:spLocks xmlns:a="http://schemas.openxmlformats.org/drawingml/2006/main" noGrp="1"/>
          </p:cNvSpPr>
          <p:nvPr/>
        </p:nvSpPr>
        <p:spPr>
          <a:xfrm xmlns:a="http://schemas.openxmlformats.org/drawingml/2006/main">
            <a:off x="3028950" y="4095750"/>
            <a:ext cx="8191500" cy="19050"/>
          </a:xfrm>
          <a:prstGeom xmlns:a="http://schemas.openxmlformats.org/drawingml/2006/main" prst="rect">
            <a:avLst/>
          </a:prstGeom>
          <a:solidFill xmlns:a="http://schemas.openxmlformats.org/drawingml/2006/main">
            <a:srgbClr val="FFFFFF">
              <a:alpha val="18000"/>
            </a:srgbClr>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2E852EFE-226B-4BCB-8CF3-57484072EF9B}"/>
              </a:ext>
            </a:extLst>
          </p:cNvPr>
          <p:cNvSpPr>
            <a:spLocks xmlns:a="http://schemas.openxmlformats.org/drawingml/2006/main" noGrp="1"/>
          </p:cNvSpPr>
          <p:nvPr/>
        </p:nvSpPr>
        <p:spPr>
          <a:xfrm xmlns:a="http://schemas.openxmlformats.org/drawingml/2006/main">
            <a:off x="609600" y="4267200"/>
            <a:ext cx="2095500" cy="628650"/>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030A6DE9-3099-41CD-ACEC-7155625CB528}"/>
              </a:ext>
            </a:extLst>
          </p:cNvPr>
          <p:cNvSpPr>
            <a:spLocks xmlns:a="http://schemas.openxmlformats.org/drawingml/2006/main" noGrp="1"/>
          </p:cNvSpPr>
          <p:nvPr/>
        </p:nvSpPr>
        <p:spPr>
          <a:xfrm xmlns:a="http://schemas.openxmlformats.org/drawingml/2006/main">
            <a:off x="781050" y="4448175"/>
            <a:ext cx="1752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75" b="1" i="0">
                <a:solidFill>
                  <a:srgbClr val="FFFFFF"/>
                </a:solidFill>
                <a:latin typeface="DIN Condensed"/>
                <a:ea typeface="DIN Condensed"/>
                <a:cs typeface="DIN Condensed"/>
              </a:defRPr>
            </a:pPr>
            <a:r>
              <a:rPr sz="1575" b="1" i="0">
                <a:solidFill>
                  <a:srgbClr val="FFFFFF"/>
                </a:solidFill>
                <a:latin typeface="DIN Condensed"/>
                <a:ea typeface="DIN Condensed"/>
                <a:cs typeface="DIN Condensed"/>
              </a:rPr>
              <a:t>OFFLINE REAL</a:t>
            </a:r>
          </a:p>
        </p:txBody>
      </p:sp>
      <p:sp>
        <p:nvSpPr>
          <p:cNvPr id="22" name="">
            <a:extLst xmlns:a="http://schemas.openxmlformats.org/drawingml/2006/main">
              <a:ext uri="{FF2B5EF4-FFF2-40B4-BE49-F238E27FC236}">
                <a16:creationId xmlns:a16="http://schemas.microsoft.com/office/drawing/2014/main" id="{D1739724-1422-4CF5-940E-A642C6CD6B43}"/>
              </a:ext>
            </a:extLst>
          </p:cNvPr>
          <p:cNvSpPr>
            <a:spLocks xmlns:a="http://schemas.openxmlformats.org/drawingml/2006/main" noGrp="1"/>
          </p:cNvSpPr>
          <p:nvPr/>
        </p:nvSpPr>
        <p:spPr>
          <a:xfrm xmlns:a="http://schemas.openxmlformats.org/drawingml/2006/main">
            <a:off x="3028950" y="4381500"/>
            <a:ext cx="8191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75" b="1" i="0">
                <a:solidFill>
                  <a:srgbClr val="FFFFFF"/>
                </a:solidFill>
                <a:latin typeface="Avenir Next"/>
                <a:ea typeface="Avenir Next"/>
                <a:cs typeface="Avenir Next"/>
              </a:defRPr>
            </a:pPr>
            <a:r>
              <a:rPr sz="1275" b="1" i="0">
                <a:solidFill>
                  <a:srgbClr val="FFFFFF"/>
                </a:solidFill>
                <a:latin typeface="Avenir Next"/>
                <a:ea typeface="Avenir Next"/>
                <a:cs typeface="Avenir Next"/>
              </a:rPr>
              <a:t>caché de mapa, puntos, agenda, rutas y ayuda tras la primera carga</a:t>
            </a:r>
          </a:p>
        </p:txBody>
      </p:sp>
      <p:sp>
        <p:nvSpPr>
          <p:cNvPr id="23" name="">
            <a:extLst xmlns:a="http://schemas.openxmlformats.org/drawingml/2006/main">
              <a:ext uri="{FF2B5EF4-FFF2-40B4-BE49-F238E27FC236}">
                <a16:creationId xmlns:a16="http://schemas.microsoft.com/office/drawing/2014/main" id="{1158787F-F24E-4B5C-B07C-F40088C05AF2}"/>
              </a:ext>
            </a:extLst>
          </p:cNvPr>
          <p:cNvSpPr>
            <a:spLocks xmlns:a="http://schemas.openxmlformats.org/drawingml/2006/main" noGrp="1"/>
          </p:cNvSpPr>
          <p:nvPr/>
        </p:nvSpPr>
        <p:spPr>
          <a:xfrm xmlns:a="http://schemas.openxmlformats.org/drawingml/2006/main">
            <a:off x="3028950" y="4914900"/>
            <a:ext cx="8191500" cy="19050"/>
          </a:xfrm>
          <a:prstGeom xmlns:a="http://schemas.openxmlformats.org/drawingml/2006/main" prst="rect">
            <a:avLst/>
          </a:prstGeom>
          <a:solidFill xmlns:a="http://schemas.openxmlformats.org/drawingml/2006/main">
            <a:srgbClr val="FFFFFF">
              <a:alpha val="18000"/>
            </a:srgbClr>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F6202FF2-5EF4-493A-96DF-FE14AE5B7CD4}"/>
              </a:ext>
            </a:extLst>
          </p:cNvPr>
          <p:cNvSpPr>
            <a:spLocks xmlns:a="http://schemas.openxmlformats.org/drawingml/2006/main" noGrp="1"/>
          </p:cNvSpPr>
          <p:nvPr/>
        </p:nvSpPr>
        <p:spPr>
          <a:xfrm xmlns:a="http://schemas.openxmlformats.org/drawingml/2006/main">
            <a:off x="609600" y="5086350"/>
            <a:ext cx="2095500" cy="628650"/>
          </a:xfrm>
          <a:prstGeom xmlns:a="http://schemas.openxmlformats.org/drawingml/2006/main" prst="rect">
            <a:avLst/>
          </a:prstGeom>
          <a:solidFill xmlns:a="http://schemas.openxmlformats.org/drawingml/2006/main">
            <a:srgbClr val="2B0D3B"/>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366CD87C-5F78-44D7-9F4F-2AF2B61F0B1A}"/>
              </a:ext>
            </a:extLst>
          </p:cNvPr>
          <p:cNvSpPr>
            <a:spLocks xmlns:a="http://schemas.openxmlformats.org/drawingml/2006/main" noGrp="1"/>
          </p:cNvSpPr>
          <p:nvPr/>
        </p:nvSpPr>
        <p:spPr>
          <a:xfrm xmlns:a="http://schemas.openxmlformats.org/drawingml/2006/main">
            <a:off x="781050" y="5267325"/>
            <a:ext cx="1752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75" b="1" i="0">
                <a:solidFill>
                  <a:srgbClr val="FFFFFF"/>
                </a:solidFill>
                <a:latin typeface="DIN Condensed"/>
                <a:ea typeface="DIN Condensed"/>
                <a:cs typeface="DIN Condensed"/>
              </a:defRPr>
            </a:pPr>
            <a:r>
              <a:rPr sz="1575" b="1" i="0">
                <a:solidFill>
                  <a:srgbClr val="FFFFFF"/>
                </a:solidFill>
                <a:latin typeface="DIN Condensed"/>
                <a:ea typeface="DIN Condensed"/>
                <a:cs typeface="DIN Condensed"/>
              </a:rPr>
              <a:t>VERSIÓN VISIBLE</a:t>
            </a:r>
          </a:p>
        </p:txBody>
      </p:sp>
      <p:sp>
        <p:nvSpPr>
          <p:cNvPr id="26" name="">
            <a:extLst xmlns:a="http://schemas.openxmlformats.org/drawingml/2006/main">
              <a:ext uri="{FF2B5EF4-FFF2-40B4-BE49-F238E27FC236}">
                <a16:creationId xmlns:a16="http://schemas.microsoft.com/office/drawing/2014/main" id="{14A00B5E-AD88-4289-955F-CE25DA6AE1B4}"/>
              </a:ext>
            </a:extLst>
          </p:cNvPr>
          <p:cNvSpPr>
            <a:spLocks xmlns:a="http://schemas.openxmlformats.org/drawingml/2006/main" noGrp="1"/>
          </p:cNvSpPr>
          <p:nvPr/>
        </p:nvSpPr>
        <p:spPr>
          <a:xfrm xmlns:a="http://schemas.openxmlformats.org/drawingml/2006/main">
            <a:off x="3028950" y="5200650"/>
            <a:ext cx="8191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75" b="1" i="0">
                <a:solidFill>
                  <a:srgbClr val="FFFFFF"/>
                </a:solidFill>
                <a:latin typeface="Avenir Next"/>
                <a:ea typeface="Avenir Next"/>
                <a:cs typeface="Avenir Next"/>
              </a:defRPr>
            </a:pPr>
            <a:r>
              <a:rPr sz="1275" b="1" i="0">
                <a:solidFill>
                  <a:srgbClr val="FFFFFF"/>
                </a:solidFill>
                <a:latin typeface="Avenir Next"/>
                <a:ea typeface="Avenir Next"/>
                <a:cs typeface="Avenir Next"/>
              </a:rPr>
              <a:t>estado online / señal débil / offline + fecha y hora del corte</a:t>
            </a:r>
          </a:p>
        </p:txBody>
      </p:sp>
      <p:sp>
        <p:nvSpPr>
          <p:cNvPr id="27" name="">
            <a:extLst xmlns:a="http://schemas.openxmlformats.org/drawingml/2006/main">
              <a:ext uri="{FF2B5EF4-FFF2-40B4-BE49-F238E27FC236}">
                <a16:creationId xmlns:a16="http://schemas.microsoft.com/office/drawing/2014/main" id="{FE68F0E8-905D-4B19-B5B7-C67E5B7BD0E2}"/>
              </a:ext>
            </a:extLst>
          </p:cNvPr>
          <p:cNvSpPr>
            <a:spLocks xmlns:a="http://schemas.openxmlformats.org/drawingml/2006/main" noGrp="1"/>
          </p:cNvSpPr>
          <p:nvPr/>
        </p:nvSpPr>
        <p:spPr>
          <a:xfrm xmlns:a="http://schemas.openxmlformats.org/drawingml/2006/main">
            <a:off x="3028950" y="5734050"/>
            <a:ext cx="8191500" cy="19050"/>
          </a:xfrm>
          <a:prstGeom xmlns:a="http://schemas.openxmlformats.org/drawingml/2006/main" prst="rect">
            <a:avLst/>
          </a:prstGeom>
          <a:solidFill xmlns:a="http://schemas.openxmlformats.org/drawingml/2006/main">
            <a:srgbClr val="FFFFFF">
              <a:alpha val="18000"/>
            </a:srgbClr>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E12FBFE1-4D49-4B33-9CE4-05C76BA31193}"/>
              </a:ext>
            </a:extLst>
          </p:cNvPr>
          <p:cNvSpPr>
            <a:spLocks xmlns:a="http://schemas.openxmlformats.org/drawingml/2006/main" noGrp="1"/>
          </p:cNvSpPr>
          <p:nvPr/>
        </p:nvSpPr>
        <p:spPr>
          <a:xfrm xmlns:a="http://schemas.openxmlformats.org/drawingml/2006/main">
            <a:off x="609600" y="5962650"/>
            <a:ext cx="10744200" cy="361950"/>
          </a:xfrm>
          <a:prstGeom xmlns:a="http://schemas.openxmlformats.org/drawingml/2006/main" prst="roundRect">
            <a:avLst>
              <a:gd name="adj" fmla="val 31579"/>
            </a:avLst>
          </a:prstGeom>
          <a:solidFill xmlns:a="http://schemas.openxmlformats.org/drawingml/2006/main">
            <a:srgbClr val="FFC928"/>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AC11D1EC-1AEC-4A50-930A-463F302903C1}"/>
              </a:ext>
            </a:extLst>
          </p:cNvPr>
          <p:cNvSpPr>
            <a:spLocks xmlns:a="http://schemas.openxmlformats.org/drawingml/2006/main" noGrp="1"/>
          </p:cNvSpPr>
          <p:nvPr/>
        </p:nvSpPr>
        <p:spPr>
          <a:xfrm xmlns:a="http://schemas.openxmlformats.org/drawingml/2006/main">
            <a:off x="800100" y="6057900"/>
            <a:ext cx="10363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050" b="1" i="0">
                <a:solidFill>
                  <a:srgbClr val="25112C"/>
                </a:solidFill>
                <a:latin typeface="Avenir Next"/>
                <a:ea typeface="Avenir Next"/>
                <a:cs typeface="Avenir Next"/>
              </a:defRPr>
            </a:pPr>
            <a:r>
              <a:rPr sz="1050" b="1" i="0">
                <a:solidFill>
                  <a:srgbClr val="25112C"/>
                </a:solidFill>
                <a:latin typeface="Avenir Next"/>
                <a:ea typeface="Avenir Next"/>
                <a:cs typeface="Avenir Next"/>
              </a:rPr>
              <a:t>Si la versión está desactualizada, lo dice. Un cambio crítico nunca depende solo de la PWA.</a:t>
            </a:r>
          </a:p>
        </p:txBody>
      </p:sp>
    </p:spTree>
    <p:extLst>
      <p:ext uri="{BB962C8B-B14F-4D97-AF65-F5344CB8AC3E}">
        <p14:creationId xmlns:p14="http://schemas.microsoft.com/office/powerpoint/2010/main" val="1355242391"/>
      </p:ext>
    </p:extLst>
  </p:cSld>
</p:sld>
</file>

<file path=ppt/slides/slide38.xml><?xml version="1.0" encoding="utf-8"?>
<p:sld xmlns:p="http://schemas.openxmlformats.org/presentationml/2006/main">
  <p:cSld>
    <p:bg>
      <p:bgPr>
        <a:solidFill xmlns:a="http://schemas.openxmlformats.org/drawingml/2006/main">
          <a:srgbClr val="FFF7EA"/>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DECCB989-55C5-4656-A5A0-3430A40AF710}"/>
              </a:ext>
            </a:extLst>
          </p:cNvPr>
          <p:cNvSpPr>
            <a:spLocks xmlns:a="http://schemas.openxmlformats.org/drawingml/2006/main" noGrp="1"/>
          </p:cNvSpPr>
          <p:nvPr/>
        </p:nvSpPr>
        <p:spPr>
          <a:xfrm xmlns:a="http://schemas.openxmlformats.org/drawingml/2006/main">
            <a:off x="0" y="0"/>
            <a:ext cx="2438400" cy="66675"/>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36C5F2B-A9B2-456B-9D1F-036B7A4104D4}"/>
              </a:ext>
            </a:extLst>
          </p:cNvPr>
          <p:cNvSpPr>
            <a:spLocks xmlns:a="http://schemas.openxmlformats.org/drawingml/2006/main" noGrp="1"/>
          </p:cNvSpPr>
          <p:nvPr/>
        </p:nvSpPr>
        <p:spPr>
          <a:xfrm xmlns:a="http://schemas.openxmlformats.org/drawingml/2006/main">
            <a:off x="2438400" y="0"/>
            <a:ext cx="2438400" cy="66675"/>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150E6D7-C91C-49AF-8A76-B978EC88D9AB}"/>
              </a:ext>
            </a:extLst>
          </p:cNvPr>
          <p:cNvSpPr>
            <a:spLocks xmlns:a="http://schemas.openxmlformats.org/drawingml/2006/main" noGrp="1"/>
          </p:cNvSpPr>
          <p:nvPr/>
        </p:nvSpPr>
        <p:spPr>
          <a:xfrm xmlns:a="http://schemas.openxmlformats.org/drawingml/2006/main">
            <a:off x="4876800" y="0"/>
            <a:ext cx="2438400" cy="66675"/>
          </a:xfrm>
          <a:prstGeom xmlns:a="http://schemas.openxmlformats.org/drawingml/2006/main" prst="rect">
            <a:avLst/>
          </a:prstGeom>
          <a:solidFill xmlns:a="http://schemas.openxmlformats.org/drawingml/2006/main">
            <a:srgbClr val="FFC92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6EC5F9A-31DF-4EE8-AB06-1C0896DE47A6}"/>
              </a:ext>
            </a:extLst>
          </p:cNvPr>
          <p:cNvSpPr>
            <a:spLocks xmlns:a="http://schemas.openxmlformats.org/drawingml/2006/main" noGrp="1"/>
          </p:cNvSpPr>
          <p:nvPr/>
        </p:nvSpPr>
        <p:spPr>
          <a:xfrm xmlns:a="http://schemas.openxmlformats.org/drawingml/2006/main">
            <a:off x="7315200" y="0"/>
            <a:ext cx="2438400" cy="66675"/>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04551580-43A7-4050-A90D-731F29E09A33}"/>
              </a:ext>
            </a:extLst>
          </p:cNvPr>
          <p:cNvSpPr>
            <a:spLocks xmlns:a="http://schemas.openxmlformats.org/drawingml/2006/main" noGrp="1"/>
          </p:cNvSpPr>
          <p:nvPr/>
        </p:nvSpPr>
        <p:spPr>
          <a:xfrm xmlns:a="http://schemas.openxmlformats.org/drawingml/2006/main">
            <a:off x="9753600" y="0"/>
            <a:ext cx="2438400" cy="66675"/>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C69D60B5-CF0F-492A-A15F-CFA6A9D41D29}"/>
              </a:ext>
            </a:extLst>
          </p:cNvPr>
          <p:cNvSpPr>
            <a:spLocks xmlns:a="http://schemas.openxmlformats.org/drawingml/2006/main" noGrp="1"/>
          </p:cNvSpPr>
          <p:nvPr/>
        </p:nvSpPr>
        <p:spPr>
          <a:xfrm xmlns:a="http://schemas.openxmlformats.org/drawingml/2006/main">
            <a:off x="609600" y="26670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E72D78"/>
                </a:solidFill>
                <a:latin typeface="Avenir Next"/>
                <a:ea typeface="Avenir Next"/>
                <a:cs typeface="Avenir Next"/>
              </a:defRPr>
            </a:pPr>
            <a:r>
              <a:rPr sz="825" b="1" i="0">
                <a:solidFill>
                  <a:srgbClr val="E72D78"/>
                </a:solidFill>
                <a:latin typeface="Avenir Next"/>
                <a:ea typeface="Avenir Next"/>
                <a:cs typeface="Avenir Next"/>
              </a:rPr>
              <a:t>APP · AYUDA Y CONTINGENCIA</a:t>
            </a:r>
          </a:p>
        </p:txBody>
      </p:sp>
      <p:sp>
        <p:nvSpPr>
          <p:cNvPr id="7" name="">
            <a:extLst xmlns:a="http://schemas.openxmlformats.org/drawingml/2006/main">
              <a:ext uri="{FF2B5EF4-FFF2-40B4-BE49-F238E27FC236}">
                <a16:creationId xmlns:a16="http://schemas.microsoft.com/office/drawing/2014/main" id="{D951985C-E2FF-4F0C-BD72-44D0744DE0CA}"/>
              </a:ext>
            </a:extLst>
          </p:cNvPr>
          <p:cNvSpPr>
            <a:spLocks xmlns:a="http://schemas.openxmlformats.org/drawingml/2006/main" noGrp="1"/>
          </p:cNvSpPr>
          <p:nvPr/>
        </p:nvSpPr>
        <p:spPr>
          <a:xfrm xmlns:a="http://schemas.openxmlformats.org/drawingml/2006/main">
            <a:off x="609600" y="6534150"/>
            <a:ext cx="4762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675" b="1" i="0">
                <a:solidFill>
                  <a:srgbClr val="25112C">
                    <a:alpha val="55000"/>
                  </a:srgbClr>
                </a:solidFill>
                <a:latin typeface="Avenir Next"/>
                <a:ea typeface="Avenir Next"/>
                <a:cs typeface="Avenir Next"/>
              </a:defRPr>
            </a:pPr>
            <a:r>
              <a:rPr sz="675" b="1" i="0">
                <a:solidFill>
                  <a:srgbClr val="25112C">
                    <a:alpha val="55000"/>
                  </a:srgbClr>
                </a:solidFill>
                <a:latin typeface="Avenir Next"/>
                <a:ea typeface="Avenir Next"/>
                <a:cs typeface="Avenir Next"/>
              </a:rPr>
              <a:t>DOCUMENTO INTERNO · PROPUESTA EN REVISIÓN</a:t>
            </a:r>
          </a:p>
        </p:txBody>
      </p:sp>
      <p:sp>
        <p:nvSpPr>
          <p:cNvPr id="8" name="">
            <a:extLst xmlns:a="http://schemas.openxmlformats.org/drawingml/2006/main">
              <a:ext uri="{FF2B5EF4-FFF2-40B4-BE49-F238E27FC236}">
                <a16:creationId xmlns:a16="http://schemas.microsoft.com/office/drawing/2014/main" id="{CA7B23CD-BEDF-4701-923F-4BFE33A525FB}"/>
              </a:ext>
            </a:extLst>
          </p:cNvPr>
          <p:cNvSpPr>
            <a:spLocks xmlns:a="http://schemas.openxmlformats.org/drawingml/2006/main" noGrp="1"/>
          </p:cNvSpPr>
          <p:nvPr/>
        </p:nvSpPr>
        <p:spPr>
          <a:xfrm xmlns:a="http://schemas.openxmlformats.org/drawingml/2006/main">
            <a:off x="11239500" y="6505575"/>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750" b="1" i="0">
                <a:solidFill>
                  <a:srgbClr val="25112C">
                    <a:alpha val="55000"/>
                  </a:srgbClr>
                </a:solidFill>
                <a:latin typeface="Avenir Next"/>
                <a:ea typeface="Avenir Next"/>
                <a:cs typeface="Avenir Next"/>
              </a:defRPr>
            </a:pPr>
            <a:r>
              <a:rPr sz="750" b="1" i="0">
                <a:solidFill>
                  <a:srgbClr val="25112C">
                    <a:alpha val="55000"/>
                  </a:srgbClr>
                </a:solidFill>
                <a:latin typeface="Avenir Next"/>
                <a:ea typeface="Avenir Next"/>
                <a:cs typeface="Avenir Next"/>
              </a:rPr>
              <a:t>38</a:t>
            </a:r>
          </a:p>
        </p:txBody>
      </p:sp>
      <p:sp>
        <p:nvSpPr>
          <p:cNvPr id="9" name="">
            <a:extLst xmlns:a="http://schemas.openxmlformats.org/drawingml/2006/main">
              <a:ext uri="{FF2B5EF4-FFF2-40B4-BE49-F238E27FC236}">
                <a16:creationId xmlns:a16="http://schemas.microsoft.com/office/drawing/2014/main" id="{C61AC52C-88C9-48DC-A177-E45584F8A323}"/>
              </a:ext>
            </a:extLst>
          </p:cNvPr>
          <p:cNvSpPr>
            <a:spLocks xmlns:a="http://schemas.openxmlformats.org/drawingml/2006/main" noGrp="1"/>
          </p:cNvSpPr>
          <p:nvPr/>
        </p:nvSpPr>
        <p:spPr>
          <a:xfrm xmlns:a="http://schemas.openxmlformats.org/drawingml/2006/main">
            <a:off x="609600" y="666750"/>
            <a:ext cx="1066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E72D78"/>
                </a:solidFill>
                <a:latin typeface="Avenir Next"/>
                <a:ea typeface="Avenir Next"/>
                <a:cs typeface="Avenir Next"/>
              </a:defRPr>
            </a:pPr>
            <a:r>
              <a:rPr sz="900" b="1" i="0">
                <a:solidFill>
                  <a:srgbClr val="E72D78"/>
                </a:solidFill>
                <a:latin typeface="Avenir Next"/>
                <a:ea typeface="Avenir Next"/>
                <a:cs typeface="Avenir Next"/>
              </a:rPr>
              <a:t>SERVICIO INCLUSIVO</a:t>
            </a:r>
          </a:p>
        </p:txBody>
      </p:sp>
      <p:sp>
        <p:nvSpPr>
          <p:cNvPr id="10" name="">
            <a:extLst xmlns:a="http://schemas.openxmlformats.org/drawingml/2006/main">
              <a:ext uri="{FF2B5EF4-FFF2-40B4-BE49-F238E27FC236}">
                <a16:creationId xmlns:a16="http://schemas.microsoft.com/office/drawing/2014/main" id="{267F98F5-DDBF-4E1E-B2AF-B566A984FB77}"/>
              </a:ext>
            </a:extLst>
          </p:cNvPr>
          <p:cNvSpPr>
            <a:spLocks xmlns:a="http://schemas.openxmlformats.org/drawingml/2006/main" noGrp="1"/>
          </p:cNvSpPr>
          <p:nvPr/>
        </p:nvSpPr>
        <p:spPr>
          <a:xfrm xmlns:a="http://schemas.openxmlformats.org/drawingml/2006/main">
            <a:off x="609600" y="990600"/>
            <a:ext cx="1066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3825" b="1" i="0">
                <a:solidFill>
                  <a:srgbClr val="25112C"/>
                </a:solidFill>
                <a:latin typeface="DIN Condensed"/>
                <a:ea typeface="DIN Condensed"/>
                <a:cs typeface="DIN Condensed"/>
              </a:defRPr>
            </a:pPr>
            <a:r>
              <a:rPr sz="3825" b="1" i="0">
                <a:solidFill>
                  <a:srgbClr val="25112C"/>
                </a:solidFill>
                <a:latin typeface="DIN Condensed"/>
                <a:ea typeface="DIN Condensed"/>
                <a:cs typeface="DIN Condensed"/>
              </a:rPr>
              <a:t>Nadie queda fuera por no tener señal, batería o teléfono.</a:t>
            </a:r>
          </a:p>
        </p:txBody>
      </p:sp>
      <p:sp>
        <p:nvSpPr>
          <p:cNvPr id="11" name="">
            <a:extLst xmlns:a="http://schemas.openxmlformats.org/drawingml/2006/main">
              <a:ext uri="{FF2B5EF4-FFF2-40B4-BE49-F238E27FC236}">
                <a16:creationId xmlns:a16="http://schemas.microsoft.com/office/drawing/2014/main" id="{56AD9CE2-7129-442E-8BFD-B0E773288A2B}"/>
              </a:ext>
            </a:extLst>
          </p:cNvPr>
          <p:cNvSpPr>
            <a:spLocks xmlns:a="http://schemas.openxmlformats.org/drawingml/2006/main" noGrp="1"/>
          </p:cNvSpPr>
          <p:nvPr/>
        </p:nvSpPr>
        <p:spPr>
          <a:xfrm xmlns:a="http://schemas.openxmlformats.org/drawingml/2006/main">
            <a:off x="609600" y="1828800"/>
            <a:ext cx="10668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0" i="0">
                <a:solidFill>
                  <a:srgbClr val="6D6470"/>
                </a:solidFill>
                <a:latin typeface="Avenir Next"/>
                <a:ea typeface="Avenir Next"/>
                <a:cs typeface="Avenir Next"/>
              </a:defRPr>
            </a:pPr>
            <a:r>
              <a:rPr sz="1500" b="0" i="0">
                <a:solidFill>
                  <a:srgbClr val="6D6470"/>
                </a:solidFill>
                <a:latin typeface="Avenir Next"/>
                <a:ea typeface="Avenir Next"/>
                <a:cs typeface="Avenir Next"/>
              </a:rPr>
              <a:t>La experiencia digital y la orientación física comparten información, iconos y protocolos aprobados.</a:t>
            </a:r>
          </a:p>
        </p:txBody>
      </p:sp>
      <p:sp>
        <p:nvSpPr>
          <p:cNvPr id="12" name="">
            <a:extLst xmlns:a="http://schemas.openxmlformats.org/drawingml/2006/main">
              <a:ext uri="{FF2B5EF4-FFF2-40B4-BE49-F238E27FC236}">
                <a16:creationId xmlns:a16="http://schemas.microsoft.com/office/drawing/2014/main" id="{806D87F8-F387-4F39-B37A-18D704F2203F}"/>
              </a:ext>
            </a:extLst>
          </p:cNvPr>
          <p:cNvSpPr>
            <a:spLocks xmlns:a="http://schemas.openxmlformats.org/drawingml/2006/main" noGrp="1"/>
          </p:cNvSpPr>
          <p:nvPr/>
        </p:nvSpPr>
        <p:spPr>
          <a:xfrm xmlns:a="http://schemas.openxmlformats.org/drawingml/2006/main">
            <a:off x="609600" y="2571750"/>
            <a:ext cx="3352800" cy="838200"/>
          </a:xfrm>
          <a:prstGeom xmlns:a="http://schemas.openxmlformats.org/drawingml/2006/main" prst="roundRect">
            <a:avLst>
              <a:gd name="adj" fmla="val 18182"/>
            </a:avLst>
          </a:prstGeom>
          <a:solidFill xmlns:a="http://schemas.openxmlformats.org/drawingml/2006/main">
            <a:srgbClr val="E72D7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729C1AD1-FA33-4883-A96E-B209A79AFAB5}"/>
              </a:ext>
            </a:extLst>
          </p:cNvPr>
          <p:cNvSpPr>
            <a:spLocks xmlns:a="http://schemas.openxmlformats.org/drawingml/2006/main" noGrp="1"/>
          </p:cNvSpPr>
          <p:nvPr/>
        </p:nvSpPr>
        <p:spPr>
          <a:xfrm xmlns:a="http://schemas.openxmlformats.org/drawingml/2006/main">
            <a:off x="781050" y="2724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350" b="1" i="0">
                <a:solidFill>
                  <a:srgbClr val="FFFFFF"/>
                </a:solidFill>
                <a:latin typeface="DIN Condensed"/>
                <a:ea typeface="DIN Condensed"/>
                <a:cs typeface="DIN Condensed"/>
              </a:defRPr>
            </a:pPr>
            <a:r>
              <a:rPr sz="1350" b="1" i="0">
                <a:solidFill>
                  <a:srgbClr val="FFFFFF"/>
                </a:solidFill>
                <a:latin typeface="DIN Condensed"/>
                <a:ea typeface="DIN Condensed"/>
                <a:cs typeface="DIN Condensed"/>
              </a:rPr>
              <a:t>PRIMEROS AUXILIOS</a:t>
            </a:r>
          </a:p>
        </p:txBody>
      </p:sp>
      <p:sp>
        <p:nvSpPr>
          <p:cNvPr id="14" name="">
            <a:extLst xmlns:a="http://schemas.openxmlformats.org/drawingml/2006/main">
              <a:ext uri="{FF2B5EF4-FFF2-40B4-BE49-F238E27FC236}">
                <a16:creationId xmlns:a16="http://schemas.microsoft.com/office/drawing/2014/main" id="{1981246A-9BE7-42EC-917D-35712B82363A}"/>
              </a:ext>
            </a:extLst>
          </p:cNvPr>
          <p:cNvSpPr>
            <a:spLocks xmlns:a="http://schemas.openxmlformats.org/drawingml/2006/main" noGrp="1"/>
          </p:cNvSpPr>
          <p:nvPr/>
        </p:nvSpPr>
        <p:spPr>
          <a:xfrm xmlns:a="http://schemas.openxmlformats.org/drawingml/2006/main">
            <a:off x="781050" y="3067050"/>
            <a:ext cx="3009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ubicación + llamada</a:t>
            </a:r>
          </a:p>
        </p:txBody>
      </p:sp>
      <p:sp>
        <p:nvSpPr>
          <p:cNvPr id="15" name="">
            <a:extLst xmlns:a="http://schemas.openxmlformats.org/drawingml/2006/main">
              <a:ext uri="{FF2B5EF4-FFF2-40B4-BE49-F238E27FC236}">
                <a16:creationId xmlns:a16="http://schemas.microsoft.com/office/drawing/2014/main" id="{1981EC19-7BE3-4DF0-A2B8-04A5B32198B7}"/>
              </a:ext>
            </a:extLst>
          </p:cNvPr>
          <p:cNvSpPr>
            <a:spLocks xmlns:a="http://schemas.openxmlformats.org/drawingml/2006/main" noGrp="1"/>
          </p:cNvSpPr>
          <p:nvPr/>
        </p:nvSpPr>
        <p:spPr>
          <a:xfrm xmlns:a="http://schemas.openxmlformats.org/drawingml/2006/main">
            <a:off x="4267200" y="2571750"/>
            <a:ext cx="3352800" cy="838200"/>
          </a:xfrm>
          <a:prstGeom xmlns:a="http://schemas.openxmlformats.org/drawingml/2006/main" prst="roundRect">
            <a:avLst>
              <a:gd name="adj" fmla="val 18182"/>
            </a:avLst>
          </a:prstGeom>
          <a:solidFill xmlns:a="http://schemas.openxmlformats.org/drawingml/2006/main">
            <a:srgbClr val="FF6A1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9684B83C-CFA1-4646-8E05-5A45777EAE88}"/>
              </a:ext>
            </a:extLst>
          </p:cNvPr>
          <p:cNvSpPr>
            <a:spLocks xmlns:a="http://schemas.openxmlformats.org/drawingml/2006/main" noGrp="1"/>
          </p:cNvSpPr>
          <p:nvPr/>
        </p:nvSpPr>
        <p:spPr>
          <a:xfrm xmlns:a="http://schemas.openxmlformats.org/drawingml/2006/main">
            <a:off x="4438650" y="2724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350" b="1" i="0">
                <a:solidFill>
                  <a:srgbClr val="FFFFFF"/>
                </a:solidFill>
                <a:latin typeface="DIN Condensed"/>
                <a:ea typeface="DIN Condensed"/>
                <a:cs typeface="DIN Condensed"/>
              </a:defRPr>
            </a:pPr>
            <a:r>
              <a:rPr sz="1350" b="1" i="0">
                <a:solidFill>
                  <a:srgbClr val="FFFFFF"/>
                </a:solidFill>
                <a:latin typeface="DIN Condensed"/>
                <a:ea typeface="DIN Condensed"/>
                <a:cs typeface="DIN Condensed"/>
              </a:rPr>
              <a:t>SEGURIDAD</a:t>
            </a:r>
          </a:p>
        </p:txBody>
      </p:sp>
      <p:sp>
        <p:nvSpPr>
          <p:cNvPr id="17" name="">
            <a:extLst xmlns:a="http://schemas.openxmlformats.org/drawingml/2006/main">
              <a:ext uri="{FF2B5EF4-FFF2-40B4-BE49-F238E27FC236}">
                <a16:creationId xmlns:a16="http://schemas.microsoft.com/office/drawing/2014/main" id="{44CDA765-CD11-49CA-AF3B-10C042105745}"/>
              </a:ext>
            </a:extLst>
          </p:cNvPr>
          <p:cNvSpPr>
            <a:spLocks xmlns:a="http://schemas.openxmlformats.org/drawingml/2006/main" noGrp="1"/>
          </p:cNvSpPr>
          <p:nvPr/>
        </p:nvSpPr>
        <p:spPr>
          <a:xfrm xmlns:a="http://schemas.openxmlformats.org/drawingml/2006/main">
            <a:off x="4438650" y="3067050"/>
            <a:ext cx="3009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ubicación + llamada</a:t>
            </a:r>
          </a:p>
        </p:txBody>
      </p:sp>
      <p:sp>
        <p:nvSpPr>
          <p:cNvPr id="18" name="">
            <a:extLst xmlns:a="http://schemas.openxmlformats.org/drawingml/2006/main">
              <a:ext uri="{FF2B5EF4-FFF2-40B4-BE49-F238E27FC236}">
                <a16:creationId xmlns:a16="http://schemas.microsoft.com/office/drawing/2014/main" id="{3637F20D-5F73-4B6C-AA0B-CEF7F3D631E8}"/>
              </a:ext>
            </a:extLst>
          </p:cNvPr>
          <p:cNvSpPr>
            <a:spLocks xmlns:a="http://schemas.openxmlformats.org/drawingml/2006/main" noGrp="1"/>
          </p:cNvSpPr>
          <p:nvPr/>
        </p:nvSpPr>
        <p:spPr>
          <a:xfrm xmlns:a="http://schemas.openxmlformats.org/drawingml/2006/main">
            <a:off x="7924800" y="2571750"/>
            <a:ext cx="3352800" cy="838200"/>
          </a:xfrm>
          <a:prstGeom xmlns:a="http://schemas.openxmlformats.org/drawingml/2006/main" prst="roundRect">
            <a:avLst>
              <a:gd name="adj" fmla="val 18182"/>
            </a:avLst>
          </a:prstGeom>
          <a:solidFill xmlns:a="http://schemas.openxmlformats.org/drawingml/2006/main">
            <a:srgbClr val="00AFA0"/>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71C74192-5612-41EC-90B9-866ABD0700F1}"/>
              </a:ext>
            </a:extLst>
          </p:cNvPr>
          <p:cNvSpPr>
            <a:spLocks xmlns:a="http://schemas.openxmlformats.org/drawingml/2006/main" noGrp="1"/>
          </p:cNvSpPr>
          <p:nvPr/>
        </p:nvSpPr>
        <p:spPr>
          <a:xfrm xmlns:a="http://schemas.openxmlformats.org/drawingml/2006/main">
            <a:off x="8096250" y="2724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350" b="1" i="0">
                <a:solidFill>
                  <a:srgbClr val="FFFFFF"/>
                </a:solidFill>
                <a:latin typeface="DIN Condensed"/>
                <a:ea typeface="DIN Condensed"/>
                <a:cs typeface="DIN Condensed"/>
              </a:defRPr>
            </a:pPr>
            <a:r>
              <a:rPr sz="1350" b="1" i="0">
                <a:solidFill>
                  <a:srgbClr val="FFFFFF"/>
                </a:solidFill>
                <a:latin typeface="DIN Condensed"/>
                <a:ea typeface="DIN Condensed"/>
                <a:cs typeface="DIN Condensed"/>
              </a:rPr>
              <a:t>INFORMACIÓN</a:t>
            </a:r>
          </a:p>
        </p:txBody>
      </p:sp>
      <p:sp>
        <p:nvSpPr>
          <p:cNvPr id="20" name="">
            <a:extLst xmlns:a="http://schemas.openxmlformats.org/drawingml/2006/main">
              <a:ext uri="{FF2B5EF4-FFF2-40B4-BE49-F238E27FC236}">
                <a16:creationId xmlns:a16="http://schemas.microsoft.com/office/drawing/2014/main" id="{10804D09-A0AB-4E02-90B7-343234F1D6B2}"/>
              </a:ext>
            </a:extLst>
          </p:cNvPr>
          <p:cNvSpPr>
            <a:spLocks xmlns:a="http://schemas.openxmlformats.org/drawingml/2006/main" noGrp="1"/>
          </p:cNvSpPr>
          <p:nvPr/>
        </p:nvSpPr>
        <p:spPr>
          <a:xfrm xmlns:a="http://schemas.openxmlformats.org/drawingml/2006/main">
            <a:off x="8096250" y="3067050"/>
            <a:ext cx="3009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punto más cercano</a:t>
            </a:r>
          </a:p>
        </p:txBody>
      </p:sp>
      <p:sp>
        <p:nvSpPr>
          <p:cNvPr id="21" name="">
            <a:extLst xmlns:a="http://schemas.openxmlformats.org/drawingml/2006/main">
              <a:ext uri="{FF2B5EF4-FFF2-40B4-BE49-F238E27FC236}">
                <a16:creationId xmlns:a16="http://schemas.microsoft.com/office/drawing/2014/main" id="{5AF18C01-4949-428E-B952-3555C16FA365}"/>
              </a:ext>
            </a:extLst>
          </p:cNvPr>
          <p:cNvSpPr>
            <a:spLocks xmlns:a="http://schemas.openxmlformats.org/drawingml/2006/main" noGrp="1"/>
          </p:cNvSpPr>
          <p:nvPr/>
        </p:nvSpPr>
        <p:spPr>
          <a:xfrm xmlns:a="http://schemas.openxmlformats.org/drawingml/2006/main">
            <a:off x="609600" y="3638550"/>
            <a:ext cx="3352800" cy="838200"/>
          </a:xfrm>
          <a:prstGeom xmlns:a="http://schemas.openxmlformats.org/drawingml/2006/main" prst="roundRect">
            <a:avLst>
              <a:gd name="adj" fmla="val 18182"/>
            </a:avLst>
          </a:prstGeom>
          <a:solidFill xmlns:a="http://schemas.openxmlformats.org/drawingml/2006/main">
            <a:srgbClr val="315BFF"/>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385D951F-6EB9-4B30-8B34-6068EE07DBD0}"/>
              </a:ext>
            </a:extLst>
          </p:cNvPr>
          <p:cNvSpPr>
            <a:spLocks xmlns:a="http://schemas.openxmlformats.org/drawingml/2006/main" noGrp="1"/>
          </p:cNvSpPr>
          <p:nvPr/>
        </p:nvSpPr>
        <p:spPr>
          <a:xfrm xmlns:a="http://schemas.openxmlformats.org/drawingml/2006/main">
            <a:off x="781050" y="37909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350" b="1" i="0">
                <a:solidFill>
                  <a:srgbClr val="FFFFFF"/>
                </a:solidFill>
                <a:latin typeface="DIN Condensed"/>
                <a:ea typeface="DIN Condensed"/>
                <a:cs typeface="DIN Condensed"/>
              </a:defRPr>
            </a:pPr>
            <a:r>
              <a:rPr sz="1350" b="1" i="0">
                <a:solidFill>
                  <a:srgbClr val="FFFFFF"/>
                </a:solidFill>
                <a:latin typeface="DIN Condensed"/>
                <a:ea typeface="DIN Condensed"/>
                <a:cs typeface="DIN Condensed"/>
              </a:rPr>
              <a:t>OBJETO PERDIDO</a:t>
            </a:r>
          </a:p>
        </p:txBody>
      </p:sp>
      <p:sp>
        <p:nvSpPr>
          <p:cNvPr id="23" name="">
            <a:extLst xmlns:a="http://schemas.openxmlformats.org/drawingml/2006/main">
              <a:ext uri="{FF2B5EF4-FFF2-40B4-BE49-F238E27FC236}">
                <a16:creationId xmlns:a16="http://schemas.microsoft.com/office/drawing/2014/main" id="{85E755AA-71B5-45BE-A908-DD0FB94FEB38}"/>
              </a:ext>
            </a:extLst>
          </p:cNvPr>
          <p:cNvSpPr>
            <a:spLocks xmlns:a="http://schemas.openxmlformats.org/drawingml/2006/main" noGrp="1"/>
          </p:cNvSpPr>
          <p:nvPr/>
        </p:nvSpPr>
        <p:spPr>
          <a:xfrm xmlns:a="http://schemas.openxmlformats.org/drawingml/2006/main">
            <a:off x="781050" y="4133850"/>
            <a:ext cx="3009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instrucción aprobada</a:t>
            </a:r>
          </a:p>
        </p:txBody>
      </p:sp>
      <p:sp>
        <p:nvSpPr>
          <p:cNvPr id="24" name="">
            <a:extLst xmlns:a="http://schemas.openxmlformats.org/drawingml/2006/main">
              <a:ext uri="{FF2B5EF4-FFF2-40B4-BE49-F238E27FC236}">
                <a16:creationId xmlns:a16="http://schemas.microsoft.com/office/drawing/2014/main" id="{0B224AE2-4B90-4A9F-BBE8-4212751DA569}"/>
              </a:ext>
            </a:extLst>
          </p:cNvPr>
          <p:cNvSpPr>
            <a:spLocks xmlns:a="http://schemas.openxmlformats.org/drawingml/2006/main" noGrp="1"/>
          </p:cNvSpPr>
          <p:nvPr/>
        </p:nvSpPr>
        <p:spPr>
          <a:xfrm xmlns:a="http://schemas.openxmlformats.org/drawingml/2006/main">
            <a:off x="4267200" y="3638550"/>
            <a:ext cx="3352800" cy="838200"/>
          </a:xfrm>
          <a:prstGeom xmlns:a="http://schemas.openxmlformats.org/drawingml/2006/main" prst="roundRect">
            <a:avLst>
              <a:gd name="adj" fmla="val 18182"/>
            </a:avLst>
          </a:prstGeom>
          <a:solidFill xmlns:a="http://schemas.openxmlformats.org/drawingml/2006/main">
            <a:srgbClr val="2B0D3B"/>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B8E2A361-F16F-48AB-B9E1-CC124380ECF9}"/>
              </a:ext>
            </a:extLst>
          </p:cNvPr>
          <p:cNvSpPr>
            <a:spLocks xmlns:a="http://schemas.openxmlformats.org/drawingml/2006/main" noGrp="1"/>
          </p:cNvSpPr>
          <p:nvPr/>
        </p:nvSpPr>
        <p:spPr>
          <a:xfrm xmlns:a="http://schemas.openxmlformats.org/drawingml/2006/main">
            <a:off x="4438650" y="37909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350" b="1" i="0">
                <a:solidFill>
                  <a:srgbClr val="FFFFFF"/>
                </a:solidFill>
                <a:latin typeface="DIN Condensed"/>
                <a:ea typeface="DIN Condensed"/>
                <a:cs typeface="DIN Condensed"/>
              </a:defRPr>
            </a:pPr>
            <a:r>
              <a:rPr sz="1350" b="1" i="0">
                <a:solidFill>
                  <a:srgbClr val="FFFFFF"/>
                </a:solidFill>
                <a:latin typeface="DIN Condensed"/>
                <a:ea typeface="DIN Condensed"/>
                <a:cs typeface="DIN Condensed"/>
              </a:rPr>
              <a:t>NIÑO EXTRAVIADO</a:t>
            </a:r>
          </a:p>
        </p:txBody>
      </p:sp>
      <p:sp>
        <p:nvSpPr>
          <p:cNvPr id="26" name="">
            <a:extLst xmlns:a="http://schemas.openxmlformats.org/drawingml/2006/main">
              <a:ext uri="{FF2B5EF4-FFF2-40B4-BE49-F238E27FC236}">
                <a16:creationId xmlns:a16="http://schemas.microsoft.com/office/drawing/2014/main" id="{3F176864-FFDE-4212-80EF-811291032F43}"/>
              </a:ext>
            </a:extLst>
          </p:cNvPr>
          <p:cNvSpPr>
            <a:spLocks xmlns:a="http://schemas.openxmlformats.org/drawingml/2006/main" noGrp="1"/>
          </p:cNvSpPr>
          <p:nvPr/>
        </p:nvSpPr>
        <p:spPr>
          <a:xfrm xmlns:a="http://schemas.openxmlformats.org/drawingml/2006/main">
            <a:off x="4438650" y="4133850"/>
            <a:ext cx="3009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protocolo público</a:t>
            </a:r>
          </a:p>
        </p:txBody>
      </p:sp>
      <p:sp>
        <p:nvSpPr>
          <p:cNvPr id="27" name="">
            <a:extLst xmlns:a="http://schemas.openxmlformats.org/drawingml/2006/main">
              <a:ext uri="{FF2B5EF4-FFF2-40B4-BE49-F238E27FC236}">
                <a16:creationId xmlns:a16="http://schemas.microsoft.com/office/drawing/2014/main" id="{B646D3A0-5051-49A1-8E47-2BB75D872E5A}"/>
              </a:ext>
            </a:extLst>
          </p:cNvPr>
          <p:cNvSpPr>
            <a:spLocks xmlns:a="http://schemas.openxmlformats.org/drawingml/2006/main" noGrp="1"/>
          </p:cNvSpPr>
          <p:nvPr/>
        </p:nvSpPr>
        <p:spPr>
          <a:xfrm xmlns:a="http://schemas.openxmlformats.org/drawingml/2006/main">
            <a:off x="7924800" y="3638550"/>
            <a:ext cx="3352800" cy="838200"/>
          </a:xfrm>
          <a:prstGeom xmlns:a="http://schemas.openxmlformats.org/drawingml/2006/main" prst="roundRect">
            <a:avLst>
              <a:gd name="adj" fmla="val 18182"/>
            </a:avLst>
          </a:prstGeom>
          <a:solidFill xmlns:a="http://schemas.openxmlformats.org/drawingml/2006/main">
            <a:srgbClr val="E53D42"/>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386B4383-19B6-499F-9D44-FF39C0E67630}"/>
              </a:ext>
            </a:extLst>
          </p:cNvPr>
          <p:cNvSpPr>
            <a:spLocks xmlns:a="http://schemas.openxmlformats.org/drawingml/2006/main" noGrp="1"/>
          </p:cNvSpPr>
          <p:nvPr/>
        </p:nvSpPr>
        <p:spPr>
          <a:xfrm xmlns:a="http://schemas.openxmlformats.org/drawingml/2006/main">
            <a:off x="8096250" y="37909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350" b="1" i="0">
                <a:solidFill>
                  <a:srgbClr val="FFFFFF"/>
                </a:solidFill>
                <a:latin typeface="DIN Condensed"/>
                <a:ea typeface="DIN Condensed"/>
                <a:cs typeface="DIN Condensed"/>
              </a:defRPr>
            </a:pPr>
            <a:r>
              <a:rPr sz="1350" b="1" i="0">
                <a:solidFill>
                  <a:srgbClr val="FFFFFF"/>
                </a:solidFill>
                <a:latin typeface="DIN Condensed"/>
                <a:ea typeface="DIN Condensed"/>
                <a:cs typeface="DIN Condensed"/>
              </a:rPr>
              <a:t>SALIDA / EVACUACIÓN</a:t>
            </a:r>
          </a:p>
        </p:txBody>
      </p:sp>
      <p:sp>
        <p:nvSpPr>
          <p:cNvPr id="29" name="">
            <a:extLst xmlns:a="http://schemas.openxmlformats.org/drawingml/2006/main">
              <a:ext uri="{FF2B5EF4-FFF2-40B4-BE49-F238E27FC236}">
                <a16:creationId xmlns:a16="http://schemas.microsoft.com/office/drawing/2014/main" id="{94B7B4B2-8C66-4FD3-99F6-49468EAE10FA}"/>
              </a:ext>
            </a:extLst>
          </p:cNvPr>
          <p:cNvSpPr>
            <a:spLocks xmlns:a="http://schemas.openxmlformats.org/drawingml/2006/main" noGrp="1"/>
          </p:cNvSpPr>
          <p:nvPr/>
        </p:nvSpPr>
        <p:spPr>
          <a:xfrm xmlns:a="http://schemas.openxmlformats.org/drawingml/2006/main">
            <a:off x="8096250" y="4133850"/>
            <a:ext cx="3009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solo versión autorizada</a:t>
            </a:r>
          </a:p>
        </p:txBody>
      </p:sp>
      <p:sp>
        <p:nvSpPr>
          <p:cNvPr id="30" name="">
            <a:extLst xmlns:a="http://schemas.openxmlformats.org/drawingml/2006/main">
              <a:ext uri="{FF2B5EF4-FFF2-40B4-BE49-F238E27FC236}">
                <a16:creationId xmlns:a16="http://schemas.microsoft.com/office/drawing/2014/main" id="{F4F8796D-74E4-4E2F-A4AC-5E364CBA8F37}"/>
              </a:ext>
            </a:extLst>
          </p:cNvPr>
          <p:cNvSpPr>
            <a:spLocks xmlns:a="http://schemas.openxmlformats.org/drawingml/2006/main" noGrp="1"/>
          </p:cNvSpPr>
          <p:nvPr/>
        </p:nvSpPr>
        <p:spPr>
          <a:xfrm xmlns:a="http://schemas.openxmlformats.org/drawingml/2006/main">
            <a:off x="609600" y="495300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75" b="1" i="0">
                <a:solidFill>
                  <a:srgbClr val="25112C"/>
                </a:solidFill>
                <a:latin typeface="DIN Condensed"/>
                <a:ea typeface="DIN Condensed"/>
                <a:cs typeface="DIN Condensed"/>
              </a:defRPr>
            </a:pPr>
            <a:r>
              <a:rPr sz="1575" b="1" i="0">
                <a:solidFill>
                  <a:srgbClr val="25112C"/>
                </a:solidFill>
                <a:latin typeface="DIN Condensed"/>
                <a:ea typeface="DIN Condensed"/>
                <a:cs typeface="DIN Condensed"/>
              </a:rPr>
              <a:t>ACCESIBILIDAD</a:t>
            </a:r>
          </a:p>
        </p:txBody>
      </p:sp>
      <p:sp>
        <p:nvSpPr>
          <p:cNvPr id="31" name="">
            <a:extLst xmlns:a="http://schemas.openxmlformats.org/drawingml/2006/main">
              <a:ext uri="{FF2B5EF4-FFF2-40B4-BE49-F238E27FC236}">
                <a16:creationId xmlns:a16="http://schemas.microsoft.com/office/drawing/2014/main" id="{3826C6F9-5EAA-4208-9A01-69E903B153AD}"/>
              </a:ext>
            </a:extLst>
          </p:cNvPr>
          <p:cNvSpPr>
            <a:spLocks xmlns:a="http://schemas.openxmlformats.org/drawingml/2006/main" noGrp="1"/>
          </p:cNvSpPr>
          <p:nvPr/>
        </p:nvSpPr>
        <p:spPr>
          <a:xfrm xmlns:a="http://schemas.openxmlformats.org/drawingml/2006/main">
            <a:off x="2724150" y="4953000"/>
            <a:ext cx="86296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6D6470"/>
                </a:solidFill>
                <a:latin typeface="Avenir Next"/>
                <a:ea typeface="Avenir Next"/>
                <a:cs typeface="Avenir Next"/>
              </a:defRPr>
            </a:pPr>
            <a:r>
              <a:rPr sz="1200" b="1" i="0">
                <a:solidFill>
                  <a:srgbClr val="6D6470"/>
                </a:solidFill>
                <a:latin typeface="Avenir Next"/>
                <a:ea typeface="Avenir Next"/>
                <a:cs typeface="Avenir Next"/>
              </a:rPr>
              <a:t>texto grande · alto contraste · icono + palabra · una mano · luz exterior · rutas y baños accesibles solo auditados</a:t>
            </a:r>
          </a:p>
        </p:txBody>
      </p:sp>
      <p:sp>
        <p:nvSpPr>
          <p:cNvPr id="32" name="">
            <a:extLst xmlns:a="http://schemas.openxmlformats.org/drawingml/2006/main">
              <a:ext uri="{FF2B5EF4-FFF2-40B4-BE49-F238E27FC236}">
                <a16:creationId xmlns:a16="http://schemas.microsoft.com/office/drawing/2014/main" id="{8D70060B-6D3B-4614-B997-41ECD56B61CF}"/>
              </a:ext>
            </a:extLst>
          </p:cNvPr>
          <p:cNvSpPr>
            <a:spLocks xmlns:a="http://schemas.openxmlformats.org/drawingml/2006/main" noGrp="1"/>
          </p:cNvSpPr>
          <p:nvPr/>
        </p:nvSpPr>
        <p:spPr>
          <a:xfrm xmlns:a="http://schemas.openxmlformats.org/drawingml/2006/main">
            <a:off x="609600" y="561975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75" b="1" i="0">
                <a:solidFill>
                  <a:srgbClr val="25112C"/>
                </a:solidFill>
                <a:latin typeface="DIN Condensed"/>
                <a:ea typeface="DIN Condensed"/>
                <a:cs typeface="DIN Condensed"/>
              </a:defRPr>
            </a:pPr>
            <a:r>
              <a:rPr sz="1575" b="1" i="0">
                <a:solidFill>
                  <a:srgbClr val="25112C"/>
                </a:solidFill>
                <a:latin typeface="DIN Condensed"/>
                <a:ea typeface="DIN Condensed"/>
                <a:cs typeface="DIN Condensed"/>
              </a:rPr>
              <a:t>EQUIVALENTE FÍSICO</a:t>
            </a:r>
          </a:p>
        </p:txBody>
      </p:sp>
      <p:sp>
        <p:nvSpPr>
          <p:cNvPr id="33" name="">
            <a:extLst xmlns:a="http://schemas.openxmlformats.org/drawingml/2006/main">
              <a:ext uri="{FF2B5EF4-FFF2-40B4-BE49-F238E27FC236}">
                <a16:creationId xmlns:a16="http://schemas.microsoft.com/office/drawing/2014/main" id="{8CE35B02-6B8C-4BCF-8732-8E1285032267}"/>
              </a:ext>
            </a:extLst>
          </p:cNvPr>
          <p:cNvSpPr>
            <a:spLocks xmlns:a="http://schemas.openxmlformats.org/drawingml/2006/main" noGrp="1"/>
          </p:cNvSpPr>
          <p:nvPr/>
        </p:nvSpPr>
        <p:spPr>
          <a:xfrm xmlns:a="http://schemas.openxmlformats.org/drawingml/2006/main">
            <a:off x="2724150" y="5619750"/>
            <a:ext cx="86296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6D6470"/>
                </a:solidFill>
                <a:latin typeface="Avenir Next"/>
                <a:ea typeface="Avenir Next"/>
                <a:cs typeface="Avenir Next"/>
              </a:defRPr>
            </a:pPr>
            <a:r>
              <a:rPr sz="1200" b="1" i="0">
                <a:solidFill>
                  <a:srgbClr val="6D6470"/>
                </a:solidFill>
                <a:latin typeface="Avenir Next"/>
                <a:ea typeface="Avenir Next"/>
                <a:cs typeface="Avenir Next"/>
              </a:rPr>
              <a:t>mapa impreso · QR repetidos · señalética · personal · puntos de información · altavoces</a:t>
            </a:r>
          </a:p>
        </p:txBody>
      </p:sp>
      <p:sp>
        <p:nvSpPr>
          <p:cNvPr id="34" name="">
            <a:extLst xmlns:a="http://schemas.openxmlformats.org/drawingml/2006/main">
              <a:ext uri="{FF2B5EF4-FFF2-40B4-BE49-F238E27FC236}">
                <a16:creationId xmlns:a16="http://schemas.microsoft.com/office/drawing/2014/main" id="{7D497C4A-2E60-4099-A001-705FBA8A643F}"/>
              </a:ext>
            </a:extLst>
          </p:cNvPr>
          <p:cNvSpPr>
            <a:spLocks xmlns:a="http://schemas.openxmlformats.org/drawingml/2006/main" noGrp="1"/>
          </p:cNvSpPr>
          <p:nvPr/>
        </p:nvSpPr>
        <p:spPr>
          <a:xfrm xmlns:a="http://schemas.openxmlformats.org/drawingml/2006/main">
            <a:off x="609600" y="6153150"/>
            <a:ext cx="10744200" cy="209550"/>
          </a:xfrm>
          <a:prstGeom xmlns:a="http://schemas.openxmlformats.org/drawingml/2006/main" prst="rect">
            <a:avLst/>
          </a:prstGeom>
          <a:solidFill xmlns:a="http://schemas.openxmlformats.org/drawingml/2006/main">
            <a:srgbClr val="2B0D3B"/>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0A2109AC-8A09-46FA-9000-84C8FA25BB4C}"/>
              </a:ext>
            </a:extLst>
          </p:cNvPr>
          <p:cNvSpPr>
            <a:spLocks xmlns:a="http://schemas.openxmlformats.org/drawingml/2006/main" noGrp="1"/>
          </p:cNvSpPr>
          <p:nvPr/>
        </p:nvSpPr>
        <p:spPr>
          <a:xfrm xmlns:a="http://schemas.openxmlformats.org/drawingml/2006/main">
            <a:off x="800100" y="6172200"/>
            <a:ext cx="10363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BOTONES DE LLAMADA, NO CHAT AUTOMÁTICO. LA GUÍA NO REEMPLAZA AL PERSONAL.</a:t>
            </a:r>
          </a:p>
        </p:txBody>
      </p:sp>
    </p:spTree>
    <p:extLst>
      <p:ext uri="{BB962C8B-B14F-4D97-AF65-F5344CB8AC3E}">
        <p14:creationId xmlns:p14="http://schemas.microsoft.com/office/powerpoint/2010/main" val="1355242391"/>
      </p:ext>
    </p:extLst>
  </p:cSld>
</p:sld>
</file>

<file path=ppt/slides/slide39.xml><?xml version="1.0" encoding="utf-8"?>
<p:sld xmlns:p="http://schemas.openxmlformats.org/presentationml/2006/main">
  <p:cSld>
    <p:bg>
      <p:bgPr>
        <a:solidFill xmlns:a="http://schemas.openxmlformats.org/drawingml/2006/main">
          <a:srgbClr val="FFF7EA"/>
        </a:solidFill>
      </p:bgPr>
    </p:bg>
    <p:spTree>
      <p:nvGrpSpPr>
        <p:cNvPr id="1" name=""/>
        <p:cNvGrpSpPr/>
        <p:nvPr/>
      </p:nvGrpSpPr>
      <p:grpSpPr>
        <a:xfrm xmlns:a="http://schemas.openxmlformats.org/drawingml/2006/main"/>
      </p:grpSpPr>
      <p:sp>
        <p:nvSpPr>
          <p:cNvPr id="64" name="">
            <a:extLst xmlns:a="http://schemas.openxmlformats.org/drawingml/2006/main">
              <a:ext uri="{FF2B5EF4-FFF2-40B4-BE49-F238E27FC236}">
                <a16:creationId xmlns:a16="http://schemas.microsoft.com/office/drawing/2014/main" id="{4E02B705-441C-41D5-BDDF-E63B56995043}"/>
              </a:ext>
            </a:extLst>
          </p:cNvPr>
          <p:cNvSpPr>
            <a:spLocks xmlns:a="http://schemas.openxmlformats.org/drawingml/2006/main" noGrp="1"/>
          </p:cNvSpPr>
          <p:nvPr/>
        </p:nvSpPr>
        <p:spPr>
          <a:xfrm xmlns:a="http://schemas.openxmlformats.org/drawingml/2006/main">
            <a:off x="0" y="0"/>
            <a:ext cx="2438400" cy="66675"/>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F2AA186-B2E9-4948-90B6-53422E6E52F3}"/>
              </a:ext>
            </a:extLst>
          </p:cNvPr>
          <p:cNvSpPr>
            <a:spLocks xmlns:a="http://schemas.openxmlformats.org/drawingml/2006/main" noGrp="1"/>
          </p:cNvSpPr>
          <p:nvPr/>
        </p:nvSpPr>
        <p:spPr>
          <a:xfrm xmlns:a="http://schemas.openxmlformats.org/drawingml/2006/main">
            <a:off x="2438400" y="0"/>
            <a:ext cx="2438400" cy="66675"/>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BDA88C95-38A9-48B6-B20A-74B5518B2D3D}"/>
              </a:ext>
            </a:extLst>
          </p:cNvPr>
          <p:cNvSpPr>
            <a:spLocks xmlns:a="http://schemas.openxmlformats.org/drawingml/2006/main" noGrp="1"/>
          </p:cNvSpPr>
          <p:nvPr/>
        </p:nvSpPr>
        <p:spPr>
          <a:xfrm xmlns:a="http://schemas.openxmlformats.org/drawingml/2006/main">
            <a:off x="4876800" y="0"/>
            <a:ext cx="2438400" cy="66675"/>
          </a:xfrm>
          <a:prstGeom xmlns:a="http://schemas.openxmlformats.org/drawingml/2006/main" prst="rect">
            <a:avLst/>
          </a:prstGeom>
          <a:solidFill xmlns:a="http://schemas.openxmlformats.org/drawingml/2006/main">
            <a:srgbClr val="FFC92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6025D65-096D-45FD-B2F9-AF30821CD5F3}"/>
              </a:ext>
            </a:extLst>
          </p:cNvPr>
          <p:cNvSpPr>
            <a:spLocks xmlns:a="http://schemas.openxmlformats.org/drawingml/2006/main" noGrp="1"/>
          </p:cNvSpPr>
          <p:nvPr/>
        </p:nvSpPr>
        <p:spPr>
          <a:xfrm xmlns:a="http://schemas.openxmlformats.org/drawingml/2006/main">
            <a:off x="7315200" y="0"/>
            <a:ext cx="2438400" cy="66675"/>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0521D780-B89D-4519-86E4-EEDDBDD18EE4}"/>
              </a:ext>
            </a:extLst>
          </p:cNvPr>
          <p:cNvSpPr>
            <a:spLocks xmlns:a="http://schemas.openxmlformats.org/drawingml/2006/main" noGrp="1"/>
          </p:cNvSpPr>
          <p:nvPr/>
        </p:nvSpPr>
        <p:spPr>
          <a:xfrm xmlns:a="http://schemas.openxmlformats.org/drawingml/2006/main">
            <a:off x="9753600" y="0"/>
            <a:ext cx="2438400" cy="66675"/>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CB5A7FEB-C884-4179-8E82-93221850A267}"/>
              </a:ext>
            </a:extLst>
          </p:cNvPr>
          <p:cNvSpPr>
            <a:spLocks xmlns:a="http://schemas.openxmlformats.org/drawingml/2006/main" noGrp="1"/>
          </p:cNvSpPr>
          <p:nvPr/>
        </p:nvSpPr>
        <p:spPr>
          <a:xfrm xmlns:a="http://schemas.openxmlformats.org/drawingml/2006/main">
            <a:off x="609600" y="26670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E72D78"/>
                </a:solidFill>
                <a:latin typeface="Avenir Next"/>
                <a:ea typeface="Avenir Next"/>
                <a:cs typeface="Avenir Next"/>
              </a:defRPr>
            </a:pPr>
            <a:r>
              <a:rPr sz="825" b="1" i="0">
                <a:solidFill>
                  <a:srgbClr val="E72D78"/>
                </a:solidFill>
                <a:latin typeface="Avenir Next"/>
                <a:ea typeface="Avenir Next"/>
                <a:cs typeface="Avenir Next"/>
              </a:rPr>
              <a:t>APP · VERDAD Y ACTUALIZACIÓN</a:t>
            </a:r>
          </a:p>
        </p:txBody>
      </p:sp>
      <p:sp>
        <p:nvSpPr>
          <p:cNvPr id="7" name="">
            <a:extLst xmlns:a="http://schemas.openxmlformats.org/drawingml/2006/main">
              <a:ext uri="{FF2B5EF4-FFF2-40B4-BE49-F238E27FC236}">
                <a16:creationId xmlns:a16="http://schemas.microsoft.com/office/drawing/2014/main" id="{C0119338-FB5A-4ED2-B846-99588A2480F5}"/>
              </a:ext>
            </a:extLst>
          </p:cNvPr>
          <p:cNvSpPr>
            <a:spLocks xmlns:a="http://schemas.openxmlformats.org/drawingml/2006/main" noGrp="1"/>
          </p:cNvSpPr>
          <p:nvPr/>
        </p:nvSpPr>
        <p:spPr>
          <a:xfrm xmlns:a="http://schemas.openxmlformats.org/drawingml/2006/main">
            <a:off x="609600" y="6534150"/>
            <a:ext cx="4762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675" b="1" i="0">
                <a:solidFill>
                  <a:srgbClr val="25112C">
                    <a:alpha val="55000"/>
                  </a:srgbClr>
                </a:solidFill>
                <a:latin typeface="Avenir Next"/>
                <a:ea typeface="Avenir Next"/>
                <a:cs typeface="Avenir Next"/>
              </a:defRPr>
            </a:pPr>
            <a:r>
              <a:rPr sz="675" b="1" i="0">
                <a:solidFill>
                  <a:srgbClr val="25112C">
                    <a:alpha val="55000"/>
                  </a:srgbClr>
                </a:solidFill>
                <a:latin typeface="Avenir Next"/>
                <a:ea typeface="Avenir Next"/>
                <a:cs typeface="Avenir Next"/>
              </a:rPr>
              <a:t>DOCUMENTO INTERNO · PROPUESTA EN REVISIÓN</a:t>
            </a:r>
          </a:p>
        </p:txBody>
      </p:sp>
      <p:sp>
        <p:nvSpPr>
          <p:cNvPr id="8" name="">
            <a:extLst xmlns:a="http://schemas.openxmlformats.org/drawingml/2006/main">
              <a:ext uri="{FF2B5EF4-FFF2-40B4-BE49-F238E27FC236}">
                <a16:creationId xmlns:a16="http://schemas.microsoft.com/office/drawing/2014/main" id="{7DB74314-D28E-452F-A327-FA587FF365E2}"/>
              </a:ext>
            </a:extLst>
          </p:cNvPr>
          <p:cNvSpPr>
            <a:spLocks xmlns:a="http://schemas.openxmlformats.org/drawingml/2006/main" noGrp="1"/>
          </p:cNvSpPr>
          <p:nvPr/>
        </p:nvSpPr>
        <p:spPr>
          <a:xfrm xmlns:a="http://schemas.openxmlformats.org/drawingml/2006/main">
            <a:off x="11239500" y="6505575"/>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750" b="1" i="0">
                <a:solidFill>
                  <a:srgbClr val="25112C">
                    <a:alpha val="55000"/>
                  </a:srgbClr>
                </a:solidFill>
                <a:latin typeface="Avenir Next"/>
                <a:ea typeface="Avenir Next"/>
                <a:cs typeface="Avenir Next"/>
              </a:defRPr>
            </a:pPr>
            <a:r>
              <a:rPr sz="750" b="1" i="0">
                <a:solidFill>
                  <a:srgbClr val="25112C">
                    <a:alpha val="55000"/>
                  </a:srgbClr>
                </a:solidFill>
                <a:latin typeface="Avenir Next"/>
                <a:ea typeface="Avenir Next"/>
                <a:cs typeface="Avenir Next"/>
              </a:rPr>
              <a:t>39</a:t>
            </a:r>
          </a:p>
        </p:txBody>
      </p:sp>
      <p:sp>
        <p:nvSpPr>
          <p:cNvPr id="9" name="">
            <a:extLst xmlns:a="http://schemas.openxmlformats.org/drawingml/2006/main">
              <a:ext uri="{FF2B5EF4-FFF2-40B4-BE49-F238E27FC236}">
                <a16:creationId xmlns:a16="http://schemas.microsoft.com/office/drawing/2014/main" id="{D9BE9892-9124-46C7-9395-B16F51DBD5C6}"/>
              </a:ext>
            </a:extLst>
          </p:cNvPr>
          <p:cNvSpPr>
            <a:spLocks xmlns:a="http://schemas.openxmlformats.org/drawingml/2006/main" noGrp="1"/>
          </p:cNvSpPr>
          <p:nvPr/>
        </p:nvSpPr>
        <p:spPr>
          <a:xfrm xmlns:a="http://schemas.openxmlformats.org/drawingml/2006/main">
            <a:off x="609600" y="666750"/>
            <a:ext cx="1066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E72D78"/>
                </a:solidFill>
                <a:latin typeface="Avenir Next"/>
                <a:ea typeface="Avenir Next"/>
                <a:cs typeface="Avenir Next"/>
              </a:defRPr>
            </a:pPr>
            <a:r>
              <a:rPr sz="900" b="1" i="0">
                <a:solidFill>
                  <a:srgbClr val="E72D78"/>
                </a:solidFill>
                <a:latin typeface="Avenir Next"/>
                <a:ea typeface="Avenir Next"/>
                <a:cs typeface="Avenir Next"/>
              </a:rPr>
              <a:t>GOBIERNO DE DATOS</a:t>
            </a:r>
          </a:p>
        </p:txBody>
      </p:sp>
      <p:sp>
        <p:nvSpPr>
          <p:cNvPr id="10" name="">
            <a:extLst xmlns:a="http://schemas.openxmlformats.org/drawingml/2006/main">
              <a:ext uri="{FF2B5EF4-FFF2-40B4-BE49-F238E27FC236}">
                <a16:creationId xmlns:a16="http://schemas.microsoft.com/office/drawing/2014/main" id="{5C259B01-DD1F-498F-8F1D-DF934664A7A2}"/>
              </a:ext>
            </a:extLst>
          </p:cNvPr>
          <p:cNvSpPr>
            <a:spLocks xmlns:a="http://schemas.openxmlformats.org/drawingml/2006/main" noGrp="1"/>
          </p:cNvSpPr>
          <p:nvPr/>
        </p:nvSpPr>
        <p:spPr>
          <a:xfrm xmlns:a="http://schemas.openxmlformats.org/drawingml/2006/main">
            <a:off x="609600" y="990600"/>
            <a:ext cx="1066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3900" b="1" i="0">
                <a:solidFill>
                  <a:srgbClr val="25112C"/>
                </a:solidFill>
                <a:latin typeface="DIN Condensed"/>
                <a:ea typeface="DIN Condensed"/>
                <a:cs typeface="DIN Condensed"/>
              </a:defRPr>
            </a:pPr>
            <a:r>
              <a:rPr sz="3900" b="1" i="0">
                <a:solidFill>
                  <a:srgbClr val="25112C"/>
                </a:solidFill>
                <a:latin typeface="DIN Condensed"/>
                <a:ea typeface="DIN Condensed"/>
                <a:cs typeface="DIN Condensed"/>
              </a:rPr>
              <a:t>La app solo es confiable si cada dato tiene dueño y corte.</a:t>
            </a:r>
          </a:p>
        </p:txBody>
      </p:sp>
      <p:sp>
        <p:nvSpPr>
          <p:cNvPr id="11" name="">
            <a:extLst xmlns:a="http://schemas.openxmlformats.org/drawingml/2006/main">
              <a:ext uri="{FF2B5EF4-FFF2-40B4-BE49-F238E27FC236}">
                <a16:creationId xmlns:a16="http://schemas.microsoft.com/office/drawing/2014/main" id="{AAEE71FD-F45C-439F-9600-FEBE648B9B50}"/>
              </a:ext>
            </a:extLst>
          </p:cNvPr>
          <p:cNvSpPr>
            <a:spLocks xmlns:a="http://schemas.openxmlformats.org/drawingml/2006/main" noGrp="1"/>
          </p:cNvSpPr>
          <p:nvPr/>
        </p:nvSpPr>
        <p:spPr>
          <a:xfrm xmlns:a="http://schemas.openxmlformats.org/drawingml/2006/main">
            <a:off x="609600" y="1828800"/>
            <a:ext cx="10668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0" i="0">
                <a:solidFill>
                  <a:srgbClr val="6D6470"/>
                </a:solidFill>
                <a:latin typeface="Avenir Next"/>
                <a:ea typeface="Avenir Next"/>
                <a:cs typeface="Avenir Next"/>
              </a:defRPr>
            </a:pPr>
            <a:r>
              <a:rPr sz="1500" b="0" i="0">
                <a:solidFill>
                  <a:srgbClr val="6D6470"/>
                </a:solidFill>
                <a:latin typeface="Avenir Next"/>
                <a:ea typeface="Avenir Next"/>
                <a:cs typeface="Avenir Next"/>
              </a:rPr>
              <a:t>Sin panel administrativo, los archivos estáticos se regeneran desde fuentes aprobadas y se publica una versión cerrada.</a:t>
            </a:r>
          </a:p>
        </p:txBody>
      </p:sp>
      <p:sp>
        <p:nvSpPr>
          <p:cNvPr id="12" name="">
            <a:extLst xmlns:a="http://schemas.openxmlformats.org/drawingml/2006/main">
              <a:ext uri="{FF2B5EF4-FFF2-40B4-BE49-F238E27FC236}">
                <a16:creationId xmlns:a16="http://schemas.microsoft.com/office/drawing/2014/main" id="{EB5ECD97-8E8B-4E3C-9999-5CD59BB95960}"/>
              </a:ext>
            </a:extLst>
          </p:cNvPr>
          <p:cNvSpPr>
            <a:spLocks xmlns:a="http://schemas.openxmlformats.org/drawingml/2006/main" noGrp="1"/>
          </p:cNvSpPr>
          <p:nvPr/>
        </p:nvSpPr>
        <p:spPr>
          <a:xfrm xmlns:a="http://schemas.openxmlformats.org/drawingml/2006/main">
            <a:off x="609600" y="2533650"/>
            <a:ext cx="1962150" cy="1162050"/>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96B025BB-3811-40A4-B531-57DA7A63F02B}"/>
              </a:ext>
            </a:extLst>
          </p:cNvPr>
          <p:cNvSpPr>
            <a:spLocks xmlns:a="http://schemas.openxmlformats.org/drawingml/2006/main" noGrp="1"/>
          </p:cNvSpPr>
          <p:nvPr/>
        </p:nvSpPr>
        <p:spPr>
          <a:xfrm xmlns:a="http://schemas.openxmlformats.org/drawingml/2006/main">
            <a:off x="742950" y="26670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039"/>
          </a:bodyPr>
          <a:lstStyle xmlns:a="http://schemas.openxmlformats.org/drawingml/2006/main"/>
          <a:p xmlns:a="http://schemas.openxmlformats.org/drawingml/2006/main">
            <a:pPr algn="l">
              <a:lnSpc>
                <a:spcPct val="105000"/>
              </a:lnSpc>
              <a:buNone/>
              <a:defRPr sz="2550" b="1" i="0">
                <a:solidFill>
                  <a:srgbClr val="FFFFFF">
                    <a:alpha val="70000"/>
                  </a:srgbClr>
                </a:solidFill>
                <a:latin typeface="DIN Condensed"/>
                <a:ea typeface="DIN Condensed"/>
                <a:cs typeface="DIN Condensed"/>
              </a:defRPr>
            </a:pPr>
            <a:r>
              <a:rPr sz="2550" b="1" i="0">
                <a:solidFill>
                  <a:srgbClr val="FFFFFF">
                    <a:alpha val="70000"/>
                  </a:srgbClr>
                </a:solidFill>
                <a:latin typeface="DIN Condensed"/>
                <a:ea typeface="DIN Condensed"/>
                <a:cs typeface="DIN Condensed"/>
              </a:rPr>
              <a:t>1</a:t>
            </a:r>
          </a:p>
        </p:txBody>
      </p:sp>
      <p:sp>
        <p:nvSpPr>
          <p:cNvPr id="14" name="">
            <a:extLst xmlns:a="http://schemas.openxmlformats.org/drawingml/2006/main">
              <a:ext uri="{FF2B5EF4-FFF2-40B4-BE49-F238E27FC236}">
                <a16:creationId xmlns:a16="http://schemas.microsoft.com/office/drawing/2014/main" id="{406CE262-F084-44BF-A078-9F2466DDDD38}"/>
              </a:ext>
            </a:extLst>
          </p:cNvPr>
          <p:cNvSpPr>
            <a:spLocks xmlns:a="http://schemas.openxmlformats.org/drawingml/2006/main" noGrp="1"/>
          </p:cNvSpPr>
          <p:nvPr/>
        </p:nvSpPr>
        <p:spPr>
          <a:xfrm xmlns:a="http://schemas.openxmlformats.org/drawingml/2006/main">
            <a:off x="1143000" y="2724150"/>
            <a:ext cx="1257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425" b="1" i="0">
                <a:solidFill>
                  <a:srgbClr val="FFFFFF"/>
                </a:solidFill>
                <a:latin typeface="DIN Condensed"/>
                <a:ea typeface="DIN Condensed"/>
                <a:cs typeface="DIN Condensed"/>
              </a:defRPr>
            </a:pPr>
            <a:r>
              <a:rPr sz="1425" b="1" i="0">
                <a:solidFill>
                  <a:srgbClr val="FFFFFF"/>
                </a:solidFill>
                <a:latin typeface="DIN Condensed"/>
                <a:ea typeface="DIN Condensed"/>
                <a:cs typeface="DIN Condensed"/>
              </a:rPr>
              <a:t>FUENTE</a:t>
            </a:r>
          </a:p>
        </p:txBody>
      </p:sp>
      <p:sp>
        <p:nvSpPr>
          <p:cNvPr id="15" name="">
            <a:extLst xmlns:a="http://schemas.openxmlformats.org/drawingml/2006/main">
              <a:ext uri="{FF2B5EF4-FFF2-40B4-BE49-F238E27FC236}">
                <a16:creationId xmlns:a16="http://schemas.microsoft.com/office/drawing/2014/main" id="{2331BECC-DEFC-461C-9834-D3381193A40A}"/>
              </a:ext>
            </a:extLst>
          </p:cNvPr>
          <p:cNvSpPr>
            <a:spLocks xmlns:a="http://schemas.openxmlformats.org/drawingml/2006/main" noGrp="1"/>
          </p:cNvSpPr>
          <p:nvPr/>
        </p:nvSpPr>
        <p:spPr>
          <a:xfrm xmlns:a="http://schemas.openxmlformats.org/drawingml/2006/main">
            <a:off x="742950" y="3181350"/>
            <a:ext cx="1695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FFFFFF"/>
                </a:solidFill>
                <a:latin typeface="Avenir Next"/>
                <a:ea typeface="Avenir Next"/>
                <a:cs typeface="Avenir Next"/>
              </a:defRPr>
            </a:pPr>
            <a:r>
              <a:rPr sz="900" b="1" i="0">
                <a:solidFill>
                  <a:srgbClr val="FFFFFF"/>
                </a:solidFill>
                <a:latin typeface="Avenir Next"/>
                <a:ea typeface="Avenir Next"/>
                <a:cs typeface="Avenir Next"/>
              </a:rPr>
              <a:t>plano · agenda · inventario</a:t>
            </a:r>
          </a:p>
        </p:txBody>
      </p:sp>
      <p:sp>
        <p:nvSpPr>
          <p:cNvPr id="16" name="">
            <a:extLst xmlns:a="http://schemas.openxmlformats.org/drawingml/2006/main">
              <a:ext uri="{FF2B5EF4-FFF2-40B4-BE49-F238E27FC236}">
                <a16:creationId xmlns:a16="http://schemas.microsoft.com/office/drawing/2014/main" id="{4420ECB5-E398-47C5-AD7F-76D07AED1F4E}"/>
              </a:ext>
            </a:extLst>
          </p:cNvPr>
          <p:cNvSpPr>
            <a:spLocks xmlns:a="http://schemas.openxmlformats.org/drawingml/2006/main" noGrp="1"/>
          </p:cNvSpPr>
          <p:nvPr/>
        </p:nvSpPr>
        <p:spPr>
          <a:xfrm xmlns:a="http://schemas.openxmlformats.org/drawingml/2006/main">
            <a:off x="2800350" y="2533650"/>
            <a:ext cx="1962150" cy="1162050"/>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59405EAF-AD63-4C82-B741-499072AEEF87}"/>
              </a:ext>
            </a:extLst>
          </p:cNvPr>
          <p:cNvSpPr>
            <a:spLocks xmlns:a="http://schemas.openxmlformats.org/drawingml/2006/main" noGrp="1"/>
          </p:cNvSpPr>
          <p:nvPr/>
        </p:nvSpPr>
        <p:spPr>
          <a:xfrm xmlns:a="http://schemas.openxmlformats.org/drawingml/2006/main">
            <a:off x="2933700" y="26670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039"/>
          </a:bodyPr>
          <a:lstStyle xmlns:a="http://schemas.openxmlformats.org/drawingml/2006/main"/>
          <a:p xmlns:a="http://schemas.openxmlformats.org/drawingml/2006/main">
            <a:pPr algn="l">
              <a:lnSpc>
                <a:spcPct val="105000"/>
              </a:lnSpc>
              <a:buNone/>
              <a:defRPr sz="2550" b="1" i="0">
                <a:solidFill>
                  <a:srgbClr val="FFFFFF">
                    <a:alpha val="70000"/>
                  </a:srgbClr>
                </a:solidFill>
                <a:latin typeface="DIN Condensed"/>
                <a:ea typeface="DIN Condensed"/>
                <a:cs typeface="DIN Condensed"/>
              </a:defRPr>
            </a:pPr>
            <a:r>
              <a:rPr sz="2550" b="1" i="0">
                <a:solidFill>
                  <a:srgbClr val="FFFFFF">
                    <a:alpha val="70000"/>
                  </a:srgbClr>
                </a:solidFill>
                <a:latin typeface="DIN Condensed"/>
                <a:ea typeface="DIN Condensed"/>
                <a:cs typeface="DIN Condensed"/>
              </a:rPr>
              <a:t>2</a:t>
            </a:r>
          </a:p>
        </p:txBody>
      </p:sp>
      <p:sp>
        <p:nvSpPr>
          <p:cNvPr id="18" name="">
            <a:extLst xmlns:a="http://schemas.openxmlformats.org/drawingml/2006/main">
              <a:ext uri="{FF2B5EF4-FFF2-40B4-BE49-F238E27FC236}">
                <a16:creationId xmlns:a16="http://schemas.microsoft.com/office/drawing/2014/main" id="{01E04BC3-FEF2-401E-9849-F481EEA6FE00}"/>
              </a:ext>
            </a:extLst>
          </p:cNvPr>
          <p:cNvSpPr>
            <a:spLocks xmlns:a="http://schemas.openxmlformats.org/drawingml/2006/main" noGrp="1"/>
          </p:cNvSpPr>
          <p:nvPr/>
        </p:nvSpPr>
        <p:spPr>
          <a:xfrm xmlns:a="http://schemas.openxmlformats.org/drawingml/2006/main">
            <a:off x="3333750" y="2724150"/>
            <a:ext cx="1257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425" b="1" i="0">
                <a:solidFill>
                  <a:srgbClr val="FFFFFF"/>
                </a:solidFill>
                <a:latin typeface="DIN Condensed"/>
                <a:ea typeface="DIN Condensed"/>
                <a:cs typeface="DIN Condensed"/>
              </a:defRPr>
            </a:pPr>
            <a:r>
              <a:rPr sz="1425" b="1" i="0">
                <a:solidFill>
                  <a:srgbClr val="FFFFFF"/>
                </a:solidFill>
                <a:latin typeface="DIN Condensed"/>
                <a:ea typeface="DIN Condensed"/>
                <a:cs typeface="DIN Condensed"/>
              </a:rPr>
              <a:t>DUEÑO</a:t>
            </a:r>
          </a:p>
        </p:txBody>
      </p:sp>
      <p:sp>
        <p:nvSpPr>
          <p:cNvPr id="19" name="">
            <a:extLst xmlns:a="http://schemas.openxmlformats.org/drawingml/2006/main">
              <a:ext uri="{FF2B5EF4-FFF2-40B4-BE49-F238E27FC236}">
                <a16:creationId xmlns:a16="http://schemas.microsoft.com/office/drawing/2014/main" id="{5717355A-B597-466A-BEA2-381F4661D134}"/>
              </a:ext>
            </a:extLst>
          </p:cNvPr>
          <p:cNvSpPr>
            <a:spLocks xmlns:a="http://schemas.openxmlformats.org/drawingml/2006/main" noGrp="1"/>
          </p:cNvSpPr>
          <p:nvPr/>
        </p:nvSpPr>
        <p:spPr>
          <a:xfrm xmlns:a="http://schemas.openxmlformats.org/drawingml/2006/main">
            <a:off x="2933700" y="3181350"/>
            <a:ext cx="1695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FFFFFF"/>
                </a:solidFill>
                <a:latin typeface="Avenir Next"/>
                <a:ea typeface="Avenir Next"/>
                <a:cs typeface="Avenir Next"/>
              </a:defRPr>
            </a:pPr>
            <a:r>
              <a:rPr sz="900" b="1" i="0">
                <a:solidFill>
                  <a:srgbClr val="FFFFFF"/>
                </a:solidFill>
                <a:latin typeface="Avenir Next"/>
                <a:ea typeface="Avenir Next"/>
                <a:cs typeface="Avenir Next"/>
              </a:rPr>
              <a:t>valida contenido y vigencia</a:t>
            </a:r>
          </a:p>
        </p:txBody>
      </p:sp>
      <p:sp>
        <p:nvSpPr>
          <p:cNvPr id="20" name="">
            <a:extLst xmlns:a="http://schemas.openxmlformats.org/drawingml/2006/main">
              <a:ext uri="{FF2B5EF4-FFF2-40B4-BE49-F238E27FC236}">
                <a16:creationId xmlns:a16="http://schemas.microsoft.com/office/drawing/2014/main" id="{9ADF7C43-22CF-4FD0-8106-66809900DC6E}"/>
              </a:ext>
            </a:extLst>
          </p:cNvPr>
          <p:cNvSpPr>
            <a:spLocks xmlns:a="http://schemas.openxmlformats.org/drawingml/2006/main" noGrp="1"/>
          </p:cNvSpPr>
          <p:nvPr/>
        </p:nvSpPr>
        <p:spPr>
          <a:xfrm xmlns:a="http://schemas.openxmlformats.org/drawingml/2006/main">
            <a:off x="4991100" y="2533650"/>
            <a:ext cx="1962150" cy="1162050"/>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A652CD9D-0CED-4C51-AD5D-B48F08066D38}"/>
              </a:ext>
            </a:extLst>
          </p:cNvPr>
          <p:cNvSpPr>
            <a:spLocks xmlns:a="http://schemas.openxmlformats.org/drawingml/2006/main" noGrp="1"/>
          </p:cNvSpPr>
          <p:nvPr/>
        </p:nvSpPr>
        <p:spPr>
          <a:xfrm xmlns:a="http://schemas.openxmlformats.org/drawingml/2006/main">
            <a:off x="5124450" y="26670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039"/>
          </a:bodyPr>
          <a:lstStyle xmlns:a="http://schemas.openxmlformats.org/drawingml/2006/main"/>
          <a:p xmlns:a="http://schemas.openxmlformats.org/drawingml/2006/main">
            <a:pPr algn="l">
              <a:lnSpc>
                <a:spcPct val="105000"/>
              </a:lnSpc>
              <a:buNone/>
              <a:defRPr sz="2550" b="1" i="0">
                <a:solidFill>
                  <a:srgbClr val="FFFFFF">
                    <a:alpha val="70000"/>
                  </a:srgbClr>
                </a:solidFill>
                <a:latin typeface="DIN Condensed"/>
                <a:ea typeface="DIN Condensed"/>
                <a:cs typeface="DIN Condensed"/>
              </a:defRPr>
            </a:pPr>
            <a:r>
              <a:rPr sz="2550" b="1" i="0">
                <a:solidFill>
                  <a:srgbClr val="FFFFFF">
                    <a:alpha val="70000"/>
                  </a:srgbClr>
                </a:solidFill>
                <a:latin typeface="DIN Condensed"/>
                <a:ea typeface="DIN Condensed"/>
                <a:cs typeface="DIN Condensed"/>
              </a:rPr>
              <a:t>3</a:t>
            </a:r>
          </a:p>
        </p:txBody>
      </p:sp>
      <p:sp>
        <p:nvSpPr>
          <p:cNvPr id="22" name="">
            <a:extLst xmlns:a="http://schemas.openxmlformats.org/drawingml/2006/main">
              <a:ext uri="{FF2B5EF4-FFF2-40B4-BE49-F238E27FC236}">
                <a16:creationId xmlns:a16="http://schemas.microsoft.com/office/drawing/2014/main" id="{950684D9-76CC-48DA-A2B2-75124E7E2C26}"/>
              </a:ext>
            </a:extLst>
          </p:cNvPr>
          <p:cNvSpPr>
            <a:spLocks xmlns:a="http://schemas.openxmlformats.org/drawingml/2006/main" noGrp="1"/>
          </p:cNvSpPr>
          <p:nvPr/>
        </p:nvSpPr>
        <p:spPr>
          <a:xfrm xmlns:a="http://schemas.openxmlformats.org/drawingml/2006/main">
            <a:off x="5524500" y="2724150"/>
            <a:ext cx="1257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425" b="1" i="0">
                <a:solidFill>
                  <a:srgbClr val="FFFFFF"/>
                </a:solidFill>
                <a:latin typeface="DIN Condensed"/>
                <a:ea typeface="DIN Condensed"/>
                <a:cs typeface="DIN Condensed"/>
              </a:defRPr>
            </a:pPr>
            <a:r>
              <a:rPr sz="1425" b="1" i="0">
                <a:solidFill>
                  <a:srgbClr val="FFFFFF"/>
                </a:solidFill>
                <a:latin typeface="DIN Condensed"/>
                <a:ea typeface="DIN Condensed"/>
                <a:cs typeface="DIN Condensed"/>
              </a:rPr>
              <a:t>QA</a:t>
            </a:r>
          </a:p>
        </p:txBody>
      </p:sp>
      <p:sp>
        <p:nvSpPr>
          <p:cNvPr id="23" name="">
            <a:extLst xmlns:a="http://schemas.openxmlformats.org/drawingml/2006/main">
              <a:ext uri="{FF2B5EF4-FFF2-40B4-BE49-F238E27FC236}">
                <a16:creationId xmlns:a16="http://schemas.microsoft.com/office/drawing/2014/main" id="{CFF517FF-F74F-4777-A6B1-CA81CF941DCF}"/>
              </a:ext>
            </a:extLst>
          </p:cNvPr>
          <p:cNvSpPr>
            <a:spLocks xmlns:a="http://schemas.openxmlformats.org/drawingml/2006/main" noGrp="1"/>
          </p:cNvSpPr>
          <p:nvPr/>
        </p:nvSpPr>
        <p:spPr>
          <a:xfrm xmlns:a="http://schemas.openxmlformats.org/drawingml/2006/main">
            <a:off x="5124450" y="3181350"/>
            <a:ext cx="1695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FFFFFF"/>
                </a:solidFill>
                <a:latin typeface="Avenir Next"/>
                <a:ea typeface="Avenir Next"/>
                <a:cs typeface="Avenir Next"/>
              </a:defRPr>
            </a:pPr>
            <a:r>
              <a:rPr sz="900" b="1" i="0">
                <a:solidFill>
                  <a:srgbClr val="FFFFFF"/>
                </a:solidFill>
                <a:latin typeface="Avenir Next"/>
                <a:ea typeface="Avenir Next"/>
                <a:cs typeface="Avenir Next"/>
              </a:rPr>
              <a:t>consistencia · campo · accesibilidad</a:t>
            </a:r>
          </a:p>
        </p:txBody>
      </p:sp>
      <p:sp>
        <p:nvSpPr>
          <p:cNvPr id="24" name="">
            <a:extLst xmlns:a="http://schemas.openxmlformats.org/drawingml/2006/main">
              <a:ext uri="{FF2B5EF4-FFF2-40B4-BE49-F238E27FC236}">
                <a16:creationId xmlns:a16="http://schemas.microsoft.com/office/drawing/2014/main" id="{D07C02BF-3D81-4C9D-9772-8E1B473B3D30}"/>
              </a:ext>
            </a:extLst>
          </p:cNvPr>
          <p:cNvSpPr>
            <a:spLocks xmlns:a="http://schemas.openxmlformats.org/drawingml/2006/main" noGrp="1"/>
          </p:cNvSpPr>
          <p:nvPr/>
        </p:nvSpPr>
        <p:spPr>
          <a:xfrm xmlns:a="http://schemas.openxmlformats.org/drawingml/2006/main">
            <a:off x="7181850" y="2533650"/>
            <a:ext cx="1962150" cy="1162050"/>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B32E636D-B2EE-4483-881B-1B633875CFC8}"/>
              </a:ext>
            </a:extLst>
          </p:cNvPr>
          <p:cNvSpPr>
            <a:spLocks xmlns:a="http://schemas.openxmlformats.org/drawingml/2006/main" noGrp="1"/>
          </p:cNvSpPr>
          <p:nvPr/>
        </p:nvSpPr>
        <p:spPr>
          <a:xfrm xmlns:a="http://schemas.openxmlformats.org/drawingml/2006/main">
            <a:off x="7315200" y="26670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039"/>
          </a:bodyPr>
          <a:lstStyle xmlns:a="http://schemas.openxmlformats.org/drawingml/2006/main"/>
          <a:p xmlns:a="http://schemas.openxmlformats.org/drawingml/2006/main">
            <a:pPr algn="l">
              <a:lnSpc>
                <a:spcPct val="105000"/>
              </a:lnSpc>
              <a:buNone/>
              <a:defRPr sz="2550" b="1" i="0">
                <a:solidFill>
                  <a:srgbClr val="FFFFFF">
                    <a:alpha val="70000"/>
                  </a:srgbClr>
                </a:solidFill>
                <a:latin typeface="DIN Condensed"/>
                <a:ea typeface="DIN Condensed"/>
                <a:cs typeface="DIN Condensed"/>
              </a:defRPr>
            </a:pPr>
            <a:r>
              <a:rPr sz="2550" b="1" i="0">
                <a:solidFill>
                  <a:srgbClr val="FFFFFF">
                    <a:alpha val="70000"/>
                  </a:srgbClr>
                </a:solidFill>
                <a:latin typeface="DIN Condensed"/>
                <a:ea typeface="DIN Condensed"/>
                <a:cs typeface="DIN Condensed"/>
              </a:rPr>
              <a:t>4</a:t>
            </a:r>
          </a:p>
        </p:txBody>
      </p:sp>
      <p:sp>
        <p:nvSpPr>
          <p:cNvPr id="26" name="">
            <a:extLst xmlns:a="http://schemas.openxmlformats.org/drawingml/2006/main">
              <a:ext uri="{FF2B5EF4-FFF2-40B4-BE49-F238E27FC236}">
                <a16:creationId xmlns:a16="http://schemas.microsoft.com/office/drawing/2014/main" id="{10D1637D-55E4-4B33-9506-8A183A4E57ED}"/>
              </a:ext>
            </a:extLst>
          </p:cNvPr>
          <p:cNvSpPr>
            <a:spLocks xmlns:a="http://schemas.openxmlformats.org/drawingml/2006/main" noGrp="1"/>
          </p:cNvSpPr>
          <p:nvPr/>
        </p:nvSpPr>
        <p:spPr>
          <a:xfrm xmlns:a="http://schemas.openxmlformats.org/drawingml/2006/main">
            <a:off x="7715250" y="2724150"/>
            <a:ext cx="1257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425" b="1" i="0">
                <a:solidFill>
                  <a:srgbClr val="FFFFFF"/>
                </a:solidFill>
                <a:latin typeface="DIN Condensed"/>
                <a:ea typeface="DIN Condensed"/>
                <a:cs typeface="DIN Condensed"/>
              </a:defRPr>
            </a:pPr>
            <a:r>
              <a:rPr sz="1425" b="1" i="0">
                <a:solidFill>
                  <a:srgbClr val="FFFFFF"/>
                </a:solidFill>
                <a:latin typeface="DIN Condensed"/>
                <a:ea typeface="DIN Condensed"/>
                <a:cs typeface="DIN Condensed"/>
              </a:rPr>
              <a:t>PUBLICAR</a:t>
            </a:r>
          </a:p>
        </p:txBody>
      </p:sp>
      <p:sp>
        <p:nvSpPr>
          <p:cNvPr id="27" name="">
            <a:extLst xmlns:a="http://schemas.openxmlformats.org/drawingml/2006/main">
              <a:ext uri="{FF2B5EF4-FFF2-40B4-BE49-F238E27FC236}">
                <a16:creationId xmlns:a16="http://schemas.microsoft.com/office/drawing/2014/main" id="{D33C70FD-6ADB-4B4B-90C1-1969F5CABB9F}"/>
              </a:ext>
            </a:extLst>
          </p:cNvPr>
          <p:cNvSpPr>
            <a:spLocks xmlns:a="http://schemas.openxmlformats.org/drawingml/2006/main" noGrp="1"/>
          </p:cNvSpPr>
          <p:nvPr/>
        </p:nvSpPr>
        <p:spPr>
          <a:xfrm xmlns:a="http://schemas.openxmlformats.org/drawingml/2006/main">
            <a:off x="7315200" y="3181350"/>
            <a:ext cx="1695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FFFFFF"/>
                </a:solidFill>
                <a:latin typeface="Avenir Next"/>
                <a:ea typeface="Avenir Next"/>
                <a:cs typeface="Avenir Next"/>
              </a:defRPr>
            </a:pPr>
            <a:r>
              <a:rPr sz="900" b="1" i="0">
                <a:solidFill>
                  <a:srgbClr val="FFFFFF"/>
                </a:solidFill>
                <a:latin typeface="Avenir Next"/>
                <a:ea typeface="Avenir Next"/>
                <a:cs typeface="Avenir Next"/>
              </a:rPr>
              <a:t>HTTPS seguro + versión</a:t>
            </a:r>
          </a:p>
        </p:txBody>
      </p:sp>
      <p:sp>
        <p:nvSpPr>
          <p:cNvPr id="28" name="">
            <a:extLst xmlns:a="http://schemas.openxmlformats.org/drawingml/2006/main">
              <a:ext uri="{FF2B5EF4-FFF2-40B4-BE49-F238E27FC236}">
                <a16:creationId xmlns:a16="http://schemas.microsoft.com/office/drawing/2014/main" id="{3817FC83-DDD0-416E-ABEF-17DE7E50CE92}"/>
              </a:ext>
            </a:extLst>
          </p:cNvPr>
          <p:cNvSpPr>
            <a:spLocks xmlns:a="http://schemas.openxmlformats.org/drawingml/2006/main" noGrp="1"/>
          </p:cNvSpPr>
          <p:nvPr/>
        </p:nvSpPr>
        <p:spPr>
          <a:xfrm xmlns:a="http://schemas.openxmlformats.org/drawingml/2006/main">
            <a:off x="9372600" y="2533650"/>
            <a:ext cx="1962150" cy="1162050"/>
          </a:xfrm>
          <a:prstGeom xmlns:a="http://schemas.openxmlformats.org/drawingml/2006/main" prst="rect">
            <a:avLst/>
          </a:prstGeom>
          <a:solidFill xmlns:a="http://schemas.openxmlformats.org/drawingml/2006/main">
            <a:srgbClr val="2B0D3B"/>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E943ABD5-B050-478B-B56F-B19AB2B33CD8}"/>
              </a:ext>
            </a:extLst>
          </p:cNvPr>
          <p:cNvSpPr>
            <a:spLocks xmlns:a="http://schemas.openxmlformats.org/drawingml/2006/main" noGrp="1"/>
          </p:cNvSpPr>
          <p:nvPr/>
        </p:nvSpPr>
        <p:spPr>
          <a:xfrm xmlns:a="http://schemas.openxmlformats.org/drawingml/2006/main">
            <a:off x="9505950" y="26670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039"/>
          </a:bodyPr>
          <a:lstStyle xmlns:a="http://schemas.openxmlformats.org/drawingml/2006/main"/>
          <a:p xmlns:a="http://schemas.openxmlformats.org/drawingml/2006/main">
            <a:pPr algn="l">
              <a:lnSpc>
                <a:spcPct val="105000"/>
              </a:lnSpc>
              <a:buNone/>
              <a:defRPr sz="2550" b="1" i="0">
                <a:solidFill>
                  <a:srgbClr val="FFFFFF">
                    <a:alpha val="70000"/>
                  </a:srgbClr>
                </a:solidFill>
                <a:latin typeface="DIN Condensed"/>
                <a:ea typeface="DIN Condensed"/>
                <a:cs typeface="DIN Condensed"/>
              </a:defRPr>
            </a:pPr>
            <a:r>
              <a:rPr sz="2550" b="1" i="0">
                <a:solidFill>
                  <a:srgbClr val="FFFFFF">
                    <a:alpha val="70000"/>
                  </a:srgbClr>
                </a:solidFill>
                <a:latin typeface="DIN Condensed"/>
                <a:ea typeface="DIN Condensed"/>
                <a:cs typeface="DIN Condensed"/>
              </a:rPr>
              <a:t>5</a:t>
            </a:r>
          </a:p>
        </p:txBody>
      </p:sp>
      <p:sp>
        <p:nvSpPr>
          <p:cNvPr id="30" name="">
            <a:extLst xmlns:a="http://schemas.openxmlformats.org/drawingml/2006/main">
              <a:ext uri="{FF2B5EF4-FFF2-40B4-BE49-F238E27FC236}">
                <a16:creationId xmlns:a16="http://schemas.microsoft.com/office/drawing/2014/main" id="{5E2367AE-2EC7-4692-A655-EFD56D714530}"/>
              </a:ext>
            </a:extLst>
          </p:cNvPr>
          <p:cNvSpPr>
            <a:spLocks xmlns:a="http://schemas.openxmlformats.org/drawingml/2006/main" noGrp="1"/>
          </p:cNvSpPr>
          <p:nvPr/>
        </p:nvSpPr>
        <p:spPr>
          <a:xfrm xmlns:a="http://schemas.openxmlformats.org/drawingml/2006/main">
            <a:off x="9906000" y="2724150"/>
            <a:ext cx="1257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425" b="1" i="0">
                <a:solidFill>
                  <a:srgbClr val="FFFFFF"/>
                </a:solidFill>
                <a:latin typeface="DIN Condensed"/>
                <a:ea typeface="DIN Condensed"/>
                <a:cs typeface="DIN Condensed"/>
              </a:defRPr>
            </a:pPr>
            <a:r>
              <a:rPr sz="1425" b="1" i="0">
                <a:solidFill>
                  <a:srgbClr val="FFFFFF"/>
                </a:solidFill>
                <a:latin typeface="DIN Condensed"/>
                <a:ea typeface="DIN Condensed"/>
                <a:cs typeface="DIN Condensed"/>
              </a:rPr>
              <a:t>CACHEAR</a:t>
            </a:r>
          </a:p>
        </p:txBody>
      </p:sp>
      <p:sp>
        <p:nvSpPr>
          <p:cNvPr id="31" name="">
            <a:extLst xmlns:a="http://schemas.openxmlformats.org/drawingml/2006/main">
              <a:ext uri="{FF2B5EF4-FFF2-40B4-BE49-F238E27FC236}">
                <a16:creationId xmlns:a16="http://schemas.microsoft.com/office/drawing/2014/main" id="{D3CC3332-2D18-435F-AEC3-47AAD6B5E9B5}"/>
              </a:ext>
            </a:extLst>
          </p:cNvPr>
          <p:cNvSpPr>
            <a:spLocks xmlns:a="http://schemas.openxmlformats.org/drawingml/2006/main" noGrp="1"/>
          </p:cNvSpPr>
          <p:nvPr/>
        </p:nvSpPr>
        <p:spPr>
          <a:xfrm xmlns:a="http://schemas.openxmlformats.org/drawingml/2006/main">
            <a:off x="9505950" y="3181350"/>
            <a:ext cx="1695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FFFFFF"/>
                </a:solidFill>
                <a:latin typeface="Avenir Next"/>
                <a:ea typeface="Avenir Next"/>
                <a:cs typeface="Avenir Next"/>
              </a:defRPr>
            </a:pPr>
            <a:r>
              <a:rPr sz="900" b="1" i="0">
                <a:solidFill>
                  <a:srgbClr val="FFFFFF"/>
                </a:solidFill>
                <a:latin typeface="Avenir Next"/>
                <a:ea typeface="Avenir Next"/>
                <a:cs typeface="Avenir Next"/>
              </a:rPr>
              <a:t>última versión disponible</a:t>
            </a:r>
          </a:p>
        </p:txBody>
      </p:sp>
      <p:sp>
        <p:nvSpPr>
          <p:cNvPr id="32" name="">
            <a:extLst xmlns:a="http://schemas.openxmlformats.org/drawingml/2006/main">
              <a:ext uri="{FF2B5EF4-FFF2-40B4-BE49-F238E27FC236}">
                <a16:creationId xmlns:a16="http://schemas.microsoft.com/office/drawing/2014/main" id="{3F1F2522-D173-44E1-98C5-796E54C2F88D}"/>
              </a:ext>
            </a:extLst>
          </p:cNvPr>
          <p:cNvSpPr>
            <a:spLocks xmlns:a="http://schemas.openxmlformats.org/drawingml/2006/main" noGrp="1"/>
          </p:cNvSpPr>
          <p:nvPr/>
        </p:nvSpPr>
        <p:spPr>
          <a:xfrm xmlns:a="http://schemas.openxmlformats.org/drawingml/2006/main">
            <a:off x="609600" y="4095750"/>
            <a:ext cx="2571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E72D78"/>
                </a:solidFill>
                <a:latin typeface="Avenir Next"/>
                <a:ea typeface="Avenir Next"/>
                <a:cs typeface="Avenir Next"/>
              </a:defRPr>
            </a:pPr>
            <a:r>
              <a:rPr sz="825" b="1" i="0">
                <a:solidFill>
                  <a:srgbClr val="E72D78"/>
                </a:solidFill>
                <a:latin typeface="Avenir Next"/>
                <a:ea typeface="Avenir Next"/>
                <a:cs typeface="Avenir Next"/>
              </a:rPr>
              <a:t>DATO</a:t>
            </a:r>
          </a:p>
        </p:txBody>
      </p:sp>
      <p:sp>
        <p:nvSpPr>
          <p:cNvPr id="33" name="">
            <a:extLst xmlns:a="http://schemas.openxmlformats.org/drawingml/2006/main">
              <a:ext uri="{FF2B5EF4-FFF2-40B4-BE49-F238E27FC236}">
                <a16:creationId xmlns:a16="http://schemas.microsoft.com/office/drawing/2014/main" id="{88882A88-C434-4B60-A23B-4777E6EA54FE}"/>
              </a:ext>
            </a:extLst>
          </p:cNvPr>
          <p:cNvSpPr>
            <a:spLocks xmlns:a="http://schemas.openxmlformats.org/drawingml/2006/main" noGrp="1"/>
          </p:cNvSpPr>
          <p:nvPr/>
        </p:nvSpPr>
        <p:spPr>
          <a:xfrm xmlns:a="http://schemas.openxmlformats.org/drawingml/2006/main">
            <a:off x="3429000" y="4095750"/>
            <a:ext cx="3333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FF6A1A"/>
                </a:solidFill>
                <a:latin typeface="Avenir Next"/>
                <a:ea typeface="Avenir Next"/>
                <a:cs typeface="Avenir Next"/>
              </a:defRPr>
            </a:pPr>
            <a:r>
              <a:rPr sz="825" b="1" i="0">
                <a:solidFill>
                  <a:srgbClr val="FF6A1A"/>
                </a:solidFill>
                <a:latin typeface="Avenir Next"/>
                <a:ea typeface="Avenir Next"/>
                <a:cs typeface="Avenir Next"/>
              </a:rPr>
              <a:t>FUENTE</a:t>
            </a:r>
          </a:p>
        </p:txBody>
      </p:sp>
      <p:sp>
        <p:nvSpPr>
          <p:cNvPr id="34" name="">
            <a:extLst xmlns:a="http://schemas.openxmlformats.org/drawingml/2006/main">
              <a:ext uri="{FF2B5EF4-FFF2-40B4-BE49-F238E27FC236}">
                <a16:creationId xmlns:a16="http://schemas.microsoft.com/office/drawing/2014/main" id="{B3934FFD-5FB2-4C6C-BF5B-212749248D87}"/>
              </a:ext>
            </a:extLst>
          </p:cNvPr>
          <p:cNvSpPr>
            <a:spLocks xmlns:a="http://schemas.openxmlformats.org/drawingml/2006/main" noGrp="1"/>
          </p:cNvSpPr>
          <p:nvPr/>
        </p:nvSpPr>
        <p:spPr>
          <a:xfrm xmlns:a="http://schemas.openxmlformats.org/drawingml/2006/main">
            <a:off x="7181850" y="409575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00AFA0"/>
                </a:solidFill>
                <a:latin typeface="Avenir Next"/>
                <a:ea typeface="Avenir Next"/>
                <a:cs typeface="Avenir Next"/>
              </a:defRPr>
            </a:pPr>
            <a:r>
              <a:rPr sz="825" b="1" i="0">
                <a:solidFill>
                  <a:srgbClr val="00AFA0"/>
                </a:solidFill>
                <a:latin typeface="Avenir Next"/>
                <a:ea typeface="Avenir Next"/>
                <a:cs typeface="Avenir Next"/>
              </a:rPr>
              <a:t>APRUEBA</a:t>
            </a:r>
          </a:p>
        </p:txBody>
      </p:sp>
      <p:sp>
        <p:nvSpPr>
          <p:cNvPr id="35" name="">
            <a:extLst xmlns:a="http://schemas.openxmlformats.org/drawingml/2006/main">
              <a:ext uri="{FF2B5EF4-FFF2-40B4-BE49-F238E27FC236}">
                <a16:creationId xmlns:a16="http://schemas.microsoft.com/office/drawing/2014/main" id="{FE0124B3-D275-445F-891E-D3F3AE960429}"/>
              </a:ext>
            </a:extLst>
          </p:cNvPr>
          <p:cNvSpPr>
            <a:spLocks xmlns:a="http://schemas.openxmlformats.org/drawingml/2006/main" noGrp="1"/>
          </p:cNvSpPr>
          <p:nvPr/>
        </p:nvSpPr>
        <p:spPr>
          <a:xfrm xmlns:a="http://schemas.openxmlformats.org/drawingml/2006/main">
            <a:off x="609600" y="4343400"/>
            <a:ext cx="2571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25112C"/>
                </a:solidFill>
                <a:latin typeface="Avenir Next"/>
                <a:ea typeface="Avenir Next"/>
                <a:cs typeface="Avenir Next"/>
              </a:defRPr>
            </a:pPr>
            <a:r>
              <a:rPr sz="900" b="1" i="0">
                <a:solidFill>
                  <a:srgbClr val="25112C"/>
                </a:solidFill>
                <a:latin typeface="Avenir Next"/>
                <a:ea typeface="Avenir Next"/>
                <a:cs typeface="Avenir Next"/>
              </a:rPr>
              <a:t>GEOMETRÍA Y ZONAS</a:t>
            </a:r>
          </a:p>
        </p:txBody>
      </p:sp>
      <p:sp>
        <p:nvSpPr>
          <p:cNvPr id="36" name="">
            <a:extLst xmlns:a="http://schemas.openxmlformats.org/drawingml/2006/main">
              <a:ext uri="{FF2B5EF4-FFF2-40B4-BE49-F238E27FC236}">
                <a16:creationId xmlns:a16="http://schemas.microsoft.com/office/drawing/2014/main" id="{F7926109-C79C-4363-9837-D9965AE0486F}"/>
              </a:ext>
            </a:extLst>
          </p:cNvPr>
          <p:cNvSpPr>
            <a:spLocks xmlns:a="http://schemas.openxmlformats.org/drawingml/2006/main" noGrp="1"/>
          </p:cNvSpPr>
          <p:nvPr/>
        </p:nvSpPr>
        <p:spPr>
          <a:xfrm xmlns:a="http://schemas.openxmlformats.org/drawingml/2006/main">
            <a:off x="3429000" y="4343400"/>
            <a:ext cx="3333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0" i="0">
                <a:solidFill>
                  <a:srgbClr val="6D6470"/>
                </a:solidFill>
                <a:latin typeface="Avenir Next"/>
                <a:ea typeface="Avenir Next"/>
                <a:cs typeface="Avenir Next"/>
              </a:defRPr>
            </a:pPr>
            <a:r>
              <a:rPr sz="900" b="0" i="0">
                <a:solidFill>
                  <a:srgbClr val="6D6470"/>
                </a:solidFill>
                <a:latin typeface="Avenir Next"/>
                <a:ea typeface="Avenir Next"/>
                <a:cs typeface="Avenir Next"/>
              </a:rPr>
              <a:t>plano operativo</a:t>
            </a:r>
          </a:p>
        </p:txBody>
      </p:sp>
      <p:sp>
        <p:nvSpPr>
          <p:cNvPr id="37" name="">
            <a:extLst xmlns:a="http://schemas.openxmlformats.org/drawingml/2006/main">
              <a:ext uri="{FF2B5EF4-FFF2-40B4-BE49-F238E27FC236}">
                <a16:creationId xmlns:a16="http://schemas.microsoft.com/office/drawing/2014/main" id="{F61DFDDB-C8F1-4FC5-B60A-381CA71201EE}"/>
              </a:ext>
            </a:extLst>
          </p:cNvPr>
          <p:cNvSpPr>
            <a:spLocks xmlns:a="http://schemas.openxmlformats.org/drawingml/2006/main" noGrp="1"/>
          </p:cNvSpPr>
          <p:nvPr/>
        </p:nvSpPr>
        <p:spPr>
          <a:xfrm xmlns:a="http://schemas.openxmlformats.org/drawingml/2006/main">
            <a:off x="7181850" y="43434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25112C"/>
                </a:solidFill>
                <a:latin typeface="Avenir Next"/>
                <a:ea typeface="Avenir Next"/>
                <a:cs typeface="Avenir Next"/>
              </a:defRPr>
            </a:pPr>
            <a:r>
              <a:rPr sz="900" b="1" i="0">
                <a:solidFill>
                  <a:srgbClr val="25112C"/>
                </a:solidFill>
                <a:latin typeface="Avenir Next"/>
                <a:ea typeface="Avenir Next"/>
                <a:cs typeface="Avenir Next"/>
              </a:rPr>
              <a:t>producción + seguridad</a:t>
            </a:r>
          </a:p>
        </p:txBody>
      </p:sp>
      <p:sp>
        <p:nvSpPr>
          <p:cNvPr id="38" name="">
            <a:extLst xmlns:a="http://schemas.openxmlformats.org/drawingml/2006/main">
              <a:ext uri="{FF2B5EF4-FFF2-40B4-BE49-F238E27FC236}">
                <a16:creationId xmlns:a16="http://schemas.microsoft.com/office/drawing/2014/main" id="{432EDA0B-2445-43D4-A465-6817134ABF8B}"/>
              </a:ext>
            </a:extLst>
          </p:cNvPr>
          <p:cNvSpPr>
            <a:spLocks xmlns:a="http://schemas.openxmlformats.org/drawingml/2006/main" noGrp="1"/>
          </p:cNvSpPr>
          <p:nvPr/>
        </p:nvSpPr>
        <p:spPr>
          <a:xfrm xmlns:a="http://schemas.openxmlformats.org/drawingml/2006/main">
            <a:off x="609600" y="4552950"/>
            <a:ext cx="10744200" cy="9525"/>
          </a:xfrm>
          <a:prstGeom xmlns:a="http://schemas.openxmlformats.org/drawingml/2006/main" prst="rect">
            <a:avLst/>
          </a:prstGeom>
          <a:solidFill xmlns:a="http://schemas.openxmlformats.org/drawingml/2006/main">
            <a:srgbClr val="25112C">
              <a:alpha val="10000"/>
            </a:srgbClr>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172A1EC2-2C5A-44E4-BE2B-D44CED84934C}"/>
              </a:ext>
            </a:extLst>
          </p:cNvPr>
          <p:cNvSpPr>
            <a:spLocks xmlns:a="http://schemas.openxmlformats.org/drawingml/2006/main" noGrp="1"/>
          </p:cNvSpPr>
          <p:nvPr/>
        </p:nvSpPr>
        <p:spPr>
          <a:xfrm xmlns:a="http://schemas.openxmlformats.org/drawingml/2006/main">
            <a:off x="609600" y="4591050"/>
            <a:ext cx="2571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25112C"/>
                </a:solidFill>
                <a:latin typeface="Avenir Next"/>
                <a:ea typeface="Avenir Next"/>
                <a:cs typeface="Avenir Next"/>
              </a:defRPr>
            </a:pPr>
            <a:r>
              <a:rPr sz="900" b="1" i="0">
                <a:solidFill>
                  <a:srgbClr val="25112C"/>
                </a:solidFill>
                <a:latin typeface="Avenir Next"/>
                <a:ea typeface="Avenir Next"/>
                <a:cs typeface="Avenir Next"/>
              </a:rPr>
              <a:t>SERVICIOS</a:t>
            </a:r>
          </a:p>
        </p:txBody>
      </p:sp>
      <p:sp>
        <p:nvSpPr>
          <p:cNvPr id="40" name="">
            <a:extLst xmlns:a="http://schemas.openxmlformats.org/drawingml/2006/main">
              <a:ext uri="{FF2B5EF4-FFF2-40B4-BE49-F238E27FC236}">
                <a16:creationId xmlns:a16="http://schemas.microsoft.com/office/drawing/2014/main" id="{F5039C09-4266-4B48-B883-5EF44D22A21E}"/>
              </a:ext>
            </a:extLst>
          </p:cNvPr>
          <p:cNvSpPr>
            <a:spLocks xmlns:a="http://schemas.openxmlformats.org/drawingml/2006/main" noGrp="1"/>
          </p:cNvSpPr>
          <p:nvPr/>
        </p:nvSpPr>
        <p:spPr>
          <a:xfrm xmlns:a="http://schemas.openxmlformats.org/drawingml/2006/main">
            <a:off x="3429000" y="4591050"/>
            <a:ext cx="3333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0" i="0">
                <a:solidFill>
                  <a:srgbClr val="6D6470"/>
                </a:solidFill>
                <a:latin typeface="Avenir Next"/>
                <a:ea typeface="Avenir Next"/>
                <a:cs typeface="Avenir Next"/>
              </a:defRPr>
            </a:pPr>
            <a:r>
              <a:rPr sz="900" b="0" i="0">
                <a:solidFill>
                  <a:srgbClr val="6D6470"/>
                </a:solidFill>
                <a:latin typeface="Avenir Next"/>
                <a:ea typeface="Avenir Next"/>
                <a:cs typeface="Avenir Next"/>
              </a:rPr>
              <a:t>inventario georreferenciado</a:t>
            </a:r>
          </a:p>
        </p:txBody>
      </p:sp>
      <p:sp>
        <p:nvSpPr>
          <p:cNvPr id="41" name="">
            <a:extLst xmlns:a="http://schemas.openxmlformats.org/drawingml/2006/main">
              <a:ext uri="{FF2B5EF4-FFF2-40B4-BE49-F238E27FC236}">
                <a16:creationId xmlns:a16="http://schemas.microsoft.com/office/drawing/2014/main" id="{B532D328-60A1-41D0-B980-83AC294A5150}"/>
              </a:ext>
            </a:extLst>
          </p:cNvPr>
          <p:cNvSpPr>
            <a:spLocks xmlns:a="http://schemas.openxmlformats.org/drawingml/2006/main" noGrp="1"/>
          </p:cNvSpPr>
          <p:nvPr/>
        </p:nvSpPr>
        <p:spPr>
          <a:xfrm xmlns:a="http://schemas.openxmlformats.org/drawingml/2006/main">
            <a:off x="7181850" y="459105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25112C"/>
                </a:solidFill>
                <a:latin typeface="Avenir Next"/>
                <a:ea typeface="Avenir Next"/>
                <a:cs typeface="Avenir Next"/>
              </a:defRPr>
            </a:pPr>
            <a:r>
              <a:rPr sz="900" b="1" i="0">
                <a:solidFill>
                  <a:srgbClr val="25112C"/>
                </a:solidFill>
                <a:latin typeface="Avenir Next"/>
                <a:ea typeface="Avenir Next"/>
                <a:cs typeface="Avenir Next"/>
              </a:rPr>
              <a:t>operaciones + servicio</a:t>
            </a:r>
          </a:p>
        </p:txBody>
      </p:sp>
      <p:sp>
        <p:nvSpPr>
          <p:cNvPr id="42" name="">
            <a:extLst xmlns:a="http://schemas.openxmlformats.org/drawingml/2006/main">
              <a:ext uri="{FF2B5EF4-FFF2-40B4-BE49-F238E27FC236}">
                <a16:creationId xmlns:a16="http://schemas.microsoft.com/office/drawing/2014/main" id="{535F78B8-EBC5-4A74-8867-CDDFD3793E27}"/>
              </a:ext>
            </a:extLst>
          </p:cNvPr>
          <p:cNvSpPr>
            <a:spLocks xmlns:a="http://schemas.openxmlformats.org/drawingml/2006/main" noGrp="1"/>
          </p:cNvSpPr>
          <p:nvPr/>
        </p:nvSpPr>
        <p:spPr>
          <a:xfrm xmlns:a="http://schemas.openxmlformats.org/drawingml/2006/main">
            <a:off x="609600" y="4800600"/>
            <a:ext cx="10744200" cy="9525"/>
          </a:xfrm>
          <a:prstGeom xmlns:a="http://schemas.openxmlformats.org/drawingml/2006/main" prst="rect">
            <a:avLst/>
          </a:prstGeom>
          <a:solidFill xmlns:a="http://schemas.openxmlformats.org/drawingml/2006/main">
            <a:srgbClr val="25112C">
              <a:alpha val="10000"/>
            </a:srgbClr>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87608524-7219-41D6-B23D-BD943B150E4F}"/>
              </a:ext>
            </a:extLst>
          </p:cNvPr>
          <p:cNvSpPr>
            <a:spLocks xmlns:a="http://schemas.openxmlformats.org/drawingml/2006/main" noGrp="1"/>
          </p:cNvSpPr>
          <p:nvPr/>
        </p:nvSpPr>
        <p:spPr>
          <a:xfrm xmlns:a="http://schemas.openxmlformats.org/drawingml/2006/main">
            <a:off x="609600" y="4838700"/>
            <a:ext cx="2571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25112C"/>
                </a:solidFill>
                <a:latin typeface="Avenir Next"/>
                <a:ea typeface="Avenir Next"/>
                <a:cs typeface="Avenir Next"/>
              </a:defRPr>
            </a:pPr>
            <a:r>
              <a:rPr sz="900" b="1" i="0">
                <a:solidFill>
                  <a:srgbClr val="25112C"/>
                </a:solidFill>
                <a:latin typeface="Avenir Next"/>
                <a:ea typeface="Avenir Next"/>
                <a:cs typeface="Avenir Next"/>
              </a:rPr>
              <a:t>AGENDA</a:t>
            </a:r>
          </a:p>
        </p:txBody>
      </p:sp>
      <p:sp>
        <p:nvSpPr>
          <p:cNvPr id="44" name="">
            <a:extLst xmlns:a="http://schemas.openxmlformats.org/drawingml/2006/main">
              <a:ext uri="{FF2B5EF4-FFF2-40B4-BE49-F238E27FC236}">
                <a16:creationId xmlns:a16="http://schemas.microsoft.com/office/drawing/2014/main" id="{8ABD8231-0E5F-4FC6-B4AD-EC337063BA63}"/>
              </a:ext>
            </a:extLst>
          </p:cNvPr>
          <p:cNvSpPr>
            <a:spLocks xmlns:a="http://schemas.openxmlformats.org/drawingml/2006/main" noGrp="1"/>
          </p:cNvSpPr>
          <p:nvPr/>
        </p:nvSpPr>
        <p:spPr>
          <a:xfrm xmlns:a="http://schemas.openxmlformats.org/drawingml/2006/main">
            <a:off x="3429000" y="4838700"/>
            <a:ext cx="3333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0" i="0">
                <a:solidFill>
                  <a:srgbClr val="6D6470"/>
                </a:solidFill>
                <a:latin typeface="Avenir Next"/>
                <a:ea typeface="Avenir Next"/>
                <a:cs typeface="Avenir Next"/>
              </a:defRPr>
            </a:pPr>
            <a:r>
              <a:rPr sz="900" b="0" i="0">
                <a:solidFill>
                  <a:srgbClr val="6D6470"/>
                </a:solidFill>
                <a:latin typeface="Avenir Next"/>
                <a:ea typeface="Avenir Next"/>
                <a:cs typeface="Avenir Next"/>
              </a:rPr>
              <a:t>programación maestra</a:t>
            </a:r>
          </a:p>
        </p:txBody>
      </p:sp>
      <p:sp>
        <p:nvSpPr>
          <p:cNvPr id="45" name="">
            <a:extLst xmlns:a="http://schemas.openxmlformats.org/drawingml/2006/main">
              <a:ext uri="{FF2B5EF4-FFF2-40B4-BE49-F238E27FC236}">
                <a16:creationId xmlns:a16="http://schemas.microsoft.com/office/drawing/2014/main" id="{C58CC7A1-945B-44FA-8496-A57CEAF455F8}"/>
              </a:ext>
            </a:extLst>
          </p:cNvPr>
          <p:cNvSpPr>
            <a:spLocks xmlns:a="http://schemas.openxmlformats.org/drawingml/2006/main" noGrp="1"/>
          </p:cNvSpPr>
          <p:nvPr/>
        </p:nvSpPr>
        <p:spPr>
          <a:xfrm xmlns:a="http://schemas.openxmlformats.org/drawingml/2006/main">
            <a:off x="7181850" y="4838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25112C"/>
                </a:solidFill>
                <a:latin typeface="Avenir Next"/>
                <a:ea typeface="Avenir Next"/>
                <a:cs typeface="Avenir Next"/>
              </a:defRPr>
            </a:pPr>
            <a:r>
              <a:rPr sz="900" b="1" i="0">
                <a:solidFill>
                  <a:srgbClr val="25112C"/>
                </a:solidFill>
                <a:latin typeface="Avenir Next"/>
                <a:ea typeface="Avenir Next"/>
                <a:cs typeface="Avenir Next"/>
              </a:rPr>
              <a:t>programación + producción</a:t>
            </a:r>
          </a:p>
        </p:txBody>
      </p:sp>
      <p:sp>
        <p:nvSpPr>
          <p:cNvPr id="46" name="">
            <a:extLst xmlns:a="http://schemas.openxmlformats.org/drawingml/2006/main">
              <a:ext uri="{FF2B5EF4-FFF2-40B4-BE49-F238E27FC236}">
                <a16:creationId xmlns:a16="http://schemas.microsoft.com/office/drawing/2014/main" id="{AF39542D-508D-48B0-97F2-BB3EDA93D88D}"/>
              </a:ext>
            </a:extLst>
          </p:cNvPr>
          <p:cNvSpPr>
            <a:spLocks xmlns:a="http://schemas.openxmlformats.org/drawingml/2006/main" noGrp="1"/>
          </p:cNvSpPr>
          <p:nvPr/>
        </p:nvSpPr>
        <p:spPr>
          <a:xfrm xmlns:a="http://schemas.openxmlformats.org/drawingml/2006/main">
            <a:off x="609600" y="5048250"/>
            <a:ext cx="10744200" cy="9525"/>
          </a:xfrm>
          <a:prstGeom xmlns:a="http://schemas.openxmlformats.org/drawingml/2006/main" prst="rect">
            <a:avLst/>
          </a:prstGeom>
          <a:solidFill xmlns:a="http://schemas.openxmlformats.org/drawingml/2006/main">
            <a:srgbClr val="25112C">
              <a:alpha val="10000"/>
            </a:srgbClr>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8FE41294-8692-4BA1-8047-2A335C0D8F26}"/>
              </a:ext>
            </a:extLst>
          </p:cNvPr>
          <p:cNvSpPr>
            <a:spLocks xmlns:a="http://schemas.openxmlformats.org/drawingml/2006/main" noGrp="1"/>
          </p:cNvSpPr>
          <p:nvPr/>
        </p:nvSpPr>
        <p:spPr>
          <a:xfrm xmlns:a="http://schemas.openxmlformats.org/drawingml/2006/main">
            <a:off x="609600" y="5086350"/>
            <a:ext cx="2571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25112C"/>
                </a:solidFill>
                <a:latin typeface="Avenir Next"/>
                <a:ea typeface="Avenir Next"/>
                <a:cs typeface="Avenir Next"/>
              </a:defRPr>
            </a:pPr>
            <a:r>
              <a:rPr sz="900" b="1" i="0">
                <a:solidFill>
                  <a:srgbClr val="25112C"/>
                </a:solidFill>
                <a:latin typeface="Avenir Next"/>
                <a:ea typeface="Avenir Next"/>
                <a:cs typeface="Avenir Next"/>
              </a:rPr>
              <a:t>PRECIOS / INCLUSIONES</a:t>
            </a:r>
          </a:p>
        </p:txBody>
      </p:sp>
      <p:sp>
        <p:nvSpPr>
          <p:cNvPr id="48" name="">
            <a:extLst xmlns:a="http://schemas.openxmlformats.org/drawingml/2006/main">
              <a:ext uri="{FF2B5EF4-FFF2-40B4-BE49-F238E27FC236}">
                <a16:creationId xmlns:a16="http://schemas.microsoft.com/office/drawing/2014/main" id="{7E726436-065B-4C32-8994-62EAB5E7F394}"/>
              </a:ext>
            </a:extLst>
          </p:cNvPr>
          <p:cNvSpPr>
            <a:spLocks xmlns:a="http://schemas.openxmlformats.org/drawingml/2006/main" noGrp="1"/>
          </p:cNvSpPr>
          <p:nvPr/>
        </p:nvSpPr>
        <p:spPr>
          <a:xfrm xmlns:a="http://schemas.openxmlformats.org/drawingml/2006/main">
            <a:off x="3429000" y="5086350"/>
            <a:ext cx="3333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0" i="0">
                <a:solidFill>
                  <a:srgbClr val="6D6470"/>
                </a:solidFill>
                <a:latin typeface="Avenir Next"/>
                <a:ea typeface="Avenir Next"/>
                <a:cs typeface="Avenir Next"/>
              </a:defRPr>
            </a:pPr>
            <a:r>
              <a:rPr sz="900" b="0" i="0">
                <a:solidFill>
                  <a:srgbClr val="6D6470"/>
                </a:solidFill>
                <a:latin typeface="Avenir Next"/>
                <a:ea typeface="Avenir Next"/>
                <a:cs typeface="Avenir Next"/>
              </a:rPr>
              <a:t>matriz comercial</a:t>
            </a:r>
          </a:p>
        </p:txBody>
      </p:sp>
      <p:sp>
        <p:nvSpPr>
          <p:cNvPr id="49" name="">
            <a:extLst xmlns:a="http://schemas.openxmlformats.org/drawingml/2006/main">
              <a:ext uri="{FF2B5EF4-FFF2-40B4-BE49-F238E27FC236}">
                <a16:creationId xmlns:a16="http://schemas.microsoft.com/office/drawing/2014/main" id="{FBF2EBA3-8A09-4E19-8E22-54E892AB8E89}"/>
              </a:ext>
            </a:extLst>
          </p:cNvPr>
          <p:cNvSpPr>
            <a:spLocks xmlns:a="http://schemas.openxmlformats.org/drawingml/2006/main" noGrp="1"/>
          </p:cNvSpPr>
          <p:nvPr/>
        </p:nvSpPr>
        <p:spPr>
          <a:xfrm xmlns:a="http://schemas.openxmlformats.org/drawingml/2006/main">
            <a:off x="7181850" y="508635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25112C"/>
                </a:solidFill>
                <a:latin typeface="Avenir Next"/>
                <a:ea typeface="Avenir Next"/>
                <a:cs typeface="Avenir Next"/>
              </a:defRPr>
            </a:pPr>
            <a:r>
              <a:rPr sz="900" b="1" i="0">
                <a:solidFill>
                  <a:srgbClr val="25112C"/>
                </a:solidFill>
                <a:latin typeface="Avenir Next"/>
                <a:ea typeface="Avenir Next"/>
                <a:cs typeface="Avenir Next"/>
              </a:rPr>
              <a:t>ventas + finanzas</a:t>
            </a:r>
          </a:p>
        </p:txBody>
      </p:sp>
      <p:sp>
        <p:nvSpPr>
          <p:cNvPr id="50" name="">
            <a:extLst xmlns:a="http://schemas.openxmlformats.org/drawingml/2006/main">
              <a:ext uri="{FF2B5EF4-FFF2-40B4-BE49-F238E27FC236}">
                <a16:creationId xmlns:a16="http://schemas.microsoft.com/office/drawing/2014/main" id="{8F17E938-F994-49AE-8FE5-4A626AE3C639}"/>
              </a:ext>
            </a:extLst>
          </p:cNvPr>
          <p:cNvSpPr>
            <a:spLocks xmlns:a="http://schemas.openxmlformats.org/drawingml/2006/main" noGrp="1"/>
          </p:cNvSpPr>
          <p:nvPr/>
        </p:nvSpPr>
        <p:spPr>
          <a:xfrm xmlns:a="http://schemas.openxmlformats.org/drawingml/2006/main">
            <a:off x="609600" y="5295900"/>
            <a:ext cx="10744200" cy="9525"/>
          </a:xfrm>
          <a:prstGeom xmlns:a="http://schemas.openxmlformats.org/drawingml/2006/main" prst="rect">
            <a:avLst/>
          </a:prstGeom>
          <a:solidFill xmlns:a="http://schemas.openxmlformats.org/drawingml/2006/main">
            <a:srgbClr val="25112C">
              <a:alpha val="10000"/>
            </a:srgbClr>
          </a:solidFill>
          <a:ln xmlns:a="http://schemas.openxmlformats.org/drawingml/2006/main" w="0">
            <a:noFill/>
            <a:prstDash val="solid"/>
          </a:ln>
        </p:spPr>
      </p:sp>
      <p:sp>
        <p:nvSpPr>
          <p:cNvPr id="51" name="">
            <a:extLst xmlns:a="http://schemas.openxmlformats.org/drawingml/2006/main">
              <a:ext uri="{FF2B5EF4-FFF2-40B4-BE49-F238E27FC236}">
                <a16:creationId xmlns:a16="http://schemas.microsoft.com/office/drawing/2014/main" id="{79F147C7-F23F-463A-A8E4-563ADB1F3B62}"/>
              </a:ext>
            </a:extLst>
          </p:cNvPr>
          <p:cNvSpPr>
            <a:spLocks xmlns:a="http://schemas.openxmlformats.org/drawingml/2006/main" noGrp="1"/>
          </p:cNvSpPr>
          <p:nvPr/>
        </p:nvSpPr>
        <p:spPr>
          <a:xfrm xmlns:a="http://schemas.openxmlformats.org/drawingml/2006/main">
            <a:off x="609600" y="5334000"/>
            <a:ext cx="2571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25112C"/>
                </a:solidFill>
                <a:latin typeface="Avenir Next"/>
                <a:ea typeface="Avenir Next"/>
                <a:cs typeface="Avenir Next"/>
              </a:defRPr>
            </a:pPr>
            <a:r>
              <a:rPr sz="900" b="1" i="0">
                <a:solidFill>
                  <a:srgbClr val="25112C"/>
                </a:solidFill>
                <a:latin typeface="Avenir Next"/>
                <a:ea typeface="Avenir Next"/>
                <a:cs typeface="Avenir Next"/>
              </a:rPr>
              <a:t>PARQUEADEROS / MOVILIDAD</a:t>
            </a:r>
          </a:p>
        </p:txBody>
      </p:sp>
      <p:sp>
        <p:nvSpPr>
          <p:cNvPr id="52" name="">
            <a:extLst xmlns:a="http://schemas.openxmlformats.org/drawingml/2006/main">
              <a:ext uri="{FF2B5EF4-FFF2-40B4-BE49-F238E27FC236}">
                <a16:creationId xmlns:a16="http://schemas.microsoft.com/office/drawing/2014/main" id="{B58BEB7F-0277-4E36-83BA-F77EA0FD045D}"/>
              </a:ext>
            </a:extLst>
          </p:cNvPr>
          <p:cNvSpPr>
            <a:spLocks xmlns:a="http://schemas.openxmlformats.org/drawingml/2006/main" noGrp="1"/>
          </p:cNvSpPr>
          <p:nvPr/>
        </p:nvSpPr>
        <p:spPr>
          <a:xfrm xmlns:a="http://schemas.openxmlformats.org/drawingml/2006/main">
            <a:off x="3429000" y="5334000"/>
            <a:ext cx="3333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0" i="0">
                <a:solidFill>
                  <a:srgbClr val="6D6470"/>
                </a:solidFill>
                <a:latin typeface="Avenir Next"/>
                <a:ea typeface="Avenir Next"/>
                <a:cs typeface="Avenir Next"/>
              </a:defRPr>
            </a:pPr>
            <a:r>
              <a:rPr sz="900" b="0" i="0">
                <a:solidFill>
                  <a:srgbClr val="6D6470"/>
                </a:solidFill>
                <a:latin typeface="Avenir Next"/>
                <a:ea typeface="Avenir Next"/>
                <a:cs typeface="Avenir Next"/>
              </a:rPr>
              <a:t>plan de movilidad</a:t>
            </a:r>
          </a:p>
        </p:txBody>
      </p:sp>
      <p:sp>
        <p:nvSpPr>
          <p:cNvPr id="53" name="">
            <a:extLst xmlns:a="http://schemas.openxmlformats.org/drawingml/2006/main">
              <a:ext uri="{FF2B5EF4-FFF2-40B4-BE49-F238E27FC236}">
                <a16:creationId xmlns:a16="http://schemas.microsoft.com/office/drawing/2014/main" id="{84C1B997-02E0-45F7-BD70-5BB529597865}"/>
              </a:ext>
            </a:extLst>
          </p:cNvPr>
          <p:cNvSpPr>
            <a:spLocks xmlns:a="http://schemas.openxmlformats.org/drawingml/2006/main" noGrp="1"/>
          </p:cNvSpPr>
          <p:nvPr/>
        </p:nvSpPr>
        <p:spPr>
          <a:xfrm xmlns:a="http://schemas.openxmlformats.org/drawingml/2006/main">
            <a:off x="7181850" y="53340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25112C"/>
                </a:solidFill>
                <a:latin typeface="Avenir Next"/>
                <a:ea typeface="Avenir Next"/>
                <a:cs typeface="Avenir Next"/>
              </a:defRPr>
            </a:pPr>
            <a:r>
              <a:rPr sz="900" b="1" i="0">
                <a:solidFill>
                  <a:srgbClr val="25112C"/>
                </a:solidFill>
                <a:latin typeface="Avenir Next"/>
                <a:ea typeface="Avenir Next"/>
                <a:cs typeface="Avenir Next"/>
              </a:rPr>
              <a:t>logística + seguridad</a:t>
            </a:r>
          </a:p>
        </p:txBody>
      </p:sp>
      <p:sp>
        <p:nvSpPr>
          <p:cNvPr id="54" name="">
            <a:extLst xmlns:a="http://schemas.openxmlformats.org/drawingml/2006/main">
              <a:ext uri="{FF2B5EF4-FFF2-40B4-BE49-F238E27FC236}">
                <a16:creationId xmlns:a16="http://schemas.microsoft.com/office/drawing/2014/main" id="{861D010D-B324-48EE-9517-50C4B467389C}"/>
              </a:ext>
            </a:extLst>
          </p:cNvPr>
          <p:cNvSpPr>
            <a:spLocks xmlns:a="http://schemas.openxmlformats.org/drawingml/2006/main" noGrp="1"/>
          </p:cNvSpPr>
          <p:nvPr/>
        </p:nvSpPr>
        <p:spPr>
          <a:xfrm xmlns:a="http://schemas.openxmlformats.org/drawingml/2006/main">
            <a:off x="609600" y="5543550"/>
            <a:ext cx="10744200" cy="9525"/>
          </a:xfrm>
          <a:prstGeom xmlns:a="http://schemas.openxmlformats.org/drawingml/2006/main" prst="rect">
            <a:avLst/>
          </a:prstGeom>
          <a:solidFill xmlns:a="http://schemas.openxmlformats.org/drawingml/2006/main">
            <a:srgbClr val="25112C">
              <a:alpha val="10000"/>
            </a:srgbClr>
          </a:solidFill>
          <a:ln xmlns:a="http://schemas.openxmlformats.org/drawingml/2006/main" w="0">
            <a:noFill/>
            <a:prstDash val="solid"/>
          </a:ln>
        </p:spPr>
      </p:sp>
      <p:sp>
        <p:nvSpPr>
          <p:cNvPr id="55" name="">
            <a:extLst xmlns:a="http://schemas.openxmlformats.org/drawingml/2006/main">
              <a:ext uri="{FF2B5EF4-FFF2-40B4-BE49-F238E27FC236}">
                <a16:creationId xmlns:a16="http://schemas.microsoft.com/office/drawing/2014/main" id="{A1C3F0C8-B27F-4913-8F05-4949B787DF46}"/>
              </a:ext>
            </a:extLst>
          </p:cNvPr>
          <p:cNvSpPr>
            <a:spLocks xmlns:a="http://schemas.openxmlformats.org/drawingml/2006/main" noGrp="1"/>
          </p:cNvSpPr>
          <p:nvPr/>
        </p:nvSpPr>
        <p:spPr>
          <a:xfrm xmlns:a="http://schemas.openxmlformats.org/drawingml/2006/main">
            <a:off x="609600" y="5581650"/>
            <a:ext cx="2571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25112C"/>
                </a:solidFill>
                <a:latin typeface="Avenir Next"/>
                <a:ea typeface="Avenir Next"/>
                <a:cs typeface="Avenir Next"/>
              </a:defRPr>
            </a:pPr>
            <a:r>
              <a:rPr sz="900" b="1" i="0">
                <a:solidFill>
                  <a:srgbClr val="25112C"/>
                </a:solidFill>
                <a:latin typeface="Avenir Next"/>
                <a:ea typeface="Avenir Next"/>
                <a:cs typeface="Avenir Next"/>
              </a:rPr>
              <a:t>AYUDA / EVACUACIÓN</a:t>
            </a:r>
          </a:p>
        </p:txBody>
      </p:sp>
      <p:sp>
        <p:nvSpPr>
          <p:cNvPr id="56" name="">
            <a:extLst xmlns:a="http://schemas.openxmlformats.org/drawingml/2006/main">
              <a:ext uri="{FF2B5EF4-FFF2-40B4-BE49-F238E27FC236}">
                <a16:creationId xmlns:a16="http://schemas.microsoft.com/office/drawing/2014/main" id="{6246E991-6207-48FA-9DE4-A816B4489F4E}"/>
              </a:ext>
            </a:extLst>
          </p:cNvPr>
          <p:cNvSpPr>
            <a:spLocks xmlns:a="http://schemas.openxmlformats.org/drawingml/2006/main" noGrp="1"/>
          </p:cNvSpPr>
          <p:nvPr/>
        </p:nvSpPr>
        <p:spPr>
          <a:xfrm xmlns:a="http://schemas.openxmlformats.org/drawingml/2006/main">
            <a:off x="3429000" y="5581650"/>
            <a:ext cx="3333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0" i="0">
                <a:solidFill>
                  <a:srgbClr val="6D6470"/>
                </a:solidFill>
                <a:latin typeface="Avenir Next"/>
                <a:ea typeface="Avenir Next"/>
                <a:cs typeface="Avenir Next"/>
              </a:defRPr>
            </a:pPr>
            <a:r>
              <a:rPr sz="900" b="0" i="0">
                <a:solidFill>
                  <a:srgbClr val="6D6470"/>
                </a:solidFill>
                <a:latin typeface="Avenir Next"/>
                <a:ea typeface="Avenir Next"/>
                <a:cs typeface="Avenir Next"/>
              </a:rPr>
              <a:t>protocolo público</a:t>
            </a:r>
          </a:p>
        </p:txBody>
      </p:sp>
      <p:sp>
        <p:nvSpPr>
          <p:cNvPr id="57" name="">
            <a:extLst xmlns:a="http://schemas.openxmlformats.org/drawingml/2006/main">
              <a:ext uri="{FF2B5EF4-FFF2-40B4-BE49-F238E27FC236}">
                <a16:creationId xmlns:a16="http://schemas.microsoft.com/office/drawing/2014/main" id="{CB2A470B-48B6-4162-8867-A3A6CA69FEAF}"/>
              </a:ext>
            </a:extLst>
          </p:cNvPr>
          <p:cNvSpPr>
            <a:spLocks xmlns:a="http://schemas.openxmlformats.org/drawingml/2006/main" noGrp="1"/>
          </p:cNvSpPr>
          <p:nvPr/>
        </p:nvSpPr>
        <p:spPr>
          <a:xfrm xmlns:a="http://schemas.openxmlformats.org/drawingml/2006/main">
            <a:off x="7181850" y="558165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25112C"/>
                </a:solidFill>
                <a:latin typeface="Avenir Next"/>
                <a:ea typeface="Avenir Next"/>
                <a:cs typeface="Avenir Next"/>
              </a:defRPr>
            </a:pPr>
            <a:r>
              <a:rPr sz="900" b="1" i="0">
                <a:solidFill>
                  <a:srgbClr val="25112C"/>
                </a:solidFill>
                <a:latin typeface="Avenir Next"/>
                <a:ea typeface="Avenir Next"/>
                <a:cs typeface="Avenir Next"/>
              </a:rPr>
              <a:t>seguridad</a:t>
            </a:r>
          </a:p>
        </p:txBody>
      </p:sp>
      <p:sp>
        <p:nvSpPr>
          <p:cNvPr id="58" name="">
            <a:extLst xmlns:a="http://schemas.openxmlformats.org/drawingml/2006/main">
              <a:ext uri="{FF2B5EF4-FFF2-40B4-BE49-F238E27FC236}">
                <a16:creationId xmlns:a16="http://schemas.microsoft.com/office/drawing/2014/main" id="{7A6E4054-0A3F-42DD-A0C4-F6E37F062ABF}"/>
              </a:ext>
            </a:extLst>
          </p:cNvPr>
          <p:cNvSpPr>
            <a:spLocks xmlns:a="http://schemas.openxmlformats.org/drawingml/2006/main" noGrp="1"/>
          </p:cNvSpPr>
          <p:nvPr/>
        </p:nvSpPr>
        <p:spPr>
          <a:xfrm xmlns:a="http://schemas.openxmlformats.org/drawingml/2006/main">
            <a:off x="609600" y="5791200"/>
            <a:ext cx="10744200" cy="9525"/>
          </a:xfrm>
          <a:prstGeom xmlns:a="http://schemas.openxmlformats.org/drawingml/2006/main" prst="rect">
            <a:avLst/>
          </a:prstGeom>
          <a:solidFill xmlns:a="http://schemas.openxmlformats.org/drawingml/2006/main">
            <a:srgbClr val="25112C">
              <a:alpha val="10000"/>
            </a:srgbClr>
          </a:solidFill>
          <a:ln xmlns:a="http://schemas.openxmlformats.org/drawingml/2006/main" w="0">
            <a:noFill/>
            <a:prstDash val="solid"/>
          </a:ln>
        </p:spPr>
      </p:sp>
      <p:sp>
        <p:nvSpPr>
          <p:cNvPr id="59" name="">
            <a:extLst xmlns:a="http://schemas.openxmlformats.org/drawingml/2006/main">
              <a:ext uri="{FF2B5EF4-FFF2-40B4-BE49-F238E27FC236}">
                <a16:creationId xmlns:a16="http://schemas.microsoft.com/office/drawing/2014/main" id="{35FFE785-E249-413B-AAE4-18DA5F50262D}"/>
              </a:ext>
            </a:extLst>
          </p:cNvPr>
          <p:cNvSpPr>
            <a:spLocks xmlns:a="http://schemas.openxmlformats.org/drawingml/2006/main" noGrp="1"/>
          </p:cNvSpPr>
          <p:nvPr/>
        </p:nvSpPr>
        <p:spPr>
          <a:xfrm xmlns:a="http://schemas.openxmlformats.org/drawingml/2006/main">
            <a:off x="609600" y="5829300"/>
            <a:ext cx="2571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25112C"/>
                </a:solidFill>
                <a:latin typeface="Avenir Next"/>
                <a:ea typeface="Avenir Next"/>
                <a:cs typeface="Avenir Next"/>
              </a:defRPr>
            </a:pPr>
            <a:r>
              <a:rPr sz="900" b="1" i="0">
                <a:solidFill>
                  <a:srgbClr val="25112C"/>
                </a:solidFill>
                <a:latin typeface="Avenir Next"/>
                <a:ea typeface="Avenir Next"/>
                <a:cs typeface="Avenir Next"/>
              </a:rPr>
              <a:t>CONTENIDO CULTURAL</a:t>
            </a:r>
          </a:p>
        </p:txBody>
      </p:sp>
      <p:sp>
        <p:nvSpPr>
          <p:cNvPr id="60" name="">
            <a:extLst xmlns:a="http://schemas.openxmlformats.org/drawingml/2006/main">
              <a:ext uri="{FF2B5EF4-FFF2-40B4-BE49-F238E27FC236}">
                <a16:creationId xmlns:a16="http://schemas.microsoft.com/office/drawing/2014/main" id="{8596474B-7ED6-47A8-BF1D-3A786B36498E}"/>
              </a:ext>
            </a:extLst>
          </p:cNvPr>
          <p:cNvSpPr>
            <a:spLocks xmlns:a="http://schemas.openxmlformats.org/drawingml/2006/main" noGrp="1"/>
          </p:cNvSpPr>
          <p:nvPr/>
        </p:nvSpPr>
        <p:spPr>
          <a:xfrm xmlns:a="http://schemas.openxmlformats.org/drawingml/2006/main">
            <a:off x="3429000" y="5829300"/>
            <a:ext cx="3333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0" i="0">
                <a:solidFill>
                  <a:srgbClr val="6D6470"/>
                </a:solidFill>
                <a:latin typeface="Avenir Next"/>
                <a:ea typeface="Avenir Next"/>
                <a:cs typeface="Avenir Next"/>
              </a:defRPr>
            </a:pPr>
            <a:r>
              <a:rPr sz="900" b="0" i="0">
                <a:solidFill>
                  <a:srgbClr val="6D6470"/>
                </a:solidFill>
                <a:latin typeface="Avenir Next"/>
                <a:ea typeface="Avenir Next"/>
                <a:cs typeface="Avenir Next"/>
              </a:rPr>
              <a:t>texto autorizado</a:t>
            </a:r>
          </a:p>
        </p:txBody>
      </p:sp>
      <p:sp>
        <p:nvSpPr>
          <p:cNvPr id="61" name="">
            <a:extLst xmlns:a="http://schemas.openxmlformats.org/drawingml/2006/main">
              <a:ext uri="{FF2B5EF4-FFF2-40B4-BE49-F238E27FC236}">
                <a16:creationId xmlns:a16="http://schemas.microsoft.com/office/drawing/2014/main" id="{ED8EB7E2-FAE4-4216-9A32-B412153C7D27}"/>
              </a:ext>
            </a:extLst>
          </p:cNvPr>
          <p:cNvSpPr>
            <a:spLocks xmlns:a="http://schemas.openxmlformats.org/drawingml/2006/main" noGrp="1"/>
          </p:cNvSpPr>
          <p:nvPr/>
        </p:nvSpPr>
        <p:spPr>
          <a:xfrm xmlns:a="http://schemas.openxmlformats.org/drawingml/2006/main">
            <a:off x="7181850" y="58293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25112C"/>
                </a:solidFill>
                <a:latin typeface="Avenir Next"/>
                <a:ea typeface="Avenir Next"/>
                <a:cs typeface="Avenir Next"/>
              </a:defRPr>
            </a:pPr>
            <a:r>
              <a:rPr sz="900" b="1" i="0">
                <a:solidFill>
                  <a:srgbClr val="25112C"/>
                </a:solidFill>
                <a:latin typeface="Avenir Next"/>
                <a:ea typeface="Avenir Next"/>
                <a:cs typeface="Avenir Next"/>
              </a:rPr>
              <a:t>gobierno cultural</a:t>
            </a:r>
          </a:p>
        </p:txBody>
      </p:sp>
      <p:sp>
        <p:nvSpPr>
          <p:cNvPr id="62" name="">
            <a:extLst xmlns:a="http://schemas.openxmlformats.org/drawingml/2006/main">
              <a:ext uri="{FF2B5EF4-FFF2-40B4-BE49-F238E27FC236}">
                <a16:creationId xmlns:a16="http://schemas.microsoft.com/office/drawing/2014/main" id="{98C84E94-F282-4B60-B7B1-0FB39AD698DB}"/>
              </a:ext>
            </a:extLst>
          </p:cNvPr>
          <p:cNvSpPr>
            <a:spLocks xmlns:a="http://schemas.openxmlformats.org/drawingml/2006/main" noGrp="1"/>
          </p:cNvSpPr>
          <p:nvPr/>
        </p:nvSpPr>
        <p:spPr>
          <a:xfrm xmlns:a="http://schemas.openxmlformats.org/drawingml/2006/main">
            <a:off x="609600" y="6038850"/>
            <a:ext cx="10744200" cy="9525"/>
          </a:xfrm>
          <a:prstGeom xmlns:a="http://schemas.openxmlformats.org/drawingml/2006/main" prst="rect">
            <a:avLst/>
          </a:prstGeom>
          <a:solidFill xmlns:a="http://schemas.openxmlformats.org/drawingml/2006/main">
            <a:srgbClr val="25112C">
              <a:alpha val="10000"/>
            </a:srgbClr>
          </a:solidFill>
          <a:ln xmlns:a="http://schemas.openxmlformats.org/drawingml/2006/main" w="0">
            <a:noFill/>
            <a:prstDash val="solid"/>
          </a:ln>
        </p:spPr>
      </p:sp>
      <p:sp>
        <p:nvSpPr>
          <p:cNvPr id="63" name="">
            <a:extLst xmlns:a="http://schemas.openxmlformats.org/drawingml/2006/main">
              <a:ext uri="{FF2B5EF4-FFF2-40B4-BE49-F238E27FC236}">
                <a16:creationId xmlns:a16="http://schemas.microsoft.com/office/drawing/2014/main" id="{328A44D3-9BD2-42D9-A60F-65A30E990D56}"/>
              </a:ext>
            </a:extLst>
          </p:cNvPr>
          <p:cNvSpPr>
            <a:spLocks xmlns:a="http://schemas.openxmlformats.org/drawingml/2006/main" noGrp="1"/>
          </p:cNvSpPr>
          <p:nvPr/>
        </p:nvSpPr>
        <p:spPr>
          <a:xfrm xmlns:a="http://schemas.openxmlformats.org/drawingml/2006/main">
            <a:off x="609600" y="6191250"/>
            <a:ext cx="10744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975" b="1" i="0">
                <a:solidFill>
                  <a:srgbClr val="E72D78"/>
                </a:solidFill>
                <a:latin typeface="Avenir Next"/>
                <a:ea typeface="Avenir Next"/>
                <a:cs typeface="Avenir Next"/>
              </a:defRPr>
            </a:pPr>
            <a:r>
              <a:rPr sz="975" b="1" i="0">
                <a:solidFill>
                  <a:srgbClr val="E72D78"/>
                </a:solidFill>
                <a:latin typeface="Avenir Next"/>
                <a:ea typeface="Avenir Next"/>
                <a:cs typeface="Avenir Next"/>
              </a:rPr>
              <a:t>1 DATO = 1 DUEÑO = 1 FUENTE = 1 APROBACIÓN = 1 VERSIÓN</a:t>
            </a:r>
          </a:p>
        </p:txBody>
      </p:sp>
    </p:spTree>
    <p:extLst>
      <p:ext uri="{BB962C8B-B14F-4D97-AF65-F5344CB8AC3E}">
        <p14:creationId xmlns:p14="http://schemas.microsoft.com/office/powerpoint/2010/main" val="1355242391"/>
      </p:ext>
    </p:extLst>
  </p:cSld>
</p:sld>
</file>

<file path=ppt/slides/slide40.xml><?xml version="1.0" encoding="utf-8"?>
<p:sld xmlns:p="http://schemas.openxmlformats.org/presentationml/2006/main">
  <p:cSld>
    <p:bg>
      <p:bgPr>
        <a:solidFill xmlns:a="http://schemas.openxmlformats.org/drawingml/2006/main">
          <a:srgbClr val="160A22"/>
        </a:solidFill>
      </p:bgPr>
    </p:bg>
    <p:spTree>
      <p:nvGrpSpPr>
        <p:cNvPr id="1" name=""/>
        <p:cNvGrpSpPr/>
        <p:nvPr/>
      </p:nvGrpSpPr>
      <p:grpSpPr>
        <a:xfrm xmlns:a="http://schemas.openxmlformats.org/drawingml/2006/main"/>
      </p:grpSpPr>
      <p:sp>
        <p:nvSpPr>
          <p:cNvPr id="43" name="">
            <a:extLst xmlns:a="http://schemas.openxmlformats.org/drawingml/2006/main">
              <a:ext uri="{FF2B5EF4-FFF2-40B4-BE49-F238E27FC236}">
                <a16:creationId xmlns:a16="http://schemas.microsoft.com/office/drawing/2014/main" id="{10182EF6-F0DE-4358-A88B-2A75D67B3FAC}"/>
              </a:ext>
            </a:extLst>
          </p:cNvPr>
          <p:cNvSpPr>
            <a:spLocks xmlns:a="http://schemas.openxmlformats.org/drawingml/2006/main" noGrp="1"/>
          </p:cNvSpPr>
          <p:nvPr/>
        </p:nvSpPr>
        <p:spPr>
          <a:xfrm xmlns:a="http://schemas.openxmlformats.org/drawingml/2006/main">
            <a:off x="0" y="0"/>
            <a:ext cx="2438400" cy="66675"/>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21676F3-EEE6-40CB-9735-40E303E938A3}"/>
              </a:ext>
            </a:extLst>
          </p:cNvPr>
          <p:cNvSpPr>
            <a:spLocks xmlns:a="http://schemas.openxmlformats.org/drawingml/2006/main" noGrp="1"/>
          </p:cNvSpPr>
          <p:nvPr/>
        </p:nvSpPr>
        <p:spPr>
          <a:xfrm xmlns:a="http://schemas.openxmlformats.org/drawingml/2006/main">
            <a:off x="2438400" y="0"/>
            <a:ext cx="2438400" cy="66675"/>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E6A497EC-8AF6-4330-B29D-AFF1ACBA826D}"/>
              </a:ext>
            </a:extLst>
          </p:cNvPr>
          <p:cNvSpPr>
            <a:spLocks xmlns:a="http://schemas.openxmlformats.org/drawingml/2006/main" noGrp="1"/>
          </p:cNvSpPr>
          <p:nvPr/>
        </p:nvSpPr>
        <p:spPr>
          <a:xfrm xmlns:a="http://schemas.openxmlformats.org/drawingml/2006/main">
            <a:off x="4876800" y="0"/>
            <a:ext cx="2438400" cy="66675"/>
          </a:xfrm>
          <a:prstGeom xmlns:a="http://schemas.openxmlformats.org/drawingml/2006/main" prst="rect">
            <a:avLst/>
          </a:prstGeom>
          <a:solidFill xmlns:a="http://schemas.openxmlformats.org/drawingml/2006/main">
            <a:srgbClr val="FFC92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DF96166-A8FA-40CC-8B28-18EE65B3702C}"/>
              </a:ext>
            </a:extLst>
          </p:cNvPr>
          <p:cNvSpPr>
            <a:spLocks xmlns:a="http://schemas.openxmlformats.org/drawingml/2006/main" noGrp="1"/>
          </p:cNvSpPr>
          <p:nvPr/>
        </p:nvSpPr>
        <p:spPr>
          <a:xfrm xmlns:a="http://schemas.openxmlformats.org/drawingml/2006/main">
            <a:off x="7315200" y="0"/>
            <a:ext cx="2438400" cy="66675"/>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998C0F41-C68E-41FA-A2F9-06151BD4A9C2}"/>
              </a:ext>
            </a:extLst>
          </p:cNvPr>
          <p:cNvSpPr>
            <a:spLocks xmlns:a="http://schemas.openxmlformats.org/drawingml/2006/main" noGrp="1"/>
          </p:cNvSpPr>
          <p:nvPr/>
        </p:nvSpPr>
        <p:spPr>
          <a:xfrm xmlns:a="http://schemas.openxmlformats.org/drawingml/2006/main">
            <a:off x="9753600" y="0"/>
            <a:ext cx="2438400" cy="66675"/>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35E4E7D0-5ADC-4300-8B0C-75E02832DDE6}"/>
              </a:ext>
            </a:extLst>
          </p:cNvPr>
          <p:cNvSpPr>
            <a:spLocks xmlns:a="http://schemas.openxmlformats.org/drawingml/2006/main" noGrp="1"/>
          </p:cNvSpPr>
          <p:nvPr/>
        </p:nvSpPr>
        <p:spPr>
          <a:xfrm xmlns:a="http://schemas.openxmlformats.org/drawingml/2006/main">
            <a:off x="609600" y="26670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FFC928"/>
                </a:solidFill>
                <a:latin typeface="Avenir Next"/>
                <a:ea typeface="Avenir Next"/>
                <a:cs typeface="Avenir Next"/>
              </a:defRPr>
            </a:pPr>
            <a:r>
              <a:rPr sz="825" b="1" i="0">
                <a:solidFill>
                  <a:srgbClr val="FFC928"/>
                </a:solidFill>
                <a:latin typeface="Avenir Next"/>
                <a:ea typeface="Avenir Next"/>
                <a:cs typeface="Avenir Next"/>
              </a:rPr>
              <a:t>APP · ARQUITECTURA, PRIVACIDAD Y SEGURIDAD</a:t>
            </a:r>
          </a:p>
        </p:txBody>
      </p:sp>
      <p:sp>
        <p:nvSpPr>
          <p:cNvPr id="7" name="">
            <a:extLst xmlns:a="http://schemas.openxmlformats.org/drawingml/2006/main">
              <a:ext uri="{FF2B5EF4-FFF2-40B4-BE49-F238E27FC236}">
                <a16:creationId xmlns:a16="http://schemas.microsoft.com/office/drawing/2014/main" id="{306828A4-0D43-4F88-9D6A-20E3C542B63B}"/>
              </a:ext>
            </a:extLst>
          </p:cNvPr>
          <p:cNvSpPr>
            <a:spLocks xmlns:a="http://schemas.openxmlformats.org/drawingml/2006/main" noGrp="1"/>
          </p:cNvSpPr>
          <p:nvPr/>
        </p:nvSpPr>
        <p:spPr>
          <a:xfrm xmlns:a="http://schemas.openxmlformats.org/drawingml/2006/main">
            <a:off x="609600" y="6534150"/>
            <a:ext cx="4762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675" b="1" i="0">
                <a:solidFill>
                  <a:srgbClr val="FFFFFF">
                    <a:alpha val="52000"/>
                  </a:srgbClr>
                </a:solidFill>
                <a:latin typeface="Avenir Next"/>
                <a:ea typeface="Avenir Next"/>
                <a:cs typeface="Avenir Next"/>
              </a:defRPr>
            </a:pPr>
            <a:r>
              <a:rPr sz="675" b="1" i="0">
                <a:solidFill>
                  <a:srgbClr val="FFFFFF">
                    <a:alpha val="52000"/>
                  </a:srgbClr>
                </a:solidFill>
                <a:latin typeface="Avenir Next"/>
                <a:ea typeface="Avenir Next"/>
                <a:cs typeface="Avenir Next"/>
              </a:rPr>
              <a:t>DOCUMENTO INTERNO · PROPUESTA EN REVISIÓN</a:t>
            </a:r>
          </a:p>
        </p:txBody>
      </p:sp>
      <p:sp>
        <p:nvSpPr>
          <p:cNvPr id="8" name="">
            <a:extLst xmlns:a="http://schemas.openxmlformats.org/drawingml/2006/main">
              <a:ext uri="{FF2B5EF4-FFF2-40B4-BE49-F238E27FC236}">
                <a16:creationId xmlns:a16="http://schemas.microsoft.com/office/drawing/2014/main" id="{0AFB05FC-5C28-422C-B81B-95DE8E878101}"/>
              </a:ext>
            </a:extLst>
          </p:cNvPr>
          <p:cNvSpPr>
            <a:spLocks xmlns:a="http://schemas.openxmlformats.org/drawingml/2006/main" noGrp="1"/>
          </p:cNvSpPr>
          <p:nvPr/>
        </p:nvSpPr>
        <p:spPr>
          <a:xfrm xmlns:a="http://schemas.openxmlformats.org/drawingml/2006/main">
            <a:off x="11239500" y="6505575"/>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750" b="1" i="0">
                <a:solidFill>
                  <a:srgbClr val="FFFFFF">
                    <a:alpha val="52000"/>
                  </a:srgbClr>
                </a:solidFill>
                <a:latin typeface="Avenir Next"/>
                <a:ea typeface="Avenir Next"/>
                <a:cs typeface="Avenir Next"/>
              </a:defRPr>
            </a:pPr>
            <a:r>
              <a:rPr sz="750" b="1" i="0">
                <a:solidFill>
                  <a:srgbClr val="FFFFFF">
                    <a:alpha val="52000"/>
                  </a:srgbClr>
                </a:solidFill>
                <a:latin typeface="Avenir Next"/>
                <a:ea typeface="Avenir Next"/>
                <a:cs typeface="Avenir Next"/>
              </a:rPr>
              <a:t>40</a:t>
            </a:r>
          </a:p>
        </p:txBody>
      </p:sp>
      <p:sp>
        <p:nvSpPr>
          <p:cNvPr id="9" name="">
            <a:extLst xmlns:a="http://schemas.openxmlformats.org/drawingml/2006/main">
              <a:ext uri="{FF2B5EF4-FFF2-40B4-BE49-F238E27FC236}">
                <a16:creationId xmlns:a16="http://schemas.microsoft.com/office/drawing/2014/main" id="{7F5BF059-196F-4572-9F23-7894DD350223}"/>
              </a:ext>
            </a:extLst>
          </p:cNvPr>
          <p:cNvSpPr>
            <a:spLocks xmlns:a="http://schemas.openxmlformats.org/drawingml/2006/main" noGrp="1"/>
          </p:cNvSpPr>
          <p:nvPr/>
        </p:nvSpPr>
        <p:spPr>
          <a:xfrm xmlns:a="http://schemas.openxmlformats.org/drawingml/2006/main">
            <a:off x="609600" y="666750"/>
            <a:ext cx="1066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FFC928"/>
                </a:solidFill>
                <a:latin typeface="Avenir Next"/>
                <a:ea typeface="Avenir Next"/>
                <a:cs typeface="Avenir Next"/>
              </a:defRPr>
            </a:pPr>
            <a:r>
              <a:rPr sz="900" b="1" i="0">
                <a:solidFill>
                  <a:srgbClr val="FFC928"/>
                </a:solidFill>
                <a:latin typeface="Avenir Next"/>
                <a:ea typeface="Avenir Next"/>
                <a:cs typeface="Avenir Next"/>
              </a:rPr>
              <a:t>ARQUITECTURA ESTÁTICA</a:t>
            </a:r>
          </a:p>
        </p:txBody>
      </p:sp>
      <p:sp>
        <p:nvSpPr>
          <p:cNvPr id="10" name="">
            <a:extLst xmlns:a="http://schemas.openxmlformats.org/drawingml/2006/main">
              <a:ext uri="{FF2B5EF4-FFF2-40B4-BE49-F238E27FC236}">
                <a16:creationId xmlns:a16="http://schemas.microsoft.com/office/drawing/2014/main" id="{B6ADCC69-EDEC-450C-B056-3C4D7A63C4C6}"/>
              </a:ext>
            </a:extLst>
          </p:cNvPr>
          <p:cNvSpPr>
            <a:spLocks xmlns:a="http://schemas.openxmlformats.org/drawingml/2006/main" noGrp="1"/>
          </p:cNvSpPr>
          <p:nvPr/>
        </p:nvSpPr>
        <p:spPr>
          <a:xfrm xmlns:a="http://schemas.openxmlformats.org/drawingml/2006/main">
            <a:off x="609600" y="990600"/>
            <a:ext cx="1066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3900" b="1" i="0">
                <a:solidFill>
                  <a:srgbClr val="FFFFFF"/>
                </a:solidFill>
                <a:latin typeface="DIN Condensed"/>
                <a:ea typeface="DIN Condensed"/>
                <a:cs typeface="DIN Condensed"/>
              </a:defRPr>
            </a:pPr>
            <a:r>
              <a:rPr sz="3900" b="1" i="0">
                <a:solidFill>
                  <a:srgbClr val="FFFFFF"/>
                </a:solidFill>
                <a:latin typeface="DIN Condensed"/>
                <a:ea typeface="DIN Condensed"/>
                <a:cs typeface="DIN Condensed"/>
              </a:rPr>
              <a:t>Simple por fuera. Controlada por dentro.</a:t>
            </a:r>
          </a:p>
        </p:txBody>
      </p:sp>
      <p:sp>
        <p:nvSpPr>
          <p:cNvPr id="11" name="">
            <a:extLst xmlns:a="http://schemas.openxmlformats.org/drawingml/2006/main">
              <a:ext uri="{FF2B5EF4-FFF2-40B4-BE49-F238E27FC236}">
                <a16:creationId xmlns:a16="http://schemas.microsoft.com/office/drawing/2014/main" id="{06FFFF63-52EF-4443-88A8-A0DD3E496577}"/>
              </a:ext>
            </a:extLst>
          </p:cNvPr>
          <p:cNvSpPr>
            <a:spLocks xmlns:a="http://schemas.openxmlformats.org/drawingml/2006/main" noGrp="1"/>
          </p:cNvSpPr>
          <p:nvPr/>
        </p:nvSpPr>
        <p:spPr>
          <a:xfrm xmlns:a="http://schemas.openxmlformats.org/drawingml/2006/main">
            <a:off x="609600" y="1828800"/>
            <a:ext cx="10668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0" i="0">
                <a:solidFill>
                  <a:srgbClr val="FFFFFF">
                    <a:alpha val="78000"/>
                  </a:srgbClr>
                </a:solidFill>
                <a:latin typeface="Avenir Next"/>
                <a:ea typeface="Avenir Next"/>
                <a:cs typeface="Avenir Next"/>
              </a:defRPr>
            </a:pPr>
            <a:r>
              <a:rPr sz="1500" b="0" i="0">
                <a:solidFill>
                  <a:srgbClr val="FFFFFF">
                    <a:alpha val="78000"/>
                  </a:srgbClr>
                </a:solidFill>
                <a:latin typeface="Avenir Next"/>
                <a:ea typeface="Avenir Next"/>
                <a:cs typeface="Avenir Next"/>
              </a:rPr>
              <a:t>Sin backend ni panel administrativo: una versión aprobada se publica completa, se cachea y puede revertirse.</a:t>
            </a:r>
          </a:p>
        </p:txBody>
      </p:sp>
      <p:sp>
        <p:nvSpPr>
          <p:cNvPr id="12" name="">
            <a:extLst xmlns:a="http://schemas.openxmlformats.org/drawingml/2006/main">
              <a:ext uri="{FF2B5EF4-FFF2-40B4-BE49-F238E27FC236}">
                <a16:creationId xmlns:a16="http://schemas.microsoft.com/office/drawing/2014/main" id="{38A924AF-BA09-4039-A764-001B628B3D24}"/>
              </a:ext>
            </a:extLst>
          </p:cNvPr>
          <p:cNvSpPr>
            <a:spLocks xmlns:a="http://schemas.openxmlformats.org/drawingml/2006/main" noGrp="1"/>
          </p:cNvSpPr>
          <p:nvPr/>
        </p:nvSpPr>
        <p:spPr>
          <a:xfrm xmlns:a="http://schemas.openxmlformats.org/drawingml/2006/main">
            <a:off x="609600" y="2705100"/>
            <a:ext cx="1885950" cy="1200150"/>
          </a:xfrm>
          <a:prstGeom xmlns:a="http://schemas.openxmlformats.org/drawingml/2006/main" prst="roundRect">
            <a:avLst>
              <a:gd name="adj" fmla="val 12698"/>
            </a:avLst>
          </a:prstGeom>
          <a:solidFill xmlns:a="http://schemas.openxmlformats.org/drawingml/2006/main">
            <a:srgbClr val="E72D7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08EA808F-060E-43B1-A925-2EF9459E17FE}"/>
              </a:ext>
            </a:extLst>
          </p:cNvPr>
          <p:cNvSpPr>
            <a:spLocks xmlns:a="http://schemas.openxmlformats.org/drawingml/2006/main" noGrp="1"/>
          </p:cNvSpPr>
          <p:nvPr/>
        </p:nvSpPr>
        <p:spPr>
          <a:xfrm xmlns:a="http://schemas.openxmlformats.org/drawingml/2006/main">
            <a:off x="742950" y="291465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350" b="1" i="0">
                <a:solidFill>
                  <a:srgbClr val="FFFFFF"/>
                </a:solidFill>
                <a:latin typeface="DIN Condensed"/>
                <a:ea typeface="DIN Condensed"/>
                <a:cs typeface="DIN Condensed"/>
              </a:defRPr>
            </a:pPr>
            <a:r>
              <a:rPr sz="1350" b="1" i="0">
                <a:solidFill>
                  <a:srgbClr val="FFFFFF"/>
                </a:solidFill>
                <a:latin typeface="DIN Condensed"/>
                <a:ea typeface="DIN Condensed"/>
                <a:cs typeface="DIN Condensed"/>
              </a:rPr>
              <a:t>QR / ENLACE</a:t>
            </a:r>
          </a:p>
        </p:txBody>
      </p:sp>
      <p:sp>
        <p:nvSpPr>
          <p:cNvPr id="14" name="">
            <a:extLst xmlns:a="http://schemas.openxmlformats.org/drawingml/2006/main">
              <a:ext uri="{FF2B5EF4-FFF2-40B4-BE49-F238E27FC236}">
                <a16:creationId xmlns:a16="http://schemas.microsoft.com/office/drawing/2014/main" id="{767FD04D-98F0-4679-813D-3384C7FCA48F}"/>
              </a:ext>
            </a:extLst>
          </p:cNvPr>
          <p:cNvSpPr>
            <a:spLocks xmlns:a="http://schemas.openxmlformats.org/drawingml/2006/main" noGrp="1"/>
          </p:cNvSpPr>
          <p:nvPr/>
        </p:nvSpPr>
        <p:spPr>
          <a:xfrm xmlns:a="http://schemas.openxmlformats.org/drawingml/2006/main">
            <a:off x="742950" y="3390900"/>
            <a:ext cx="161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entrada segura</a:t>
            </a:r>
          </a:p>
        </p:txBody>
      </p:sp>
      <p:sp>
        <p:nvSpPr>
          <p:cNvPr id="15" name="">
            <a:extLst xmlns:a="http://schemas.openxmlformats.org/drawingml/2006/main">
              <a:ext uri="{FF2B5EF4-FFF2-40B4-BE49-F238E27FC236}">
                <a16:creationId xmlns:a16="http://schemas.microsoft.com/office/drawing/2014/main" id="{40A76951-4E1E-429A-BD82-02CBB37A6217}"/>
              </a:ext>
            </a:extLst>
          </p:cNvPr>
          <p:cNvSpPr>
            <a:spLocks xmlns:a="http://schemas.openxmlformats.org/drawingml/2006/main" noGrp="1"/>
          </p:cNvSpPr>
          <p:nvPr/>
        </p:nvSpPr>
        <p:spPr>
          <a:xfrm xmlns:a="http://schemas.openxmlformats.org/drawingml/2006/main">
            <a:off x="2495550" y="3105150"/>
            <a:ext cx="304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950" b="1" i="0">
                <a:solidFill>
                  <a:srgbClr val="FFC928"/>
                </a:solidFill>
                <a:latin typeface="Avenir Next"/>
                <a:ea typeface="Avenir Next"/>
                <a:cs typeface="Avenir Next"/>
              </a:defRPr>
            </a:pPr>
            <a:r>
              <a:rPr sz="1950" b="1" i="0">
                <a:solidFill>
                  <a:srgbClr val="FFC928"/>
                </a:solidFill>
                <a:latin typeface="Avenir Next"/>
                <a:ea typeface="Avenir Next"/>
                <a:cs typeface="Avenir Next"/>
              </a:rPr>
              <a:t>→</a:t>
            </a:r>
          </a:p>
        </p:txBody>
      </p:sp>
      <p:sp>
        <p:nvSpPr>
          <p:cNvPr id="16" name="">
            <a:extLst xmlns:a="http://schemas.openxmlformats.org/drawingml/2006/main">
              <a:ext uri="{FF2B5EF4-FFF2-40B4-BE49-F238E27FC236}">
                <a16:creationId xmlns:a16="http://schemas.microsoft.com/office/drawing/2014/main" id="{C49C5166-93B0-4033-891E-7E3B80190189}"/>
              </a:ext>
            </a:extLst>
          </p:cNvPr>
          <p:cNvSpPr>
            <a:spLocks xmlns:a="http://schemas.openxmlformats.org/drawingml/2006/main" noGrp="1"/>
          </p:cNvSpPr>
          <p:nvPr/>
        </p:nvSpPr>
        <p:spPr>
          <a:xfrm xmlns:a="http://schemas.openxmlformats.org/drawingml/2006/main">
            <a:off x="2800350" y="2705100"/>
            <a:ext cx="1885950" cy="1200150"/>
          </a:xfrm>
          <a:prstGeom xmlns:a="http://schemas.openxmlformats.org/drawingml/2006/main" prst="roundRect">
            <a:avLst>
              <a:gd name="adj" fmla="val 12698"/>
            </a:avLst>
          </a:prstGeom>
          <a:solidFill xmlns:a="http://schemas.openxmlformats.org/drawingml/2006/main">
            <a:srgbClr val="FF6A1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67451AEB-6CA5-4EEF-8E22-6A7533E87744}"/>
              </a:ext>
            </a:extLst>
          </p:cNvPr>
          <p:cNvSpPr>
            <a:spLocks xmlns:a="http://schemas.openxmlformats.org/drawingml/2006/main" noGrp="1"/>
          </p:cNvSpPr>
          <p:nvPr/>
        </p:nvSpPr>
        <p:spPr>
          <a:xfrm xmlns:a="http://schemas.openxmlformats.org/drawingml/2006/main">
            <a:off x="2933700" y="291465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350" b="1" i="0">
                <a:solidFill>
                  <a:srgbClr val="FFFFFF"/>
                </a:solidFill>
                <a:latin typeface="DIN Condensed"/>
                <a:ea typeface="DIN Condensed"/>
                <a:cs typeface="DIN Condensed"/>
              </a:defRPr>
            </a:pPr>
            <a:r>
              <a:rPr sz="1350" b="1" i="0">
                <a:solidFill>
                  <a:srgbClr val="FFFFFF"/>
                </a:solidFill>
                <a:latin typeface="DIN Condensed"/>
                <a:ea typeface="DIN Condensed"/>
                <a:cs typeface="DIN Condensed"/>
              </a:rPr>
              <a:t>PWA HTTPS</a:t>
            </a:r>
          </a:p>
        </p:txBody>
      </p:sp>
      <p:sp>
        <p:nvSpPr>
          <p:cNvPr id="18" name="">
            <a:extLst xmlns:a="http://schemas.openxmlformats.org/drawingml/2006/main">
              <a:ext uri="{FF2B5EF4-FFF2-40B4-BE49-F238E27FC236}">
                <a16:creationId xmlns:a16="http://schemas.microsoft.com/office/drawing/2014/main" id="{ACC464AE-CA47-45D5-ADA0-1CBE8DF8F005}"/>
              </a:ext>
            </a:extLst>
          </p:cNvPr>
          <p:cNvSpPr>
            <a:spLocks xmlns:a="http://schemas.openxmlformats.org/drawingml/2006/main" noGrp="1"/>
          </p:cNvSpPr>
          <p:nvPr/>
        </p:nvSpPr>
        <p:spPr>
          <a:xfrm xmlns:a="http://schemas.openxmlformats.org/drawingml/2006/main">
            <a:off x="2933700" y="3390900"/>
            <a:ext cx="161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interfaz</a:t>
            </a:r>
          </a:p>
        </p:txBody>
      </p:sp>
      <p:sp>
        <p:nvSpPr>
          <p:cNvPr id="19" name="">
            <a:extLst xmlns:a="http://schemas.openxmlformats.org/drawingml/2006/main">
              <a:ext uri="{FF2B5EF4-FFF2-40B4-BE49-F238E27FC236}">
                <a16:creationId xmlns:a16="http://schemas.microsoft.com/office/drawing/2014/main" id="{EDD561EC-F62F-4C17-B452-F581EDAA9C27}"/>
              </a:ext>
            </a:extLst>
          </p:cNvPr>
          <p:cNvSpPr>
            <a:spLocks xmlns:a="http://schemas.openxmlformats.org/drawingml/2006/main" noGrp="1"/>
          </p:cNvSpPr>
          <p:nvPr/>
        </p:nvSpPr>
        <p:spPr>
          <a:xfrm xmlns:a="http://schemas.openxmlformats.org/drawingml/2006/main">
            <a:off x="4686300" y="3105150"/>
            <a:ext cx="304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950" b="1" i="0">
                <a:solidFill>
                  <a:srgbClr val="FFC928"/>
                </a:solidFill>
                <a:latin typeface="Avenir Next"/>
                <a:ea typeface="Avenir Next"/>
                <a:cs typeface="Avenir Next"/>
              </a:defRPr>
            </a:pPr>
            <a:r>
              <a:rPr sz="1950" b="1" i="0">
                <a:solidFill>
                  <a:srgbClr val="FFC928"/>
                </a:solidFill>
                <a:latin typeface="Avenir Next"/>
                <a:ea typeface="Avenir Next"/>
                <a:cs typeface="Avenir Next"/>
              </a:rPr>
              <a:t>→</a:t>
            </a:r>
          </a:p>
        </p:txBody>
      </p:sp>
      <p:sp>
        <p:nvSpPr>
          <p:cNvPr id="20" name="">
            <a:extLst xmlns:a="http://schemas.openxmlformats.org/drawingml/2006/main">
              <a:ext uri="{FF2B5EF4-FFF2-40B4-BE49-F238E27FC236}">
                <a16:creationId xmlns:a16="http://schemas.microsoft.com/office/drawing/2014/main" id="{2C92B82E-47F0-4BD2-BD7A-D5B51493E21E}"/>
              </a:ext>
            </a:extLst>
          </p:cNvPr>
          <p:cNvSpPr>
            <a:spLocks xmlns:a="http://schemas.openxmlformats.org/drawingml/2006/main" noGrp="1"/>
          </p:cNvSpPr>
          <p:nvPr/>
        </p:nvSpPr>
        <p:spPr>
          <a:xfrm xmlns:a="http://schemas.openxmlformats.org/drawingml/2006/main">
            <a:off x="4991100" y="2705100"/>
            <a:ext cx="1885950" cy="1200150"/>
          </a:xfrm>
          <a:prstGeom xmlns:a="http://schemas.openxmlformats.org/drawingml/2006/main" prst="roundRect">
            <a:avLst>
              <a:gd name="adj" fmla="val 12698"/>
            </a:avLst>
          </a:prstGeom>
          <a:solidFill xmlns:a="http://schemas.openxmlformats.org/drawingml/2006/main">
            <a:srgbClr val="00AFA0"/>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8E1040A5-847A-4189-AE03-03DEF5F43B32}"/>
              </a:ext>
            </a:extLst>
          </p:cNvPr>
          <p:cNvSpPr>
            <a:spLocks xmlns:a="http://schemas.openxmlformats.org/drawingml/2006/main" noGrp="1"/>
          </p:cNvSpPr>
          <p:nvPr/>
        </p:nvSpPr>
        <p:spPr>
          <a:xfrm xmlns:a="http://schemas.openxmlformats.org/drawingml/2006/main">
            <a:off x="5124450" y="291465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350" b="1" i="0">
                <a:solidFill>
                  <a:srgbClr val="FFFFFF"/>
                </a:solidFill>
                <a:latin typeface="DIN Condensed"/>
                <a:ea typeface="DIN Condensed"/>
                <a:cs typeface="DIN Condensed"/>
              </a:defRPr>
            </a:pPr>
            <a:r>
              <a:rPr sz="1350" b="1" i="0">
                <a:solidFill>
                  <a:srgbClr val="FFFFFF"/>
                </a:solidFill>
                <a:latin typeface="DIN Condensed"/>
                <a:ea typeface="DIN Condensed"/>
                <a:cs typeface="DIN Condensed"/>
              </a:rPr>
              <a:t>MAPA + JSON</a:t>
            </a:r>
          </a:p>
        </p:txBody>
      </p:sp>
      <p:sp>
        <p:nvSpPr>
          <p:cNvPr id="22" name="">
            <a:extLst xmlns:a="http://schemas.openxmlformats.org/drawingml/2006/main">
              <a:ext uri="{FF2B5EF4-FFF2-40B4-BE49-F238E27FC236}">
                <a16:creationId xmlns:a16="http://schemas.microsoft.com/office/drawing/2014/main" id="{699998EF-F92D-4081-9624-9B55F9D6620C}"/>
              </a:ext>
            </a:extLst>
          </p:cNvPr>
          <p:cNvSpPr>
            <a:spLocks xmlns:a="http://schemas.openxmlformats.org/drawingml/2006/main" noGrp="1"/>
          </p:cNvSpPr>
          <p:nvPr/>
        </p:nvSpPr>
        <p:spPr>
          <a:xfrm xmlns:a="http://schemas.openxmlformats.org/drawingml/2006/main">
            <a:off x="5124450" y="3390900"/>
            <a:ext cx="161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puntos · agenda · rutas · ayuda</a:t>
            </a:r>
          </a:p>
        </p:txBody>
      </p:sp>
      <p:sp>
        <p:nvSpPr>
          <p:cNvPr id="23" name="">
            <a:extLst xmlns:a="http://schemas.openxmlformats.org/drawingml/2006/main">
              <a:ext uri="{FF2B5EF4-FFF2-40B4-BE49-F238E27FC236}">
                <a16:creationId xmlns:a16="http://schemas.microsoft.com/office/drawing/2014/main" id="{5DD4F89E-CA22-41AD-B365-D93370B16F1D}"/>
              </a:ext>
            </a:extLst>
          </p:cNvPr>
          <p:cNvSpPr>
            <a:spLocks xmlns:a="http://schemas.openxmlformats.org/drawingml/2006/main" noGrp="1"/>
          </p:cNvSpPr>
          <p:nvPr/>
        </p:nvSpPr>
        <p:spPr>
          <a:xfrm xmlns:a="http://schemas.openxmlformats.org/drawingml/2006/main">
            <a:off x="6877050" y="3105150"/>
            <a:ext cx="304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950" b="1" i="0">
                <a:solidFill>
                  <a:srgbClr val="FFC928"/>
                </a:solidFill>
                <a:latin typeface="Avenir Next"/>
                <a:ea typeface="Avenir Next"/>
                <a:cs typeface="Avenir Next"/>
              </a:defRPr>
            </a:pPr>
            <a:r>
              <a:rPr sz="1950" b="1" i="0">
                <a:solidFill>
                  <a:srgbClr val="FFC928"/>
                </a:solidFill>
                <a:latin typeface="Avenir Next"/>
                <a:ea typeface="Avenir Next"/>
                <a:cs typeface="Avenir Next"/>
              </a:rPr>
              <a:t>→</a:t>
            </a:r>
          </a:p>
        </p:txBody>
      </p:sp>
      <p:sp>
        <p:nvSpPr>
          <p:cNvPr id="24" name="">
            <a:extLst xmlns:a="http://schemas.openxmlformats.org/drawingml/2006/main">
              <a:ext uri="{FF2B5EF4-FFF2-40B4-BE49-F238E27FC236}">
                <a16:creationId xmlns:a16="http://schemas.microsoft.com/office/drawing/2014/main" id="{6DD66846-AD18-4767-BD61-5D5C08754B95}"/>
              </a:ext>
            </a:extLst>
          </p:cNvPr>
          <p:cNvSpPr>
            <a:spLocks xmlns:a="http://schemas.openxmlformats.org/drawingml/2006/main" noGrp="1"/>
          </p:cNvSpPr>
          <p:nvPr/>
        </p:nvSpPr>
        <p:spPr>
          <a:xfrm xmlns:a="http://schemas.openxmlformats.org/drawingml/2006/main">
            <a:off x="7181850" y="2705100"/>
            <a:ext cx="1885950" cy="1200150"/>
          </a:xfrm>
          <a:prstGeom xmlns:a="http://schemas.openxmlformats.org/drawingml/2006/main" prst="roundRect">
            <a:avLst>
              <a:gd name="adj" fmla="val 12698"/>
            </a:avLst>
          </a:prstGeom>
          <a:solidFill xmlns:a="http://schemas.openxmlformats.org/drawingml/2006/main">
            <a:srgbClr val="315BFF"/>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B87F5AAB-D5B6-4825-8B8B-5A79C6F06EE9}"/>
              </a:ext>
            </a:extLst>
          </p:cNvPr>
          <p:cNvSpPr>
            <a:spLocks xmlns:a="http://schemas.openxmlformats.org/drawingml/2006/main" noGrp="1"/>
          </p:cNvSpPr>
          <p:nvPr/>
        </p:nvSpPr>
        <p:spPr>
          <a:xfrm xmlns:a="http://schemas.openxmlformats.org/drawingml/2006/main">
            <a:off x="7315200" y="291465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350" b="1" i="0">
                <a:solidFill>
                  <a:srgbClr val="FFFFFF"/>
                </a:solidFill>
                <a:latin typeface="DIN Condensed"/>
                <a:ea typeface="DIN Condensed"/>
                <a:cs typeface="DIN Condensed"/>
              </a:defRPr>
            </a:pPr>
            <a:r>
              <a:rPr sz="1350" b="1" i="0">
                <a:solidFill>
                  <a:srgbClr val="FFFFFF"/>
                </a:solidFill>
                <a:latin typeface="DIN Condensed"/>
                <a:ea typeface="DIN Condensed"/>
                <a:cs typeface="DIN Condensed"/>
              </a:rPr>
              <a:t>SERVICE WORKER</a:t>
            </a:r>
          </a:p>
        </p:txBody>
      </p:sp>
      <p:sp>
        <p:nvSpPr>
          <p:cNvPr id="26" name="">
            <a:extLst xmlns:a="http://schemas.openxmlformats.org/drawingml/2006/main">
              <a:ext uri="{FF2B5EF4-FFF2-40B4-BE49-F238E27FC236}">
                <a16:creationId xmlns:a16="http://schemas.microsoft.com/office/drawing/2014/main" id="{435B9BAA-42C6-4117-A7EA-C78543415643}"/>
              </a:ext>
            </a:extLst>
          </p:cNvPr>
          <p:cNvSpPr>
            <a:spLocks xmlns:a="http://schemas.openxmlformats.org/drawingml/2006/main" noGrp="1"/>
          </p:cNvSpPr>
          <p:nvPr/>
        </p:nvSpPr>
        <p:spPr>
          <a:xfrm xmlns:a="http://schemas.openxmlformats.org/drawingml/2006/main">
            <a:off x="7315200" y="3390900"/>
            <a:ext cx="161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caché offline</a:t>
            </a:r>
          </a:p>
        </p:txBody>
      </p:sp>
      <p:sp>
        <p:nvSpPr>
          <p:cNvPr id="27" name="">
            <a:extLst xmlns:a="http://schemas.openxmlformats.org/drawingml/2006/main">
              <a:ext uri="{FF2B5EF4-FFF2-40B4-BE49-F238E27FC236}">
                <a16:creationId xmlns:a16="http://schemas.microsoft.com/office/drawing/2014/main" id="{660431AB-5BD2-4939-9C2A-5B48C944A968}"/>
              </a:ext>
            </a:extLst>
          </p:cNvPr>
          <p:cNvSpPr>
            <a:spLocks xmlns:a="http://schemas.openxmlformats.org/drawingml/2006/main" noGrp="1"/>
          </p:cNvSpPr>
          <p:nvPr/>
        </p:nvSpPr>
        <p:spPr>
          <a:xfrm xmlns:a="http://schemas.openxmlformats.org/drawingml/2006/main">
            <a:off x="9067800" y="3105150"/>
            <a:ext cx="304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950" b="1" i="0">
                <a:solidFill>
                  <a:srgbClr val="FFC928"/>
                </a:solidFill>
                <a:latin typeface="Avenir Next"/>
                <a:ea typeface="Avenir Next"/>
                <a:cs typeface="Avenir Next"/>
              </a:defRPr>
            </a:pPr>
            <a:r>
              <a:rPr sz="1950" b="1" i="0">
                <a:solidFill>
                  <a:srgbClr val="FFC928"/>
                </a:solidFill>
                <a:latin typeface="Avenir Next"/>
                <a:ea typeface="Avenir Next"/>
                <a:cs typeface="Avenir Next"/>
              </a:rPr>
              <a:t>→</a:t>
            </a:r>
          </a:p>
        </p:txBody>
      </p:sp>
      <p:sp>
        <p:nvSpPr>
          <p:cNvPr id="28" name="">
            <a:extLst xmlns:a="http://schemas.openxmlformats.org/drawingml/2006/main">
              <a:ext uri="{FF2B5EF4-FFF2-40B4-BE49-F238E27FC236}">
                <a16:creationId xmlns:a16="http://schemas.microsoft.com/office/drawing/2014/main" id="{C6744251-4DB2-468B-9945-B508DBEFF58A}"/>
              </a:ext>
            </a:extLst>
          </p:cNvPr>
          <p:cNvSpPr>
            <a:spLocks xmlns:a="http://schemas.openxmlformats.org/drawingml/2006/main" noGrp="1"/>
          </p:cNvSpPr>
          <p:nvPr/>
        </p:nvSpPr>
        <p:spPr>
          <a:xfrm xmlns:a="http://schemas.openxmlformats.org/drawingml/2006/main">
            <a:off x="9372600" y="2705100"/>
            <a:ext cx="1885950" cy="1200150"/>
          </a:xfrm>
          <a:prstGeom xmlns:a="http://schemas.openxmlformats.org/drawingml/2006/main" prst="roundRect">
            <a:avLst>
              <a:gd name="adj" fmla="val 12698"/>
            </a:avLst>
          </a:prstGeom>
          <a:solidFill xmlns:a="http://schemas.openxmlformats.org/drawingml/2006/main">
            <a:srgbClr val="2B0D3B"/>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19DD02A1-F754-4790-B5E6-11400E92D5FE}"/>
              </a:ext>
            </a:extLst>
          </p:cNvPr>
          <p:cNvSpPr>
            <a:spLocks xmlns:a="http://schemas.openxmlformats.org/drawingml/2006/main" noGrp="1"/>
          </p:cNvSpPr>
          <p:nvPr/>
        </p:nvSpPr>
        <p:spPr>
          <a:xfrm xmlns:a="http://schemas.openxmlformats.org/drawingml/2006/main">
            <a:off x="9505950" y="291465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350" b="1" i="0">
                <a:solidFill>
                  <a:srgbClr val="FFFFFF"/>
                </a:solidFill>
                <a:latin typeface="DIN Condensed"/>
                <a:ea typeface="DIN Condensed"/>
                <a:cs typeface="DIN Condensed"/>
              </a:defRPr>
            </a:pPr>
            <a:r>
              <a:rPr sz="1350" b="1" i="0">
                <a:solidFill>
                  <a:srgbClr val="FFFFFF"/>
                </a:solidFill>
                <a:latin typeface="DIN Condensed"/>
                <a:ea typeface="DIN Condensed"/>
                <a:cs typeface="DIN Condensed"/>
              </a:rPr>
              <a:t>VERSIÓN</a:t>
            </a:r>
          </a:p>
        </p:txBody>
      </p:sp>
      <p:sp>
        <p:nvSpPr>
          <p:cNvPr id="30" name="">
            <a:extLst xmlns:a="http://schemas.openxmlformats.org/drawingml/2006/main">
              <a:ext uri="{FF2B5EF4-FFF2-40B4-BE49-F238E27FC236}">
                <a16:creationId xmlns:a16="http://schemas.microsoft.com/office/drawing/2014/main" id="{7D901E9E-435D-41C2-AC2E-77E0F350D9CE}"/>
              </a:ext>
            </a:extLst>
          </p:cNvPr>
          <p:cNvSpPr>
            <a:spLocks xmlns:a="http://schemas.openxmlformats.org/drawingml/2006/main" noGrp="1"/>
          </p:cNvSpPr>
          <p:nvPr/>
        </p:nvSpPr>
        <p:spPr>
          <a:xfrm xmlns:a="http://schemas.openxmlformats.org/drawingml/2006/main">
            <a:off x="9505950" y="3390900"/>
            <a:ext cx="161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fecha · hora · rollback</a:t>
            </a:r>
          </a:p>
        </p:txBody>
      </p:sp>
      <p:sp>
        <p:nvSpPr>
          <p:cNvPr id="31" name="">
            <a:extLst xmlns:a="http://schemas.openxmlformats.org/drawingml/2006/main">
              <a:ext uri="{FF2B5EF4-FFF2-40B4-BE49-F238E27FC236}">
                <a16:creationId xmlns:a16="http://schemas.microsoft.com/office/drawing/2014/main" id="{63F6A80A-7861-4093-BE67-43FCD618AEB8}"/>
              </a:ext>
            </a:extLst>
          </p:cNvPr>
          <p:cNvSpPr>
            <a:spLocks xmlns:a="http://schemas.openxmlformats.org/drawingml/2006/main" noGrp="1"/>
          </p:cNvSpPr>
          <p:nvPr/>
        </p:nvSpPr>
        <p:spPr>
          <a:xfrm xmlns:a="http://schemas.openxmlformats.org/drawingml/2006/main">
            <a:off x="609600" y="4457700"/>
            <a:ext cx="209550" cy="209550"/>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EFFA6E6E-1E2C-4792-8CC6-0667714AD5CE}"/>
              </a:ext>
            </a:extLst>
          </p:cNvPr>
          <p:cNvSpPr>
            <a:spLocks xmlns:a="http://schemas.openxmlformats.org/drawingml/2006/main" noGrp="1"/>
          </p:cNvSpPr>
          <p:nvPr/>
        </p:nvSpPr>
        <p:spPr>
          <a:xfrm xmlns:a="http://schemas.openxmlformats.org/drawingml/2006/main">
            <a:off x="971550" y="441960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350" b="1" i="0">
                <a:solidFill>
                  <a:srgbClr val="FFFFFF"/>
                </a:solidFill>
                <a:latin typeface="DIN Condensed"/>
                <a:ea typeface="DIN Condensed"/>
                <a:cs typeface="DIN Condensed"/>
              </a:defRPr>
            </a:pPr>
            <a:r>
              <a:rPr sz="1350" b="1" i="0">
                <a:solidFill>
                  <a:srgbClr val="FFFFFF"/>
                </a:solidFill>
                <a:latin typeface="DIN Condensed"/>
                <a:ea typeface="DIN Condensed"/>
                <a:cs typeface="DIN Condensed"/>
              </a:rPr>
              <a:t>PRIVACIDAD</a:t>
            </a:r>
          </a:p>
        </p:txBody>
      </p:sp>
      <p:sp>
        <p:nvSpPr>
          <p:cNvPr id="33" name="">
            <a:extLst xmlns:a="http://schemas.openxmlformats.org/drawingml/2006/main">
              <a:ext uri="{FF2B5EF4-FFF2-40B4-BE49-F238E27FC236}">
                <a16:creationId xmlns:a16="http://schemas.microsoft.com/office/drawing/2014/main" id="{6D9FFFE4-E4DB-4F83-9985-D9B7247B9A15}"/>
              </a:ext>
            </a:extLst>
          </p:cNvPr>
          <p:cNvSpPr>
            <a:spLocks xmlns:a="http://schemas.openxmlformats.org/drawingml/2006/main" noGrp="1"/>
          </p:cNvSpPr>
          <p:nvPr/>
        </p:nvSpPr>
        <p:spPr>
          <a:xfrm xmlns:a="http://schemas.openxmlformats.org/drawingml/2006/main">
            <a:off x="2476500" y="4419600"/>
            <a:ext cx="342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FFFFFF">
                    <a:alpha val="82000"/>
                  </a:srgbClr>
                </a:solidFill>
                <a:latin typeface="Avenir Next"/>
                <a:ea typeface="Avenir Next"/>
                <a:cs typeface="Avenir Next"/>
              </a:defRPr>
            </a:pPr>
            <a:r>
              <a:rPr sz="1050" b="1" i="0">
                <a:solidFill>
                  <a:srgbClr val="FFFFFF">
                    <a:alpha val="82000"/>
                  </a:srgbClr>
                </a:solidFill>
                <a:latin typeface="Avenir Next"/>
                <a:ea typeface="Avenir Next"/>
                <a:cs typeface="Avenir Next"/>
              </a:rPr>
              <a:t>sin cuentas, correos, perfiles ni ubicación almacenada</a:t>
            </a:r>
          </a:p>
        </p:txBody>
      </p:sp>
      <p:sp>
        <p:nvSpPr>
          <p:cNvPr id="34" name="">
            <a:extLst xmlns:a="http://schemas.openxmlformats.org/drawingml/2006/main">
              <a:ext uri="{FF2B5EF4-FFF2-40B4-BE49-F238E27FC236}">
                <a16:creationId xmlns:a16="http://schemas.microsoft.com/office/drawing/2014/main" id="{11B5B6D3-929C-4DE6-98C0-387131E2D848}"/>
              </a:ext>
            </a:extLst>
          </p:cNvPr>
          <p:cNvSpPr>
            <a:spLocks xmlns:a="http://schemas.openxmlformats.org/drawingml/2006/main" noGrp="1"/>
          </p:cNvSpPr>
          <p:nvPr/>
        </p:nvSpPr>
        <p:spPr>
          <a:xfrm xmlns:a="http://schemas.openxmlformats.org/drawingml/2006/main">
            <a:off x="6096000" y="4457700"/>
            <a:ext cx="209550" cy="209550"/>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C42A74CF-721B-4231-B6BB-4FE81E739D28}"/>
              </a:ext>
            </a:extLst>
          </p:cNvPr>
          <p:cNvSpPr>
            <a:spLocks xmlns:a="http://schemas.openxmlformats.org/drawingml/2006/main" noGrp="1"/>
          </p:cNvSpPr>
          <p:nvPr/>
        </p:nvSpPr>
        <p:spPr>
          <a:xfrm xmlns:a="http://schemas.openxmlformats.org/drawingml/2006/main">
            <a:off x="6457950" y="441960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350" b="1" i="0">
                <a:solidFill>
                  <a:srgbClr val="FFFFFF"/>
                </a:solidFill>
                <a:latin typeface="DIN Condensed"/>
                <a:ea typeface="DIN Condensed"/>
                <a:cs typeface="DIN Condensed"/>
              </a:defRPr>
            </a:pPr>
            <a:r>
              <a:rPr sz="1350" b="1" i="0">
                <a:solidFill>
                  <a:srgbClr val="FFFFFF"/>
                </a:solidFill>
                <a:latin typeface="DIN Condensed"/>
                <a:ea typeface="DIN Condensed"/>
                <a:cs typeface="DIN Condensed"/>
              </a:rPr>
              <a:t>ANALÍTICA</a:t>
            </a:r>
          </a:p>
        </p:txBody>
      </p:sp>
      <p:sp>
        <p:nvSpPr>
          <p:cNvPr id="36" name="">
            <a:extLst xmlns:a="http://schemas.openxmlformats.org/drawingml/2006/main">
              <a:ext uri="{FF2B5EF4-FFF2-40B4-BE49-F238E27FC236}">
                <a16:creationId xmlns:a16="http://schemas.microsoft.com/office/drawing/2014/main" id="{DE3BF84B-7482-47CD-BCAA-F2D9B0F34212}"/>
              </a:ext>
            </a:extLst>
          </p:cNvPr>
          <p:cNvSpPr>
            <a:spLocks xmlns:a="http://schemas.openxmlformats.org/drawingml/2006/main" noGrp="1"/>
          </p:cNvSpPr>
          <p:nvPr/>
        </p:nvSpPr>
        <p:spPr>
          <a:xfrm xmlns:a="http://schemas.openxmlformats.org/drawingml/2006/main">
            <a:off x="7962900" y="4419600"/>
            <a:ext cx="342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FFFFFF">
                    <a:alpha val="82000"/>
                  </a:srgbClr>
                </a:solidFill>
                <a:latin typeface="Avenir Next"/>
                <a:ea typeface="Avenir Next"/>
                <a:cs typeface="Avenir Next"/>
              </a:defRPr>
            </a:pPr>
            <a:r>
              <a:rPr sz="1050" b="1" i="0">
                <a:solidFill>
                  <a:srgbClr val="FFFFFF">
                    <a:alpha val="82000"/>
                  </a:srgbClr>
                </a:solidFill>
                <a:latin typeface="Avenir Next"/>
                <a:ea typeface="Avenir Next"/>
                <a:cs typeface="Avenir Next"/>
              </a:rPr>
              <a:t>agregada y mínima, solo si se aprueba; sin SDK publicitario</a:t>
            </a:r>
          </a:p>
        </p:txBody>
      </p:sp>
      <p:sp>
        <p:nvSpPr>
          <p:cNvPr id="37" name="">
            <a:extLst xmlns:a="http://schemas.openxmlformats.org/drawingml/2006/main">
              <a:ext uri="{FF2B5EF4-FFF2-40B4-BE49-F238E27FC236}">
                <a16:creationId xmlns:a16="http://schemas.microsoft.com/office/drawing/2014/main" id="{DA601D3B-B647-4892-8678-1761350A11DE}"/>
              </a:ext>
            </a:extLst>
          </p:cNvPr>
          <p:cNvSpPr>
            <a:spLocks xmlns:a="http://schemas.openxmlformats.org/drawingml/2006/main" noGrp="1"/>
          </p:cNvSpPr>
          <p:nvPr/>
        </p:nvSpPr>
        <p:spPr>
          <a:xfrm xmlns:a="http://schemas.openxmlformats.org/drawingml/2006/main">
            <a:off x="609600" y="5238750"/>
            <a:ext cx="209550" cy="209550"/>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E25CA8FB-6BE1-478A-857B-049A7848BE51}"/>
              </a:ext>
            </a:extLst>
          </p:cNvPr>
          <p:cNvSpPr>
            <a:spLocks xmlns:a="http://schemas.openxmlformats.org/drawingml/2006/main" noGrp="1"/>
          </p:cNvSpPr>
          <p:nvPr/>
        </p:nvSpPr>
        <p:spPr>
          <a:xfrm xmlns:a="http://schemas.openxmlformats.org/drawingml/2006/main">
            <a:off x="971550" y="520065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350" b="1" i="0">
                <a:solidFill>
                  <a:srgbClr val="FFFFFF"/>
                </a:solidFill>
                <a:latin typeface="DIN Condensed"/>
                <a:ea typeface="DIN Condensed"/>
                <a:cs typeface="DIN Condensed"/>
              </a:defRPr>
            </a:pPr>
            <a:r>
              <a:rPr sz="1350" b="1" i="0">
                <a:solidFill>
                  <a:srgbClr val="FFFFFF"/>
                </a:solidFill>
                <a:latin typeface="DIN Condensed"/>
                <a:ea typeface="DIN Condensed"/>
                <a:cs typeface="DIN Condensed"/>
              </a:rPr>
              <a:t>SEGURIDAD</a:t>
            </a:r>
          </a:p>
        </p:txBody>
      </p:sp>
      <p:sp>
        <p:nvSpPr>
          <p:cNvPr id="39" name="">
            <a:extLst xmlns:a="http://schemas.openxmlformats.org/drawingml/2006/main">
              <a:ext uri="{FF2B5EF4-FFF2-40B4-BE49-F238E27FC236}">
                <a16:creationId xmlns:a16="http://schemas.microsoft.com/office/drawing/2014/main" id="{33B487B9-D3CF-4BA8-B481-C4C565C43F8F}"/>
              </a:ext>
            </a:extLst>
          </p:cNvPr>
          <p:cNvSpPr>
            <a:spLocks xmlns:a="http://schemas.openxmlformats.org/drawingml/2006/main" noGrp="1"/>
          </p:cNvSpPr>
          <p:nvPr/>
        </p:nvSpPr>
        <p:spPr>
          <a:xfrm xmlns:a="http://schemas.openxmlformats.org/drawingml/2006/main">
            <a:off x="2476500" y="5200650"/>
            <a:ext cx="342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FFFFFF">
                    <a:alpha val="82000"/>
                  </a:srgbClr>
                </a:solidFill>
                <a:latin typeface="Avenir Next"/>
                <a:ea typeface="Avenir Next"/>
                <a:cs typeface="Avenir Next"/>
              </a:defRPr>
            </a:pPr>
            <a:r>
              <a:rPr sz="1050" b="1" i="0">
                <a:solidFill>
                  <a:srgbClr val="FFFFFF">
                    <a:alpha val="82000"/>
                  </a:srgbClr>
                </a:solidFill>
                <a:latin typeface="Avenir Next"/>
                <a:ea typeface="Avenir Next"/>
                <a:cs typeface="Avenir Next"/>
              </a:rPr>
              <a:t>destino HTTPS verificado; no usar el dominio principal mientras siga el riesgo</a:t>
            </a:r>
          </a:p>
        </p:txBody>
      </p:sp>
      <p:sp>
        <p:nvSpPr>
          <p:cNvPr id="40" name="">
            <a:extLst xmlns:a="http://schemas.openxmlformats.org/drawingml/2006/main">
              <a:ext uri="{FF2B5EF4-FFF2-40B4-BE49-F238E27FC236}">
                <a16:creationId xmlns:a16="http://schemas.microsoft.com/office/drawing/2014/main" id="{8E255017-5E64-431D-9255-25F876B5ED47}"/>
              </a:ext>
            </a:extLst>
          </p:cNvPr>
          <p:cNvSpPr>
            <a:spLocks xmlns:a="http://schemas.openxmlformats.org/drawingml/2006/main" noGrp="1"/>
          </p:cNvSpPr>
          <p:nvPr/>
        </p:nvSpPr>
        <p:spPr>
          <a:xfrm xmlns:a="http://schemas.openxmlformats.org/drawingml/2006/main">
            <a:off x="6096000" y="5238750"/>
            <a:ext cx="209550" cy="209550"/>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B25875A4-745B-4F46-8B2C-864385216CCA}"/>
              </a:ext>
            </a:extLst>
          </p:cNvPr>
          <p:cNvSpPr>
            <a:spLocks xmlns:a="http://schemas.openxmlformats.org/drawingml/2006/main" noGrp="1"/>
          </p:cNvSpPr>
          <p:nvPr/>
        </p:nvSpPr>
        <p:spPr>
          <a:xfrm xmlns:a="http://schemas.openxmlformats.org/drawingml/2006/main">
            <a:off x="6457950" y="520065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350" b="1" i="0">
                <a:solidFill>
                  <a:srgbClr val="FFFFFF"/>
                </a:solidFill>
                <a:latin typeface="DIN Condensed"/>
                <a:ea typeface="DIN Condensed"/>
                <a:cs typeface="DIN Condensed"/>
              </a:defRPr>
            </a:pPr>
            <a:r>
              <a:rPr sz="1350" b="1" i="0">
                <a:solidFill>
                  <a:srgbClr val="FFFFFF"/>
                </a:solidFill>
                <a:latin typeface="DIN Condensed"/>
                <a:ea typeface="DIN Condensed"/>
                <a:cs typeface="DIN Condensed"/>
              </a:rPr>
              <a:t>PUBLICACIÓN</a:t>
            </a:r>
          </a:p>
        </p:txBody>
      </p:sp>
      <p:sp>
        <p:nvSpPr>
          <p:cNvPr id="42" name="">
            <a:extLst xmlns:a="http://schemas.openxmlformats.org/drawingml/2006/main">
              <a:ext uri="{FF2B5EF4-FFF2-40B4-BE49-F238E27FC236}">
                <a16:creationId xmlns:a16="http://schemas.microsoft.com/office/drawing/2014/main" id="{B2513F91-AAE1-4702-9064-8D1662842D8B}"/>
              </a:ext>
            </a:extLst>
          </p:cNvPr>
          <p:cNvSpPr>
            <a:spLocks xmlns:a="http://schemas.openxmlformats.org/drawingml/2006/main" noGrp="1"/>
          </p:cNvSpPr>
          <p:nvPr/>
        </p:nvSpPr>
        <p:spPr>
          <a:xfrm xmlns:a="http://schemas.openxmlformats.org/drawingml/2006/main">
            <a:off x="7962900" y="5200650"/>
            <a:ext cx="342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FFFFFF">
                    <a:alpha val="82000"/>
                  </a:srgbClr>
                </a:solidFill>
                <a:latin typeface="Avenir Next"/>
                <a:ea typeface="Avenir Next"/>
                <a:cs typeface="Avenir Next"/>
              </a:defRPr>
            </a:pPr>
            <a:r>
              <a:rPr sz="1050" b="1" i="0">
                <a:solidFill>
                  <a:srgbClr val="FFFFFF">
                    <a:alpha val="82000"/>
                  </a:srgbClr>
                </a:solidFill>
                <a:latin typeface="Avenir Next"/>
                <a:ea typeface="Avenir Next"/>
                <a:cs typeface="Avenir Next"/>
              </a:rPr>
              <a:t>versión atómica + bitácora + rollback a última versión estable</a:t>
            </a:r>
          </a:p>
        </p:txBody>
      </p:sp>
    </p:spTree>
    <p:extLst>
      <p:ext uri="{BB962C8B-B14F-4D97-AF65-F5344CB8AC3E}">
        <p14:creationId xmlns:p14="http://schemas.microsoft.com/office/powerpoint/2010/main" val="1355242391"/>
      </p:ext>
    </p:extLst>
  </p:cSld>
</p:sld>
</file>

<file path=ppt/slides/slide41.xml><?xml version="1.0" encoding="utf-8"?>
<p:sld xmlns:p="http://schemas.openxmlformats.org/presentationml/2006/main">
  <p:cSld>
    <p:bg>
      <p:bgPr>
        <a:solidFill xmlns:a="http://schemas.openxmlformats.org/drawingml/2006/main">
          <a:srgbClr val="00AFA0"/>
        </a:solidFill>
      </p:bgPr>
    </p:bg>
    <p:spTree>
      <p:nvGrpSpPr>
        <p:cNvPr id="1" name=""/>
        <p:cNvGrpSpPr/>
        <p:nvPr/>
      </p:nvGrpSpPr>
      <p:grpSpPr>
        <a:xfrm xmlns:a="http://schemas.openxmlformats.org/drawingml/2006/main"/>
      </p:grpSpPr>
      <p:sp>
        <p:nvSpPr>
          <p:cNvPr id="41" name="">
            <a:extLst xmlns:a="http://schemas.openxmlformats.org/drawingml/2006/main">
              <a:ext uri="{FF2B5EF4-FFF2-40B4-BE49-F238E27FC236}">
                <a16:creationId xmlns:a16="http://schemas.microsoft.com/office/drawing/2014/main" id="{A78EC610-C91D-42F1-9125-B033173D7088}"/>
              </a:ext>
            </a:extLst>
          </p:cNvPr>
          <p:cNvSpPr>
            <a:spLocks xmlns:a="http://schemas.openxmlformats.org/drawingml/2006/main" noGrp="1"/>
          </p:cNvSpPr>
          <p:nvPr/>
        </p:nvSpPr>
        <p:spPr>
          <a:xfrm xmlns:a="http://schemas.openxmlformats.org/drawingml/2006/main">
            <a:off x="0" y="0"/>
            <a:ext cx="2438400" cy="66675"/>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FC0F29D-7E67-49A5-B638-4AFA91A8BC02}"/>
              </a:ext>
            </a:extLst>
          </p:cNvPr>
          <p:cNvSpPr>
            <a:spLocks xmlns:a="http://schemas.openxmlformats.org/drawingml/2006/main" noGrp="1"/>
          </p:cNvSpPr>
          <p:nvPr/>
        </p:nvSpPr>
        <p:spPr>
          <a:xfrm xmlns:a="http://schemas.openxmlformats.org/drawingml/2006/main">
            <a:off x="2438400" y="0"/>
            <a:ext cx="2438400" cy="66675"/>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301645E9-2B75-44AC-A576-2FF201199097}"/>
              </a:ext>
            </a:extLst>
          </p:cNvPr>
          <p:cNvSpPr>
            <a:spLocks xmlns:a="http://schemas.openxmlformats.org/drawingml/2006/main" noGrp="1"/>
          </p:cNvSpPr>
          <p:nvPr/>
        </p:nvSpPr>
        <p:spPr>
          <a:xfrm xmlns:a="http://schemas.openxmlformats.org/drawingml/2006/main">
            <a:off x="4876800" y="0"/>
            <a:ext cx="2438400" cy="66675"/>
          </a:xfrm>
          <a:prstGeom xmlns:a="http://schemas.openxmlformats.org/drawingml/2006/main" prst="rect">
            <a:avLst/>
          </a:prstGeom>
          <a:solidFill xmlns:a="http://schemas.openxmlformats.org/drawingml/2006/main">
            <a:srgbClr val="FFC92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D92F5F0-B85D-4959-AC5F-5BC044B3D7CF}"/>
              </a:ext>
            </a:extLst>
          </p:cNvPr>
          <p:cNvSpPr>
            <a:spLocks xmlns:a="http://schemas.openxmlformats.org/drawingml/2006/main" noGrp="1"/>
          </p:cNvSpPr>
          <p:nvPr/>
        </p:nvSpPr>
        <p:spPr>
          <a:xfrm xmlns:a="http://schemas.openxmlformats.org/drawingml/2006/main">
            <a:off x="7315200" y="0"/>
            <a:ext cx="2438400" cy="66675"/>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DD7B837-5C11-40E3-9736-ADD307ECC30E}"/>
              </a:ext>
            </a:extLst>
          </p:cNvPr>
          <p:cNvSpPr>
            <a:spLocks xmlns:a="http://schemas.openxmlformats.org/drawingml/2006/main" noGrp="1"/>
          </p:cNvSpPr>
          <p:nvPr/>
        </p:nvSpPr>
        <p:spPr>
          <a:xfrm xmlns:a="http://schemas.openxmlformats.org/drawingml/2006/main">
            <a:off x="9753600" y="0"/>
            <a:ext cx="2438400" cy="66675"/>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B40FBDF0-1888-4B54-9D7A-3502519F8421}"/>
              </a:ext>
            </a:extLst>
          </p:cNvPr>
          <p:cNvSpPr>
            <a:spLocks xmlns:a="http://schemas.openxmlformats.org/drawingml/2006/main" noGrp="1"/>
          </p:cNvSpPr>
          <p:nvPr/>
        </p:nvSpPr>
        <p:spPr>
          <a:xfrm xmlns:a="http://schemas.openxmlformats.org/drawingml/2006/main">
            <a:off x="609600" y="26670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FFC928"/>
                </a:solidFill>
                <a:latin typeface="Avenir Next"/>
                <a:ea typeface="Avenir Next"/>
                <a:cs typeface="Avenir Next"/>
              </a:defRPr>
            </a:pPr>
            <a:r>
              <a:rPr sz="825" b="1" i="0">
                <a:solidFill>
                  <a:srgbClr val="FFC928"/>
                </a:solidFill>
                <a:latin typeface="Avenir Next"/>
                <a:ea typeface="Avenir Next"/>
                <a:cs typeface="Avenir Next"/>
              </a:rPr>
              <a:t>APP · CONSTRUCCIÓN Y LANZAMIENTO</a:t>
            </a:r>
          </a:p>
        </p:txBody>
      </p:sp>
      <p:sp>
        <p:nvSpPr>
          <p:cNvPr id="7" name="">
            <a:extLst xmlns:a="http://schemas.openxmlformats.org/drawingml/2006/main">
              <a:ext uri="{FF2B5EF4-FFF2-40B4-BE49-F238E27FC236}">
                <a16:creationId xmlns:a16="http://schemas.microsoft.com/office/drawing/2014/main" id="{92BF9E0D-FA9E-4062-91F3-DFEF74979EBA}"/>
              </a:ext>
            </a:extLst>
          </p:cNvPr>
          <p:cNvSpPr>
            <a:spLocks xmlns:a="http://schemas.openxmlformats.org/drawingml/2006/main" noGrp="1"/>
          </p:cNvSpPr>
          <p:nvPr/>
        </p:nvSpPr>
        <p:spPr>
          <a:xfrm xmlns:a="http://schemas.openxmlformats.org/drawingml/2006/main">
            <a:off x="609600" y="6534150"/>
            <a:ext cx="4762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675" b="1" i="0">
                <a:solidFill>
                  <a:srgbClr val="FFFFFF">
                    <a:alpha val="52000"/>
                  </a:srgbClr>
                </a:solidFill>
                <a:latin typeface="Avenir Next"/>
                <a:ea typeface="Avenir Next"/>
                <a:cs typeface="Avenir Next"/>
              </a:defRPr>
            </a:pPr>
            <a:r>
              <a:rPr sz="675" b="1" i="0">
                <a:solidFill>
                  <a:srgbClr val="FFFFFF">
                    <a:alpha val="52000"/>
                  </a:srgbClr>
                </a:solidFill>
                <a:latin typeface="Avenir Next"/>
                <a:ea typeface="Avenir Next"/>
                <a:cs typeface="Avenir Next"/>
              </a:rPr>
              <a:t>DOCUMENTO INTERNO · PROPUESTA EN REVISIÓN</a:t>
            </a:r>
          </a:p>
        </p:txBody>
      </p:sp>
      <p:sp>
        <p:nvSpPr>
          <p:cNvPr id="8" name="">
            <a:extLst xmlns:a="http://schemas.openxmlformats.org/drawingml/2006/main">
              <a:ext uri="{FF2B5EF4-FFF2-40B4-BE49-F238E27FC236}">
                <a16:creationId xmlns:a16="http://schemas.microsoft.com/office/drawing/2014/main" id="{770738A7-1CD8-4FA4-8E68-E5FC4315C2C3}"/>
              </a:ext>
            </a:extLst>
          </p:cNvPr>
          <p:cNvSpPr>
            <a:spLocks xmlns:a="http://schemas.openxmlformats.org/drawingml/2006/main" noGrp="1"/>
          </p:cNvSpPr>
          <p:nvPr/>
        </p:nvSpPr>
        <p:spPr>
          <a:xfrm xmlns:a="http://schemas.openxmlformats.org/drawingml/2006/main">
            <a:off x="11239500" y="6505575"/>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750" b="1" i="0">
                <a:solidFill>
                  <a:srgbClr val="FFFFFF">
                    <a:alpha val="52000"/>
                  </a:srgbClr>
                </a:solidFill>
                <a:latin typeface="Avenir Next"/>
                <a:ea typeface="Avenir Next"/>
                <a:cs typeface="Avenir Next"/>
              </a:defRPr>
            </a:pPr>
            <a:r>
              <a:rPr sz="750" b="1" i="0">
                <a:solidFill>
                  <a:srgbClr val="FFFFFF">
                    <a:alpha val="52000"/>
                  </a:srgbClr>
                </a:solidFill>
                <a:latin typeface="Avenir Next"/>
                <a:ea typeface="Avenir Next"/>
                <a:cs typeface="Avenir Next"/>
              </a:rPr>
              <a:t>41</a:t>
            </a:r>
          </a:p>
        </p:txBody>
      </p:sp>
      <p:sp>
        <p:nvSpPr>
          <p:cNvPr id="9" name="">
            <a:extLst xmlns:a="http://schemas.openxmlformats.org/drawingml/2006/main">
              <a:ext uri="{FF2B5EF4-FFF2-40B4-BE49-F238E27FC236}">
                <a16:creationId xmlns:a16="http://schemas.microsoft.com/office/drawing/2014/main" id="{5915084F-1269-418E-B57C-9D3A89FDE951}"/>
              </a:ext>
            </a:extLst>
          </p:cNvPr>
          <p:cNvSpPr>
            <a:spLocks xmlns:a="http://schemas.openxmlformats.org/drawingml/2006/main" noGrp="1"/>
          </p:cNvSpPr>
          <p:nvPr/>
        </p:nvSpPr>
        <p:spPr>
          <a:xfrm xmlns:a="http://schemas.openxmlformats.org/drawingml/2006/main">
            <a:off x="609600" y="666750"/>
            <a:ext cx="1066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FFC928"/>
                </a:solidFill>
                <a:latin typeface="Avenir Next"/>
                <a:ea typeface="Avenir Next"/>
                <a:cs typeface="Avenir Next"/>
              </a:defRPr>
            </a:pPr>
            <a:r>
              <a:rPr sz="900" b="1" i="0">
                <a:solidFill>
                  <a:srgbClr val="FFC928"/>
                </a:solidFill>
                <a:latin typeface="Avenir Next"/>
                <a:ea typeface="Avenir Next"/>
                <a:cs typeface="Avenir Next"/>
              </a:rPr>
              <a:t>RUTA DE PRODUCTO</a:t>
            </a:r>
          </a:p>
        </p:txBody>
      </p:sp>
      <p:sp>
        <p:nvSpPr>
          <p:cNvPr id="10" name="">
            <a:extLst xmlns:a="http://schemas.openxmlformats.org/drawingml/2006/main">
              <a:ext uri="{FF2B5EF4-FFF2-40B4-BE49-F238E27FC236}">
                <a16:creationId xmlns:a16="http://schemas.microsoft.com/office/drawing/2014/main" id="{8DD55F8D-9861-4EAF-B831-CC908B6931E1}"/>
              </a:ext>
            </a:extLst>
          </p:cNvPr>
          <p:cNvSpPr>
            <a:spLocks xmlns:a="http://schemas.openxmlformats.org/drawingml/2006/main" noGrp="1"/>
          </p:cNvSpPr>
          <p:nvPr/>
        </p:nvSpPr>
        <p:spPr>
          <a:xfrm xmlns:a="http://schemas.openxmlformats.org/drawingml/2006/main">
            <a:off x="609600" y="990600"/>
            <a:ext cx="1066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3900" b="1" i="0">
                <a:solidFill>
                  <a:srgbClr val="FFFFFF"/>
                </a:solidFill>
                <a:latin typeface="DIN Condensed"/>
                <a:ea typeface="DIN Condensed"/>
                <a:cs typeface="DIN Condensed"/>
              </a:defRPr>
            </a:pPr>
            <a:r>
              <a:rPr sz="3900" b="1" i="0">
                <a:solidFill>
                  <a:srgbClr val="FFFFFF"/>
                </a:solidFill>
                <a:latin typeface="DIN Condensed"/>
                <a:ea typeface="DIN Condensed"/>
                <a:cs typeface="DIN Condensed"/>
              </a:rPr>
              <a:t>La guía sale solo después de probarla en el terreno.</a:t>
            </a:r>
          </a:p>
        </p:txBody>
      </p:sp>
      <p:sp>
        <p:nvSpPr>
          <p:cNvPr id="11" name="">
            <a:extLst xmlns:a="http://schemas.openxmlformats.org/drawingml/2006/main">
              <a:ext uri="{FF2B5EF4-FFF2-40B4-BE49-F238E27FC236}">
                <a16:creationId xmlns:a16="http://schemas.microsoft.com/office/drawing/2014/main" id="{AF7F2E68-E385-4CEC-9AF8-A9214F0ABB59}"/>
              </a:ext>
            </a:extLst>
          </p:cNvPr>
          <p:cNvSpPr>
            <a:spLocks xmlns:a="http://schemas.openxmlformats.org/drawingml/2006/main" noGrp="1"/>
          </p:cNvSpPr>
          <p:nvPr/>
        </p:nvSpPr>
        <p:spPr>
          <a:xfrm xmlns:a="http://schemas.openxmlformats.org/drawingml/2006/main">
            <a:off x="609600" y="182880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0" i="0">
                <a:solidFill>
                  <a:srgbClr val="FFFFFF">
                    <a:alpha val="78000"/>
                  </a:srgbClr>
                </a:solidFill>
                <a:latin typeface="Avenir Next"/>
                <a:ea typeface="Avenir Next"/>
                <a:cs typeface="Avenir Next"/>
              </a:defRPr>
            </a:pPr>
            <a:r>
              <a:rPr sz="1500" b="0" i="0">
                <a:solidFill>
                  <a:srgbClr val="FFFFFF">
                    <a:alpha val="78000"/>
                  </a:srgbClr>
                </a:solidFill>
                <a:latin typeface="Avenir Next"/>
                <a:ea typeface="Avenir Next"/>
                <a:cs typeface="Avenir Next"/>
              </a:rPr>
              <a:t>Cada hito transforma información pendiente en una herramienta usable, offline y coherente con la señalética física.</a:t>
            </a:r>
          </a:p>
        </p:txBody>
      </p:sp>
      <p:sp>
        <p:nvSpPr>
          <p:cNvPr id="12" name="">
            <a:extLst xmlns:a="http://schemas.openxmlformats.org/drawingml/2006/main">
              <a:ext uri="{FF2B5EF4-FFF2-40B4-BE49-F238E27FC236}">
                <a16:creationId xmlns:a16="http://schemas.microsoft.com/office/drawing/2014/main" id="{489A49F0-5017-4E9F-BE51-128DF078D3DE}"/>
              </a:ext>
            </a:extLst>
          </p:cNvPr>
          <p:cNvSpPr>
            <a:spLocks xmlns:a="http://schemas.openxmlformats.org/drawingml/2006/main" noGrp="1"/>
          </p:cNvSpPr>
          <p:nvPr/>
        </p:nvSpPr>
        <p:spPr>
          <a:xfrm xmlns:a="http://schemas.openxmlformats.org/drawingml/2006/main">
            <a:off x="609600" y="2895600"/>
            <a:ext cx="1962150" cy="990600"/>
          </a:xfrm>
          <a:prstGeom xmlns:a="http://schemas.openxmlformats.org/drawingml/2006/main" prst="rect">
            <a:avLst/>
          </a:prstGeom>
          <a:solidFill xmlns:a="http://schemas.openxmlformats.org/drawingml/2006/main">
            <a:srgbClr val="2B0D3B"/>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DAB2F691-C492-4FEC-9F48-46E1A12DB0F6}"/>
              </a:ext>
            </a:extLst>
          </p:cNvPr>
          <p:cNvSpPr>
            <a:spLocks xmlns:a="http://schemas.openxmlformats.org/drawingml/2006/main" noGrp="1"/>
          </p:cNvSpPr>
          <p:nvPr/>
        </p:nvSpPr>
        <p:spPr>
          <a:xfrm xmlns:a="http://schemas.openxmlformats.org/drawingml/2006/main">
            <a:off x="742950" y="3048000"/>
            <a:ext cx="1695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28 AGO</a:t>
            </a:r>
          </a:p>
        </p:txBody>
      </p:sp>
      <p:sp>
        <p:nvSpPr>
          <p:cNvPr id="14" name="">
            <a:extLst xmlns:a="http://schemas.openxmlformats.org/drawingml/2006/main">
              <a:ext uri="{FF2B5EF4-FFF2-40B4-BE49-F238E27FC236}">
                <a16:creationId xmlns:a16="http://schemas.microsoft.com/office/drawing/2014/main" id="{7D29A809-5D9D-43BC-98A5-9656BC4A6261}"/>
              </a:ext>
            </a:extLst>
          </p:cNvPr>
          <p:cNvSpPr>
            <a:spLocks xmlns:a="http://schemas.openxmlformats.org/drawingml/2006/main" noGrp="1"/>
          </p:cNvSpPr>
          <p:nvPr/>
        </p:nvSpPr>
        <p:spPr>
          <a:xfrm xmlns:a="http://schemas.openxmlformats.org/drawingml/2006/main">
            <a:off x="742950" y="3409950"/>
            <a:ext cx="1695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dueño + alcance</a:t>
            </a:r>
          </a:p>
        </p:txBody>
      </p:sp>
      <p:sp>
        <p:nvSpPr>
          <p:cNvPr id="15" name="">
            <a:extLst xmlns:a="http://schemas.openxmlformats.org/drawingml/2006/main">
              <a:ext uri="{FF2B5EF4-FFF2-40B4-BE49-F238E27FC236}">
                <a16:creationId xmlns:a16="http://schemas.microsoft.com/office/drawing/2014/main" id="{BC391A9A-70BA-453E-8032-69185FA166BF}"/>
              </a:ext>
            </a:extLst>
          </p:cNvPr>
          <p:cNvSpPr>
            <a:spLocks xmlns:a="http://schemas.openxmlformats.org/drawingml/2006/main" noGrp="1"/>
          </p:cNvSpPr>
          <p:nvPr/>
        </p:nvSpPr>
        <p:spPr>
          <a:xfrm xmlns:a="http://schemas.openxmlformats.org/drawingml/2006/main">
            <a:off x="2800350" y="2895600"/>
            <a:ext cx="1962150" cy="990600"/>
          </a:xfrm>
          <a:prstGeom xmlns:a="http://schemas.openxmlformats.org/drawingml/2006/main" prst="rect">
            <a:avLst/>
          </a:prstGeom>
          <a:solidFill xmlns:a="http://schemas.openxmlformats.org/drawingml/2006/main">
            <a:srgbClr val="2B0D3B"/>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4B9771AD-EF37-4F56-BB99-B102BD0196F9}"/>
              </a:ext>
            </a:extLst>
          </p:cNvPr>
          <p:cNvSpPr>
            <a:spLocks xmlns:a="http://schemas.openxmlformats.org/drawingml/2006/main" noGrp="1"/>
          </p:cNvSpPr>
          <p:nvPr/>
        </p:nvSpPr>
        <p:spPr>
          <a:xfrm xmlns:a="http://schemas.openxmlformats.org/drawingml/2006/main">
            <a:off x="2933700" y="3048000"/>
            <a:ext cx="1695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2 SEP</a:t>
            </a:r>
          </a:p>
        </p:txBody>
      </p:sp>
      <p:sp>
        <p:nvSpPr>
          <p:cNvPr id="17" name="">
            <a:extLst xmlns:a="http://schemas.openxmlformats.org/drawingml/2006/main">
              <a:ext uri="{FF2B5EF4-FFF2-40B4-BE49-F238E27FC236}">
                <a16:creationId xmlns:a16="http://schemas.microsoft.com/office/drawing/2014/main" id="{16D6F86F-A1C4-433B-AD67-1D0D539FC7D7}"/>
              </a:ext>
            </a:extLst>
          </p:cNvPr>
          <p:cNvSpPr>
            <a:spLocks xmlns:a="http://schemas.openxmlformats.org/drawingml/2006/main" noGrp="1"/>
          </p:cNvSpPr>
          <p:nvPr/>
        </p:nvSpPr>
        <p:spPr>
          <a:xfrm xmlns:a="http://schemas.openxmlformats.org/drawingml/2006/main">
            <a:off x="2933700" y="3409950"/>
            <a:ext cx="1695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plano + puntos</a:t>
            </a:r>
          </a:p>
        </p:txBody>
      </p:sp>
      <p:sp>
        <p:nvSpPr>
          <p:cNvPr id="18" name="">
            <a:extLst xmlns:a="http://schemas.openxmlformats.org/drawingml/2006/main">
              <a:ext uri="{FF2B5EF4-FFF2-40B4-BE49-F238E27FC236}">
                <a16:creationId xmlns:a16="http://schemas.microsoft.com/office/drawing/2014/main" id="{186E12B7-A8AC-4E8C-AEED-2BC31274D6C5}"/>
              </a:ext>
            </a:extLst>
          </p:cNvPr>
          <p:cNvSpPr>
            <a:spLocks xmlns:a="http://schemas.openxmlformats.org/drawingml/2006/main" noGrp="1"/>
          </p:cNvSpPr>
          <p:nvPr/>
        </p:nvSpPr>
        <p:spPr>
          <a:xfrm xmlns:a="http://schemas.openxmlformats.org/drawingml/2006/main">
            <a:off x="4991100" y="2895600"/>
            <a:ext cx="1962150" cy="990600"/>
          </a:xfrm>
          <a:prstGeom xmlns:a="http://schemas.openxmlformats.org/drawingml/2006/main" prst="rect">
            <a:avLst/>
          </a:prstGeom>
          <a:solidFill xmlns:a="http://schemas.openxmlformats.org/drawingml/2006/main">
            <a:srgbClr val="2B0D3B"/>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3647C45A-C98B-448E-A448-2404CE598907}"/>
              </a:ext>
            </a:extLst>
          </p:cNvPr>
          <p:cNvSpPr>
            <a:spLocks xmlns:a="http://schemas.openxmlformats.org/drawingml/2006/main" noGrp="1"/>
          </p:cNvSpPr>
          <p:nvPr/>
        </p:nvSpPr>
        <p:spPr>
          <a:xfrm xmlns:a="http://schemas.openxmlformats.org/drawingml/2006/main">
            <a:off x="5124450" y="3048000"/>
            <a:ext cx="1695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9 SEP</a:t>
            </a:r>
          </a:p>
        </p:txBody>
      </p:sp>
      <p:sp>
        <p:nvSpPr>
          <p:cNvPr id="20" name="">
            <a:extLst xmlns:a="http://schemas.openxmlformats.org/drawingml/2006/main">
              <a:ext uri="{FF2B5EF4-FFF2-40B4-BE49-F238E27FC236}">
                <a16:creationId xmlns:a16="http://schemas.microsoft.com/office/drawing/2014/main" id="{5A50B079-CF8E-4379-B791-61783ECB7B94}"/>
              </a:ext>
            </a:extLst>
          </p:cNvPr>
          <p:cNvSpPr>
            <a:spLocks xmlns:a="http://schemas.openxmlformats.org/drawingml/2006/main" noGrp="1"/>
          </p:cNvSpPr>
          <p:nvPr/>
        </p:nvSpPr>
        <p:spPr>
          <a:xfrm xmlns:a="http://schemas.openxmlformats.org/drawingml/2006/main">
            <a:off x="5124450" y="3409950"/>
            <a:ext cx="1695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prototipo 1 zona</a:t>
            </a:r>
          </a:p>
        </p:txBody>
      </p:sp>
      <p:sp>
        <p:nvSpPr>
          <p:cNvPr id="21" name="">
            <a:extLst xmlns:a="http://schemas.openxmlformats.org/drawingml/2006/main">
              <a:ext uri="{FF2B5EF4-FFF2-40B4-BE49-F238E27FC236}">
                <a16:creationId xmlns:a16="http://schemas.microsoft.com/office/drawing/2014/main" id="{A7AD3AE6-F307-4843-8A9A-3E5A5BB657DE}"/>
              </a:ext>
            </a:extLst>
          </p:cNvPr>
          <p:cNvSpPr>
            <a:spLocks xmlns:a="http://schemas.openxmlformats.org/drawingml/2006/main" noGrp="1"/>
          </p:cNvSpPr>
          <p:nvPr/>
        </p:nvSpPr>
        <p:spPr>
          <a:xfrm xmlns:a="http://schemas.openxmlformats.org/drawingml/2006/main">
            <a:off x="7181850" y="2895600"/>
            <a:ext cx="1962150" cy="990600"/>
          </a:xfrm>
          <a:prstGeom xmlns:a="http://schemas.openxmlformats.org/drawingml/2006/main" prst="rect">
            <a:avLst/>
          </a:prstGeom>
          <a:solidFill xmlns:a="http://schemas.openxmlformats.org/drawingml/2006/main">
            <a:srgbClr val="2B0D3B"/>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313078B9-EC3F-4232-B62B-F6C7B598AE71}"/>
              </a:ext>
            </a:extLst>
          </p:cNvPr>
          <p:cNvSpPr>
            <a:spLocks xmlns:a="http://schemas.openxmlformats.org/drawingml/2006/main" noGrp="1"/>
          </p:cNvSpPr>
          <p:nvPr/>
        </p:nvSpPr>
        <p:spPr>
          <a:xfrm xmlns:a="http://schemas.openxmlformats.org/drawingml/2006/main">
            <a:off x="7315200" y="3048000"/>
            <a:ext cx="1695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16 SEP</a:t>
            </a:r>
          </a:p>
        </p:txBody>
      </p:sp>
      <p:sp>
        <p:nvSpPr>
          <p:cNvPr id="23" name="">
            <a:extLst xmlns:a="http://schemas.openxmlformats.org/drawingml/2006/main">
              <a:ext uri="{FF2B5EF4-FFF2-40B4-BE49-F238E27FC236}">
                <a16:creationId xmlns:a16="http://schemas.microsoft.com/office/drawing/2014/main" id="{B621C384-FF9F-40A9-9120-A68C89B10B32}"/>
              </a:ext>
            </a:extLst>
          </p:cNvPr>
          <p:cNvSpPr>
            <a:spLocks xmlns:a="http://schemas.openxmlformats.org/drawingml/2006/main" noGrp="1"/>
          </p:cNvSpPr>
          <p:nvPr/>
        </p:nvSpPr>
        <p:spPr>
          <a:xfrm xmlns:a="http://schemas.openxmlformats.org/drawingml/2006/main">
            <a:off x="7315200" y="3409950"/>
            <a:ext cx="1695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mapa + agenda</a:t>
            </a:r>
          </a:p>
        </p:txBody>
      </p:sp>
      <p:sp>
        <p:nvSpPr>
          <p:cNvPr id="24" name="">
            <a:extLst xmlns:a="http://schemas.openxmlformats.org/drawingml/2006/main">
              <a:ext uri="{FF2B5EF4-FFF2-40B4-BE49-F238E27FC236}">
                <a16:creationId xmlns:a16="http://schemas.microsoft.com/office/drawing/2014/main" id="{5E5F5DC7-3FCC-4D24-81A4-B3FC06C6F5BF}"/>
              </a:ext>
            </a:extLst>
          </p:cNvPr>
          <p:cNvSpPr>
            <a:spLocks xmlns:a="http://schemas.openxmlformats.org/drawingml/2006/main" noGrp="1"/>
          </p:cNvSpPr>
          <p:nvPr/>
        </p:nvSpPr>
        <p:spPr>
          <a:xfrm xmlns:a="http://schemas.openxmlformats.org/drawingml/2006/main">
            <a:off x="9372600" y="2895600"/>
            <a:ext cx="1962150" cy="990600"/>
          </a:xfrm>
          <a:prstGeom xmlns:a="http://schemas.openxmlformats.org/drawingml/2006/main" prst="rect">
            <a:avLst/>
          </a:prstGeom>
          <a:solidFill xmlns:a="http://schemas.openxmlformats.org/drawingml/2006/main">
            <a:srgbClr val="2B0D3B"/>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6F860F5A-54E7-4175-9499-10EEA7049F67}"/>
              </a:ext>
            </a:extLst>
          </p:cNvPr>
          <p:cNvSpPr>
            <a:spLocks xmlns:a="http://schemas.openxmlformats.org/drawingml/2006/main" noGrp="1"/>
          </p:cNvSpPr>
          <p:nvPr/>
        </p:nvSpPr>
        <p:spPr>
          <a:xfrm xmlns:a="http://schemas.openxmlformats.org/drawingml/2006/main">
            <a:off x="9505950" y="3048000"/>
            <a:ext cx="1695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25 SEP</a:t>
            </a:r>
          </a:p>
        </p:txBody>
      </p:sp>
      <p:sp>
        <p:nvSpPr>
          <p:cNvPr id="26" name="">
            <a:extLst xmlns:a="http://schemas.openxmlformats.org/drawingml/2006/main">
              <a:ext uri="{FF2B5EF4-FFF2-40B4-BE49-F238E27FC236}">
                <a16:creationId xmlns:a16="http://schemas.microsoft.com/office/drawing/2014/main" id="{D5F4F91F-B799-48FC-B5CC-4CB651993010}"/>
              </a:ext>
            </a:extLst>
          </p:cNvPr>
          <p:cNvSpPr>
            <a:spLocks xmlns:a="http://schemas.openxmlformats.org/drawingml/2006/main" noGrp="1"/>
          </p:cNvSpPr>
          <p:nvPr/>
        </p:nvSpPr>
        <p:spPr>
          <a:xfrm xmlns:a="http://schemas.openxmlformats.org/drawingml/2006/main">
            <a:off x="9505950" y="3409950"/>
            <a:ext cx="1695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prueba con familias</a:t>
            </a:r>
          </a:p>
        </p:txBody>
      </p:sp>
      <p:sp>
        <p:nvSpPr>
          <p:cNvPr id="27" name="">
            <a:extLst xmlns:a="http://schemas.openxmlformats.org/drawingml/2006/main">
              <a:ext uri="{FF2B5EF4-FFF2-40B4-BE49-F238E27FC236}">
                <a16:creationId xmlns:a16="http://schemas.microsoft.com/office/drawing/2014/main" id="{306DF33E-4BB0-46E9-85CB-B234794325AB}"/>
              </a:ext>
            </a:extLst>
          </p:cNvPr>
          <p:cNvSpPr>
            <a:spLocks xmlns:a="http://schemas.openxmlformats.org/drawingml/2006/main" noGrp="1"/>
          </p:cNvSpPr>
          <p:nvPr/>
        </p:nvSpPr>
        <p:spPr>
          <a:xfrm xmlns:a="http://schemas.openxmlformats.org/drawingml/2006/main">
            <a:off x="609600" y="4114800"/>
            <a:ext cx="1962150" cy="990600"/>
          </a:xfrm>
          <a:prstGeom xmlns:a="http://schemas.openxmlformats.org/drawingml/2006/main" prst="rect">
            <a:avLst/>
          </a:prstGeom>
          <a:solidFill xmlns:a="http://schemas.openxmlformats.org/drawingml/2006/main">
            <a:srgbClr val="2B0D3B"/>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36BA0D09-187F-4875-AA09-0B05E29C61E7}"/>
              </a:ext>
            </a:extLst>
          </p:cNvPr>
          <p:cNvSpPr>
            <a:spLocks xmlns:a="http://schemas.openxmlformats.org/drawingml/2006/main" noGrp="1"/>
          </p:cNvSpPr>
          <p:nvPr/>
        </p:nvSpPr>
        <p:spPr>
          <a:xfrm xmlns:a="http://schemas.openxmlformats.org/drawingml/2006/main">
            <a:off x="742950" y="4267200"/>
            <a:ext cx="1695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2 OCT</a:t>
            </a:r>
          </a:p>
        </p:txBody>
      </p:sp>
      <p:sp>
        <p:nvSpPr>
          <p:cNvPr id="29" name="">
            <a:extLst xmlns:a="http://schemas.openxmlformats.org/drawingml/2006/main">
              <a:ext uri="{FF2B5EF4-FFF2-40B4-BE49-F238E27FC236}">
                <a16:creationId xmlns:a16="http://schemas.microsoft.com/office/drawing/2014/main" id="{DA47A1A5-9C28-4CCD-AD6B-8F352EC32DD1}"/>
              </a:ext>
            </a:extLst>
          </p:cNvPr>
          <p:cNvSpPr>
            <a:spLocks xmlns:a="http://schemas.openxmlformats.org/drawingml/2006/main" noGrp="1"/>
          </p:cNvSpPr>
          <p:nvPr/>
        </p:nvSpPr>
        <p:spPr>
          <a:xfrm xmlns:a="http://schemas.openxmlformats.org/drawingml/2006/main">
            <a:off x="742950" y="4629150"/>
            <a:ext cx="1695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candidata offline</a:t>
            </a:r>
          </a:p>
        </p:txBody>
      </p:sp>
      <p:sp>
        <p:nvSpPr>
          <p:cNvPr id="30" name="">
            <a:extLst xmlns:a="http://schemas.openxmlformats.org/drawingml/2006/main">
              <a:ext uri="{FF2B5EF4-FFF2-40B4-BE49-F238E27FC236}">
                <a16:creationId xmlns:a16="http://schemas.microsoft.com/office/drawing/2014/main" id="{32909FEE-E115-4097-B42E-95435BC0CB4C}"/>
              </a:ext>
            </a:extLst>
          </p:cNvPr>
          <p:cNvSpPr>
            <a:spLocks xmlns:a="http://schemas.openxmlformats.org/drawingml/2006/main" noGrp="1"/>
          </p:cNvSpPr>
          <p:nvPr/>
        </p:nvSpPr>
        <p:spPr>
          <a:xfrm xmlns:a="http://schemas.openxmlformats.org/drawingml/2006/main">
            <a:off x="2800350" y="4114800"/>
            <a:ext cx="1962150" cy="990600"/>
          </a:xfrm>
          <a:prstGeom xmlns:a="http://schemas.openxmlformats.org/drawingml/2006/main" prst="rect">
            <a:avLst/>
          </a:prstGeom>
          <a:solidFill xmlns:a="http://schemas.openxmlformats.org/drawingml/2006/main">
            <a:srgbClr val="2B0D3B"/>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12AFA940-EC0F-4361-A5F0-6A3CC32CCB55}"/>
              </a:ext>
            </a:extLst>
          </p:cNvPr>
          <p:cNvSpPr>
            <a:spLocks xmlns:a="http://schemas.openxmlformats.org/drawingml/2006/main" noGrp="1"/>
          </p:cNvSpPr>
          <p:nvPr/>
        </p:nvSpPr>
        <p:spPr>
          <a:xfrm xmlns:a="http://schemas.openxmlformats.org/drawingml/2006/main">
            <a:off x="2933700" y="4267200"/>
            <a:ext cx="1695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14 OCT</a:t>
            </a:r>
          </a:p>
        </p:txBody>
      </p:sp>
      <p:sp>
        <p:nvSpPr>
          <p:cNvPr id="32" name="">
            <a:extLst xmlns:a="http://schemas.openxmlformats.org/drawingml/2006/main">
              <a:ext uri="{FF2B5EF4-FFF2-40B4-BE49-F238E27FC236}">
                <a16:creationId xmlns:a16="http://schemas.microsoft.com/office/drawing/2014/main" id="{047D64CE-0033-4B09-BFD8-52E2B881D6D5}"/>
              </a:ext>
            </a:extLst>
          </p:cNvPr>
          <p:cNvSpPr>
            <a:spLocks xmlns:a="http://schemas.openxmlformats.org/drawingml/2006/main" noGrp="1"/>
          </p:cNvSpPr>
          <p:nvPr/>
        </p:nvSpPr>
        <p:spPr>
          <a:xfrm xmlns:a="http://schemas.openxmlformats.org/drawingml/2006/main">
            <a:off x="2933700" y="4629150"/>
            <a:ext cx="1695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datos + QR + señalética</a:t>
            </a:r>
          </a:p>
        </p:txBody>
      </p:sp>
      <p:sp>
        <p:nvSpPr>
          <p:cNvPr id="33" name="">
            <a:extLst xmlns:a="http://schemas.openxmlformats.org/drawingml/2006/main">
              <a:ext uri="{FF2B5EF4-FFF2-40B4-BE49-F238E27FC236}">
                <a16:creationId xmlns:a16="http://schemas.microsoft.com/office/drawing/2014/main" id="{F333DBD3-7365-49B2-BDDD-C622A04AC1C8}"/>
              </a:ext>
            </a:extLst>
          </p:cNvPr>
          <p:cNvSpPr>
            <a:spLocks xmlns:a="http://schemas.openxmlformats.org/drawingml/2006/main" noGrp="1"/>
          </p:cNvSpPr>
          <p:nvPr/>
        </p:nvSpPr>
        <p:spPr>
          <a:xfrm xmlns:a="http://schemas.openxmlformats.org/drawingml/2006/main">
            <a:off x="4991100" y="4114800"/>
            <a:ext cx="1962150" cy="990600"/>
          </a:xfrm>
          <a:prstGeom xmlns:a="http://schemas.openxmlformats.org/drawingml/2006/main" prst="rect">
            <a:avLst/>
          </a:prstGeom>
          <a:solidFill xmlns:a="http://schemas.openxmlformats.org/drawingml/2006/main">
            <a:srgbClr val="FFC928"/>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86F5B113-FB45-43F1-A2AF-CD1CCF3B09FA}"/>
              </a:ext>
            </a:extLst>
          </p:cNvPr>
          <p:cNvSpPr>
            <a:spLocks xmlns:a="http://schemas.openxmlformats.org/drawingml/2006/main" noGrp="1"/>
          </p:cNvSpPr>
          <p:nvPr/>
        </p:nvSpPr>
        <p:spPr>
          <a:xfrm xmlns:a="http://schemas.openxmlformats.org/drawingml/2006/main">
            <a:off x="5124450" y="4267200"/>
            <a:ext cx="1695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1" i="0">
                <a:solidFill>
                  <a:srgbClr val="25112C"/>
                </a:solidFill>
                <a:latin typeface="Avenir Next"/>
                <a:ea typeface="Avenir Next"/>
                <a:cs typeface="Avenir Next"/>
              </a:defRPr>
            </a:pPr>
            <a:r>
              <a:rPr sz="975" b="1" i="0">
                <a:solidFill>
                  <a:srgbClr val="25112C"/>
                </a:solidFill>
                <a:latin typeface="Avenir Next"/>
                <a:ea typeface="Avenir Next"/>
                <a:cs typeface="Avenir Next"/>
              </a:rPr>
              <a:t>21 OCT</a:t>
            </a:r>
          </a:p>
        </p:txBody>
      </p:sp>
      <p:sp>
        <p:nvSpPr>
          <p:cNvPr id="35" name="">
            <a:extLst xmlns:a="http://schemas.openxmlformats.org/drawingml/2006/main">
              <a:ext uri="{FF2B5EF4-FFF2-40B4-BE49-F238E27FC236}">
                <a16:creationId xmlns:a16="http://schemas.microsoft.com/office/drawing/2014/main" id="{1C0FBD71-B398-4D1E-85F3-C6550CA7B748}"/>
              </a:ext>
            </a:extLst>
          </p:cNvPr>
          <p:cNvSpPr>
            <a:spLocks xmlns:a="http://schemas.openxmlformats.org/drawingml/2006/main" noGrp="1"/>
          </p:cNvSpPr>
          <p:nvPr/>
        </p:nvSpPr>
        <p:spPr>
          <a:xfrm xmlns:a="http://schemas.openxmlformats.org/drawingml/2006/main">
            <a:off x="5124450" y="4629150"/>
            <a:ext cx="1695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25112C"/>
                </a:solidFill>
                <a:latin typeface="Avenir Next"/>
                <a:ea typeface="Avenir Next"/>
                <a:cs typeface="Avenir Next"/>
              </a:defRPr>
            </a:pPr>
            <a:r>
              <a:rPr sz="1050" b="1" i="0">
                <a:solidFill>
                  <a:srgbClr val="25112C"/>
                </a:solidFill>
                <a:latin typeface="Avenir Next"/>
                <a:ea typeface="Avenir Next"/>
                <a:cs typeface="Avenir Next"/>
              </a:rPr>
              <a:t>GO / NO-GO</a:t>
            </a:r>
          </a:p>
        </p:txBody>
      </p:sp>
      <p:sp>
        <p:nvSpPr>
          <p:cNvPr id="36" name="">
            <a:extLst xmlns:a="http://schemas.openxmlformats.org/drawingml/2006/main">
              <a:ext uri="{FF2B5EF4-FFF2-40B4-BE49-F238E27FC236}">
                <a16:creationId xmlns:a16="http://schemas.microsoft.com/office/drawing/2014/main" id="{C7B60A97-2AF2-4002-81A4-0A788CE6FDF5}"/>
              </a:ext>
            </a:extLst>
          </p:cNvPr>
          <p:cNvSpPr>
            <a:spLocks xmlns:a="http://schemas.openxmlformats.org/drawingml/2006/main" noGrp="1"/>
          </p:cNvSpPr>
          <p:nvPr/>
        </p:nvSpPr>
        <p:spPr>
          <a:xfrm xmlns:a="http://schemas.openxmlformats.org/drawingml/2006/main">
            <a:off x="7181850" y="4114800"/>
            <a:ext cx="1962150" cy="990600"/>
          </a:xfrm>
          <a:prstGeom xmlns:a="http://schemas.openxmlformats.org/drawingml/2006/main" prst="rect">
            <a:avLst/>
          </a:prstGeom>
          <a:solidFill xmlns:a="http://schemas.openxmlformats.org/drawingml/2006/main">
            <a:srgbClr val="2B0D3B"/>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D6058703-EC02-467C-B526-FC14B8EDD687}"/>
              </a:ext>
            </a:extLst>
          </p:cNvPr>
          <p:cNvSpPr>
            <a:spLocks xmlns:a="http://schemas.openxmlformats.org/drawingml/2006/main" noGrp="1"/>
          </p:cNvSpPr>
          <p:nvPr/>
        </p:nvSpPr>
        <p:spPr>
          <a:xfrm xmlns:a="http://schemas.openxmlformats.org/drawingml/2006/main">
            <a:off x="7315200" y="4267200"/>
            <a:ext cx="1695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28 OCT</a:t>
            </a:r>
          </a:p>
        </p:txBody>
      </p:sp>
      <p:sp>
        <p:nvSpPr>
          <p:cNvPr id="38" name="">
            <a:extLst xmlns:a="http://schemas.openxmlformats.org/drawingml/2006/main">
              <a:ext uri="{FF2B5EF4-FFF2-40B4-BE49-F238E27FC236}">
                <a16:creationId xmlns:a16="http://schemas.microsoft.com/office/drawing/2014/main" id="{B819635E-F2EE-4222-819C-532096EEBCDB}"/>
              </a:ext>
            </a:extLst>
          </p:cNvPr>
          <p:cNvSpPr>
            <a:spLocks xmlns:a="http://schemas.openxmlformats.org/drawingml/2006/main" noGrp="1"/>
          </p:cNvSpPr>
          <p:nvPr/>
        </p:nvSpPr>
        <p:spPr>
          <a:xfrm xmlns:a="http://schemas.openxmlformats.org/drawingml/2006/main">
            <a:off x="7315200" y="4629150"/>
            <a:ext cx="1695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simulacro final</a:t>
            </a:r>
          </a:p>
        </p:txBody>
      </p:sp>
      <p:sp>
        <p:nvSpPr>
          <p:cNvPr id="39" name="">
            <a:extLst xmlns:a="http://schemas.openxmlformats.org/drawingml/2006/main">
              <a:ext uri="{FF2B5EF4-FFF2-40B4-BE49-F238E27FC236}">
                <a16:creationId xmlns:a16="http://schemas.microsoft.com/office/drawing/2014/main" id="{0B0BDE37-2996-42F1-9FAF-4C161A3B6DD3}"/>
              </a:ext>
            </a:extLst>
          </p:cNvPr>
          <p:cNvSpPr>
            <a:spLocks xmlns:a="http://schemas.openxmlformats.org/drawingml/2006/main" noGrp="1"/>
          </p:cNvSpPr>
          <p:nvPr/>
        </p:nvSpPr>
        <p:spPr>
          <a:xfrm xmlns:a="http://schemas.openxmlformats.org/drawingml/2006/main">
            <a:off x="609600" y="5467350"/>
            <a:ext cx="10744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900" b="1" i="0">
                <a:solidFill>
                  <a:srgbClr val="FFFFFF"/>
                </a:solidFill>
                <a:latin typeface="Avenir Next"/>
                <a:ea typeface="Avenir Next"/>
                <a:cs typeface="Avenir Next"/>
              </a:defRPr>
            </a:pPr>
            <a:r>
              <a:rPr sz="900" b="1" i="0">
                <a:solidFill>
                  <a:srgbClr val="FFFFFF"/>
                </a:solidFill>
                <a:latin typeface="Avenir Next"/>
                <a:ea typeface="Avenir Next"/>
                <a:cs typeface="Avenir Next"/>
              </a:rPr>
              <a:t>PRUEBAS OBLIGATORIAS: CAMPO · SEÑAL DÉBIL · UNA MANO · LUZ EXTERIOR · QR · MAPA IMPRESO · CONTINGENCIA</a:t>
            </a:r>
          </a:p>
        </p:txBody>
      </p:sp>
      <p:sp>
        <p:nvSpPr>
          <p:cNvPr id="40" name="">
            <a:extLst xmlns:a="http://schemas.openxmlformats.org/drawingml/2006/main">
              <a:ext uri="{FF2B5EF4-FFF2-40B4-BE49-F238E27FC236}">
                <a16:creationId xmlns:a16="http://schemas.microsoft.com/office/drawing/2014/main" id="{AABF8388-F6B7-4260-8122-6A40FA40653C}"/>
              </a:ext>
            </a:extLst>
          </p:cNvPr>
          <p:cNvSpPr>
            <a:spLocks xmlns:a="http://schemas.openxmlformats.org/drawingml/2006/main" noGrp="1"/>
          </p:cNvSpPr>
          <p:nvPr/>
        </p:nvSpPr>
        <p:spPr>
          <a:xfrm xmlns:a="http://schemas.openxmlformats.org/drawingml/2006/main">
            <a:off x="609600" y="5810250"/>
            <a:ext cx="10744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975" b="1" i="0">
                <a:solidFill>
                  <a:srgbClr val="FFC928"/>
                </a:solidFill>
                <a:latin typeface="Avenir Next"/>
                <a:ea typeface="Avenir Next"/>
                <a:cs typeface="Avenir Next"/>
              </a:defRPr>
            </a:pPr>
            <a:r>
              <a:rPr sz="975" b="1" i="0">
                <a:solidFill>
                  <a:srgbClr val="FFC928"/>
                </a:solidFill>
                <a:latin typeface="Avenir Next"/>
                <a:ea typeface="Avenir Next"/>
                <a:cs typeface="Avenir Next"/>
              </a:rPr>
              <a:t>21 OCT ES UNA PUERTA DE DECISIÓN, NO UNA FECHA AUTOMÁTICA DE PUBLICACIÓN.</a:t>
            </a:r>
          </a:p>
        </p:txBody>
      </p:sp>
    </p:spTree>
    <p:extLst>
      <p:ext uri="{BB962C8B-B14F-4D97-AF65-F5344CB8AC3E}">
        <p14:creationId xmlns:p14="http://schemas.microsoft.com/office/powerpoint/2010/main" val="1355242391"/>
      </p:ext>
    </p:extLst>
  </p:cSld>
</p:sld>
</file>

<file path=ppt/slides/slide42.xml><?xml version="1.0" encoding="utf-8"?>
<p:sld xmlns:p="http://schemas.openxmlformats.org/presentationml/2006/main">
  <p:cSld>
    <p:bg>
      <p:bgPr>
        <a:solidFill xmlns:a="http://schemas.openxmlformats.org/drawingml/2006/main">
          <a:srgbClr val="160A22"/>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ACDA7CFA-88BB-47A4-8D3D-276F48CA6531}"/>
              </a:ext>
            </a:extLst>
          </p:cNvPr>
          <p:cNvSpPr>
            <a:spLocks xmlns:a="http://schemas.openxmlformats.org/drawingml/2006/main" noGrp="1"/>
          </p:cNvSpPr>
          <p:nvPr/>
        </p:nvSpPr>
        <p:spPr>
          <a:xfrm xmlns:a="http://schemas.openxmlformats.org/drawingml/2006/main">
            <a:off x="0" y="0"/>
            <a:ext cx="2438400" cy="66675"/>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6BDE822-8242-4998-B974-EC32D8BC4553}"/>
              </a:ext>
            </a:extLst>
          </p:cNvPr>
          <p:cNvSpPr>
            <a:spLocks xmlns:a="http://schemas.openxmlformats.org/drawingml/2006/main" noGrp="1"/>
          </p:cNvSpPr>
          <p:nvPr/>
        </p:nvSpPr>
        <p:spPr>
          <a:xfrm xmlns:a="http://schemas.openxmlformats.org/drawingml/2006/main">
            <a:off x="2438400" y="0"/>
            <a:ext cx="2438400" cy="66675"/>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8C9A546-1A2A-4960-B1EE-46A08784249D}"/>
              </a:ext>
            </a:extLst>
          </p:cNvPr>
          <p:cNvSpPr>
            <a:spLocks xmlns:a="http://schemas.openxmlformats.org/drawingml/2006/main" noGrp="1"/>
          </p:cNvSpPr>
          <p:nvPr/>
        </p:nvSpPr>
        <p:spPr>
          <a:xfrm xmlns:a="http://schemas.openxmlformats.org/drawingml/2006/main">
            <a:off x="4876800" y="0"/>
            <a:ext cx="2438400" cy="66675"/>
          </a:xfrm>
          <a:prstGeom xmlns:a="http://schemas.openxmlformats.org/drawingml/2006/main" prst="rect">
            <a:avLst/>
          </a:prstGeom>
          <a:solidFill xmlns:a="http://schemas.openxmlformats.org/drawingml/2006/main">
            <a:srgbClr val="FFC92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67BA178-6BC4-475B-8E68-0FF70D528BBB}"/>
              </a:ext>
            </a:extLst>
          </p:cNvPr>
          <p:cNvSpPr>
            <a:spLocks xmlns:a="http://schemas.openxmlformats.org/drawingml/2006/main" noGrp="1"/>
          </p:cNvSpPr>
          <p:nvPr/>
        </p:nvSpPr>
        <p:spPr>
          <a:xfrm xmlns:a="http://schemas.openxmlformats.org/drawingml/2006/main">
            <a:off x="7315200" y="0"/>
            <a:ext cx="2438400" cy="66675"/>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92866AB9-4689-46AC-B922-EAE42FCB39DE}"/>
              </a:ext>
            </a:extLst>
          </p:cNvPr>
          <p:cNvSpPr>
            <a:spLocks xmlns:a="http://schemas.openxmlformats.org/drawingml/2006/main" noGrp="1"/>
          </p:cNvSpPr>
          <p:nvPr/>
        </p:nvSpPr>
        <p:spPr>
          <a:xfrm xmlns:a="http://schemas.openxmlformats.org/drawingml/2006/main">
            <a:off x="9753600" y="0"/>
            <a:ext cx="2438400" cy="66675"/>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923DD777-A24A-4EFB-AB08-26B59E0D8667}"/>
              </a:ext>
            </a:extLst>
          </p:cNvPr>
          <p:cNvSpPr>
            <a:spLocks xmlns:a="http://schemas.openxmlformats.org/drawingml/2006/main" noGrp="1"/>
          </p:cNvSpPr>
          <p:nvPr/>
        </p:nvSpPr>
        <p:spPr>
          <a:xfrm xmlns:a="http://schemas.openxmlformats.org/drawingml/2006/main">
            <a:off x="609600" y="26670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FFC928"/>
                </a:solidFill>
                <a:latin typeface="Avenir Next"/>
                <a:ea typeface="Avenir Next"/>
                <a:cs typeface="Avenir Next"/>
              </a:defRPr>
            </a:pPr>
            <a:r>
              <a:rPr sz="825" b="1" i="0">
                <a:solidFill>
                  <a:srgbClr val="FFC928"/>
                </a:solidFill>
                <a:latin typeface="Avenir Next"/>
                <a:ea typeface="Avenir Next"/>
                <a:cs typeface="Avenir Next"/>
              </a:rPr>
              <a:t>APP · PRUEBA DE ÉXITO</a:t>
            </a:r>
          </a:p>
        </p:txBody>
      </p:sp>
      <p:sp>
        <p:nvSpPr>
          <p:cNvPr id="7" name="">
            <a:extLst xmlns:a="http://schemas.openxmlformats.org/drawingml/2006/main">
              <a:ext uri="{FF2B5EF4-FFF2-40B4-BE49-F238E27FC236}">
                <a16:creationId xmlns:a16="http://schemas.microsoft.com/office/drawing/2014/main" id="{E6F1D926-6081-472B-8677-504A6F2A3394}"/>
              </a:ext>
            </a:extLst>
          </p:cNvPr>
          <p:cNvSpPr>
            <a:spLocks xmlns:a="http://schemas.openxmlformats.org/drawingml/2006/main" noGrp="1"/>
          </p:cNvSpPr>
          <p:nvPr/>
        </p:nvSpPr>
        <p:spPr>
          <a:xfrm xmlns:a="http://schemas.openxmlformats.org/drawingml/2006/main">
            <a:off x="609600" y="6534150"/>
            <a:ext cx="4762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675" b="1" i="0">
                <a:solidFill>
                  <a:srgbClr val="FFFFFF">
                    <a:alpha val="52000"/>
                  </a:srgbClr>
                </a:solidFill>
                <a:latin typeface="Avenir Next"/>
                <a:ea typeface="Avenir Next"/>
                <a:cs typeface="Avenir Next"/>
              </a:defRPr>
            </a:pPr>
            <a:r>
              <a:rPr sz="675" b="1" i="0">
                <a:solidFill>
                  <a:srgbClr val="FFFFFF">
                    <a:alpha val="52000"/>
                  </a:srgbClr>
                </a:solidFill>
                <a:latin typeface="Avenir Next"/>
                <a:ea typeface="Avenir Next"/>
                <a:cs typeface="Avenir Next"/>
              </a:rPr>
              <a:t>DOCUMENTO INTERNO · PROPUESTA EN REVISIÓN</a:t>
            </a:r>
          </a:p>
        </p:txBody>
      </p:sp>
      <p:sp>
        <p:nvSpPr>
          <p:cNvPr id="8" name="">
            <a:extLst xmlns:a="http://schemas.openxmlformats.org/drawingml/2006/main">
              <a:ext uri="{FF2B5EF4-FFF2-40B4-BE49-F238E27FC236}">
                <a16:creationId xmlns:a16="http://schemas.microsoft.com/office/drawing/2014/main" id="{DB602D95-8E82-4FEA-8B3B-4A8E489B64E1}"/>
              </a:ext>
            </a:extLst>
          </p:cNvPr>
          <p:cNvSpPr>
            <a:spLocks xmlns:a="http://schemas.openxmlformats.org/drawingml/2006/main" noGrp="1"/>
          </p:cNvSpPr>
          <p:nvPr/>
        </p:nvSpPr>
        <p:spPr>
          <a:xfrm xmlns:a="http://schemas.openxmlformats.org/drawingml/2006/main">
            <a:off x="11239500" y="6505575"/>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750" b="1" i="0">
                <a:solidFill>
                  <a:srgbClr val="FFFFFF">
                    <a:alpha val="52000"/>
                  </a:srgbClr>
                </a:solidFill>
                <a:latin typeface="Avenir Next"/>
                <a:ea typeface="Avenir Next"/>
                <a:cs typeface="Avenir Next"/>
              </a:defRPr>
            </a:pPr>
            <a:r>
              <a:rPr sz="750" b="1" i="0">
                <a:solidFill>
                  <a:srgbClr val="FFFFFF">
                    <a:alpha val="52000"/>
                  </a:srgbClr>
                </a:solidFill>
                <a:latin typeface="Avenir Next"/>
                <a:ea typeface="Avenir Next"/>
                <a:cs typeface="Avenir Next"/>
              </a:rPr>
              <a:t>42</a:t>
            </a:r>
          </a:p>
        </p:txBody>
      </p:sp>
      <p:sp>
        <p:nvSpPr>
          <p:cNvPr id="9" name="">
            <a:extLst xmlns:a="http://schemas.openxmlformats.org/drawingml/2006/main">
              <a:ext uri="{FF2B5EF4-FFF2-40B4-BE49-F238E27FC236}">
                <a16:creationId xmlns:a16="http://schemas.microsoft.com/office/drawing/2014/main" id="{4D74FFC3-569B-44BC-A460-BABE829AEEE3}"/>
              </a:ext>
            </a:extLst>
          </p:cNvPr>
          <p:cNvSpPr>
            <a:spLocks xmlns:a="http://schemas.openxmlformats.org/drawingml/2006/main" noGrp="1"/>
          </p:cNvSpPr>
          <p:nvPr/>
        </p:nvSpPr>
        <p:spPr>
          <a:xfrm xmlns:a="http://schemas.openxmlformats.org/drawingml/2006/main">
            <a:off x="609600" y="666750"/>
            <a:ext cx="1066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FFC928"/>
                </a:solidFill>
                <a:latin typeface="Avenir Next"/>
                <a:ea typeface="Avenir Next"/>
                <a:cs typeface="Avenir Next"/>
              </a:defRPr>
            </a:pPr>
            <a:r>
              <a:rPr sz="900" b="1" i="0">
                <a:solidFill>
                  <a:srgbClr val="FFC928"/>
                </a:solidFill>
                <a:latin typeface="Avenir Next"/>
                <a:ea typeface="Avenir Next"/>
                <a:cs typeface="Avenir Next"/>
              </a:rPr>
              <a:t>CRITERIO DE SALIDA</a:t>
            </a:r>
          </a:p>
        </p:txBody>
      </p:sp>
      <p:sp>
        <p:nvSpPr>
          <p:cNvPr id="10" name="">
            <a:extLst xmlns:a="http://schemas.openxmlformats.org/drawingml/2006/main">
              <a:ext uri="{FF2B5EF4-FFF2-40B4-BE49-F238E27FC236}">
                <a16:creationId xmlns:a16="http://schemas.microsoft.com/office/drawing/2014/main" id="{A20A5C05-6486-4ACC-A864-7465070BFC3A}"/>
              </a:ext>
            </a:extLst>
          </p:cNvPr>
          <p:cNvSpPr>
            <a:spLocks xmlns:a="http://schemas.openxmlformats.org/drawingml/2006/main" noGrp="1"/>
          </p:cNvSpPr>
          <p:nvPr/>
        </p:nvSpPr>
        <p:spPr>
          <a:xfrm xmlns:a="http://schemas.openxmlformats.org/drawingml/2006/main">
            <a:off x="609600" y="990600"/>
            <a:ext cx="1066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3750" b="1" i="0">
                <a:solidFill>
                  <a:srgbClr val="FFFFFF"/>
                </a:solidFill>
                <a:latin typeface="DIN Condensed"/>
                <a:ea typeface="DIN Condensed"/>
                <a:cs typeface="DIN Condensed"/>
              </a:defRPr>
            </a:pPr>
            <a:r>
              <a:rPr sz="3750" b="1" i="0">
                <a:solidFill>
                  <a:srgbClr val="FFFFFF"/>
                </a:solidFill>
                <a:latin typeface="DIN Condensed"/>
                <a:ea typeface="DIN Condensed"/>
                <a:cs typeface="DIN Condensed"/>
              </a:rPr>
              <a:t>No medimos descargas. Medimos si la gente encuentra lo que necesita.</a:t>
            </a:r>
          </a:p>
        </p:txBody>
      </p:sp>
      <p:sp>
        <p:nvSpPr>
          <p:cNvPr id="11" name="">
            <a:extLst xmlns:a="http://schemas.openxmlformats.org/drawingml/2006/main">
              <a:ext uri="{FF2B5EF4-FFF2-40B4-BE49-F238E27FC236}">
                <a16:creationId xmlns:a16="http://schemas.microsoft.com/office/drawing/2014/main" id="{E89EA21A-F7C6-45F3-820B-56198976A316}"/>
              </a:ext>
            </a:extLst>
          </p:cNvPr>
          <p:cNvSpPr>
            <a:spLocks xmlns:a="http://schemas.openxmlformats.org/drawingml/2006/main" noGrp="1"/>
          </p:cNvSpPr>
          <p:nvPr/>
        </p:nvSpPr>
        <p:spPr>
          <a:xfrm xmlns:a="http://schemas.openxmlformats.org/drawingml/2006/main">
            <a:off x="609600" y="1828800"/>
            <a:ext cx="10668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0" i="0">
                <a:solidFill>
                  <a:srgbClr val="FFFFFF">
                    <a:alpha val="78000"/>
                  </a:srgbClr>
                </a:solidFill>
                <a:latin typeface="Avenir Next"/>
                <a:ea typeface="Avenir Next"/>
                <a:cs typeface="Avenir Next"/>
              </a:defRPr>
            </a:pPr>
            <a:r>
              <a:rPr sz="1500" b="0" i="0">
                <a:solidFill>
                  <a:srgbClr val="FFFFFF">
                    <a:alpha val="78000"/>
                  </a:srgbClr>
                </a:solidFill>
                <a:latin typeface="Avenir Next"/>
                <a:ea typeface="Avenir Next"/>
                <a:cs typeface="Avenir Next"/>
              </a:rPr>
              <a:t>La app se aprueba por tareas resueltas, consistencia física y capacidad de funcionar bajo condiciones reales.</a:t>
            </a:r>
          </a:p>
        </p:txBody>
      </p:sp>
      <p:sp>
        <p:nvSpPr>
          <p:cNvPr id="12" name="">
            <a:extLst xmlns:a="http://schemas.openxmlformats.org/drawingml/2006/main">
              <a:ext uri="{FF2B5EF4-FFF2-40B4-BE49-F238E27FC236}">
                <a16:creationId xmlns:a16="http://schemas.microsoft.com/office/drawing/2014/main" id="{4C034916-966C-4C31-9AA6-47CF6E700DCD}"/>
              </a:ext>
            </a:extLst>
          </p:cNvPr>
          <p:cNvSpPr>
            <a:spLocks xmlns:a="http://schemas.openxmlformats.org/drawingml/2006/main" noGrp="1"/>
          </p:cNvSpPr>
          <p:nvPr/>
        </p:nvSpPr>
        <p:spPr>
          <a:xfrm xmlns:a="http://schemas.openxmlformats.org/drawingml/2006/main">
            <a:off x="609600" y="2724150"/>
            <a:ext cx="2438400" cy="1809750"/>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CCCCA35C-A6EB-4E85-B1B8-C7F4C1BC89D1}"/>
              </a:ext>
            </a:extLst>
          </p:cNvPr>
          <p:cNvSpPr>
            <a:spLocks xmlns:a="http://schemas.openxmlformats.org/drawingml/2006/main" noGrp="1"/>
          </p:cNvSpPr>
          <p:nvPr/>
        </p:nvSpPr>
        <p:spPr>
          <a:xfrm xmlns:a="http://schemas.openxmlformats.org/drawingml/2006/main">
            <a:off x="781050" y="2990850"/>
            <a:ext cx="2095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3150" b="1" i="0">
                <a:solidFill>
                  <a:srgbClr val="FFFFFF"/>
                </a:solidFill>
                <a:latin typeface="DIN Condensed"/>
                <a:ea typeface="DIN Condensed"/>
                <a:cs typeface="DIN Condensed"/>
              </a:defRPr>
            </a:pPr>
            <a:r>
              <a:rPr sz="3150" b="1" i="0">
                <a:solidFill>
                  <a:srgbClr val="FFFFFF"/>
                </a:solidFill>
                <a:latin typeface="DIN Condensed"/>
                <a:ea typeface="DIN Condensed"/>
                <a:cs typeface="DIN Condensed"/>
              </a:rPr>
              <a:t>QR → MAPA</a:t>
            </a:r>
          </a:p>
        </p:txBody>
      </p:sp>
      <p:sp>
        <p:nvSpPr>
          <p:cNvPr id="14" name="">
            <a:extLst xmlns:a="http://schemas.openxmlformats.org/drawingml/2006/main">
              <a:ext uri="{FF2B5EF4-FFF2-40B4-BE49-F238E27FC236}">
                <a16:creationId xmlns:a16="http://schemas.microsoft.com/office/drawing/2014/main" id="{57E173E9-EAE6-4CBA-B1A3-92C067B37A2D}"/>
              </a:ext>
            </a:extLst>
          </p:cNvPr>
          <p:cNvSpPr>
            <a:spLocks xmlns:a="http://schemas.openxmlformats.org/drawingml/2006/main" noGrp="1"/>
          </p:cNvSpPr>
          <p:nvPr/>
        </p:nvSpPr>
        <p:spPr>
          <a:xfrm xmlns:a="http://schemas.openxmlformats.org/drawingml/2006/main">
            <a:off x="781050" y="3848100"/>
            <a:ext cx="2095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 QUE ABRE EL MAPA</a:t>
            </a:r>
          </a:p>
        </p:txBody>
      </p:sp>
      <p:sp>
        <p:nvSpPr>
          <p:cNvPr id="15" name="">
            <a:extLst xmlns:a="http://schemas.openxmlformats.org/drawingml/2006/main">
              <a:ext uri="{FF2B5EF4-FFF2-40B4-BE49-F238E27FC236}">
                <a16:creationId xmlns:a16="http://schemas.microsoft.com/office/drawing/2014/main" id="{D22E9FEE-2ABC-4B0E-9E14-63EE8E426D85}"/>
              </a:ext>
            </a:extLst>
          </p:cNvPr>
          <p:cNvSpPr>
            <a:spLocks xmlns:a="http://schemas.openxmlformats.org/drawingml/2006/main" noGrp="1"/>
          </p:cNvSpPr>
          <p:nvPr/>
        </p:nvSpPr>
        <p:spPr>
          <a:xfrm xmlns:a="http://schemas.openxmlformats.org/drawingml/2006/main">
            <a:off x="3390900" y="2724150"/>
            <a:ext cx="2438400" cy="1809750"/>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C86E34F1-B57B-4ACE-B868-BDC0C32C8AE7}"/>
              </a:ext>
            </a:extLst>
          </p:cNvPr>
          <p:cNvSpPr>
            <a:spLocks xmlns:a="http://schemas.openxmlformats.org/drawingml/2006/main" noGrp="1"/>
          </p:cNvSpPr>
          <p:nvPr/>
        </p:nvSpPr>
        <p:spPr>
          <a:xfrm xmlns:a="http://schemas.openxmlformats.org/drawingml/2006/main">
            <a:off x="3562350" y="2990850"/>
            <a:ext cx="2095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2150"/>
          </a:bodyPr>
          <a:lstStyle xmlns:a="http://schemas.openxmlformats.org/drawingml/2006/main"/>
          <a:p xmlns:a="http://schemas.openxmlformats.org/drawingml/2006/main">
            <a:pPr algn="l">
              <a:lnSpc>
                <a:spcPct val="105000"/>
              </a:lnSpc>
              <a:buNone/>
              <a:defRPr sz="4950" b="1" i="0">
                <a:solidFill>
                  <a:srgbClr val="FFFFFF"/>
                </a:solidFill>
                <a:latin typeface="DIN Condensed"/>
                <a:ea typeface="DIN Condensed"/>
                <a:cs typeface="DIN Condensed"/>
              </a:defRPr>
            </a:pPr>
            <a:r>
              <a:rPr sz="4950" b="1" i="0">
                <a:solidFill>
                  <a:srgbClr val="FFFFFF"/>
                </a:solidFill>
                <a:latin typeface="DIN Condensed"/>
                <a:ea typeface="DIN Condensed"/>
                <a:cs typeface="DIN Condensed"/>
              </a:rPr>
              <a:t>TIEMPO</a:t>
            </a:r>
          </a:p>
        </p:txBody>
      </p:sp>
      <p:sp>
        <p:nvSpPr>
          <p:cNvPr id="17" name="">
            <a:extLst xmlns:a="http://schemas.openxmlformats.org/drawingml/2006/main">
              <a:ext uri="{FF2B5EF4-FFF2-40B4-BE49-F238E27FC236}">
                <a16:creationId xmlns:a16="http://schemas.microsoft.com/office/drawing/2014/main" id="{D1912E0E-F774-4C1B-9356-2305BE7C655F}"/>
              </a:ext>
            </a:extLst>
          </p:cNvPr>
          <p:cNvSpPr>
            <a:spLocks xmlns:a="http://schemas.openxmlformats.org/drawingml/2006/main" noGrp="1"/>
          </p:cNvSpPr>
          <p:nvPr/>
        </p:nvSpPr>
        <p:spPr>
          <a:xfrm xmlns:a="http://schemas.openxmlformats.org/drawingml/2006/main">
            <a:off x="3562350" y="3848100"/>
            <a:ext cx="2095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PARA HALLAR BAÑO, COMIDA, ESCENARIO Y SALIDA</a:t>
            </a:r>
          </a:p>
        </p:txBody>
      </p:sp>
      <p:sp>
        <p:nvSpPr>
          <p:cNvPr id="18" name="">
            <a:extLst xmlns:a="http://schemas.openxmlformats.org/drawingml/2006/main">
              <a:ext uri="{FF2B5EF4-FFF2-40B4-BE49-F238E27FC236}">
                <a16:creationId xmlns:a16="http://schemas.microsoft.com/office/drawing/2014/main" id="{A895BBAB-7378-47AB-AB2B-93AF669918B7}"/>
              </a:ext>
            </a:extLst>
          </p:cNvPr>
          <p:cNvSpPr>
            <a:spLocks xmlns:a="http://schemas.openxmlformats.org/drawingml/2006/main" noGrp="1"/>
          </p:cNvSpPr>
          <p:nvPr/>
        </p:nvSpPr>
        <p:spPr>
          <a:xfrm xmlns:a="http://schemas.openxmlformats.org/drawingml/2006/main">
            <a:off x="6172200" y="2724150"/>
            <a:ext cx="2438400" cy="1809750"/>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15835543-5C11-4D79-8DDB-FCF76830E646}"/>
              </a:ext>
            </a:extLst>
          </p:cNvPr>
          <p:cNvSpPr>
            <a:spLocks xmlns:a="http://schemas.openxmlformats.org/drawingml/2006/main" noGrp="1"/>
          </p:cNvSpPr>
          <p:nvPr/>
        </p:nvSpPr>
        <p:spPr>
          <a:xfrm xmlns:a="http://schemas.openxmlformats.org/drawingml/2006/main">
            <a:off x="6343650" y="2990850"/>
            <a:ext cx="2095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3150" b="1" i="0">
                <a:solidFill>
                  <a:srgbClr val="FFFFFF"/>
                </a:solidFill>
                <a:latin typeface="DIN Condensed"/>
                <a:ea typeface="DIN Condensed"/>
                <a:cs typeface="DIN Condensed"/>
              </a:defRPr>
            </a:pPr>
            <a:r>
              <a:rPr sz="3150" b="1" i="0">
                <a:solidFill>
                  <a:srgbClr val="FFFFFF"/>
                </a:solidFill>
                <a:latin typeface="DIN Condensed"/>
                <a:ea typeface="DIN Condensed"/>
                <a:cs typeface="DIN Condensed"/>
              </a:rPr>
              <a:t>ERRORES</a:t>
            </a:r>
          </a:p>
        </p:txBody>
      </p:sp>
      <p:sp>
        <p:nvSpPr>
          <p:cNvPr id="20" name="">
            <a:extLst xmlns:a="http://schemas.openxmlformats.org/drawingml/2006/main">
              <a:ext uri="{FF2B5EF4-FFF2-40B4-BE49-F238E27FC236}">
                <a16:creationId xmlns:a16="http://schemas.microsoft.com/office/drawing/2014/main" id="{4B4B3C3D-103D-431B-92B9-98AD7195B1A3}"/>
              </a:ext>
            </a:extLst>
          </p:cNvPr>
          <p:cNvSpPr>
            <a:spLocks xmlns:a="http://schemas.openxmlformats.org/drawingml/2006/main" noGrp="1"/>
          </p:cNvSpPr>
          <p:nvPr/>
        </p:nvSpPr>
        <p:spPr>
          <a:xfrm xmlns:a="http://schemas.openxmlformats.org/drawingml/2006/main">
            <a:off x="6343650" y="3848100"/>
            <a:ext cx="2095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INTENTOS Y RUTAS EQUIVOCADAS</a:t>
            </a:r>
          </a:p>
        </p:txBody>
      </p:sp>
      <p:sp>
        <p:nvSpPr>
          <p:cNvPr id="21" name="">
            <a:extLst xmlns:a="http://schemas.openxmlformats.org/drawingml/2006/main">
              <a:ext uri="{FF2B5EF4-FFF2-40B4-BE49-F238E27FC236}">
                <a16:creationId xmlns:a16="http://schemas.microsoft.com/office/drawing/2014/main" id="{00193E0C-A8C4-4C37-84B8-E25CF414312C}"/>
              </a:ext>
            </a:extLst>
          </p:cNvPr>
          <p:cNvSpPr>
            <a:spLocks xmlns:a="http://schemas.openxmlformats.org/drawingml/2006/main" noGrp="1"/>
          </p:cNvSpPr>
          <p:nvPr/>
        </p:nvSpPr>
        <p:spPr>
          <a:xfrm xmlns:a="http://schemas.openxmlformats.org/drawingml/2006/main">
            <a:off x="8953500" y="2724150"/>
            <a:ext cx="2438400" cy="1809750"/>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44C0021A-A9CA-4DC6-A003-E07DC739093A}"/>
              </a:ext>
            </a:extLst>
          </p:cNvPr>
          <p:cNvSpPr>
            <a:spLocks xmlns:a="http://schemas.openxmlformats.org/drawingml/2006/main" noGrp="1"/>
          </p:cNvSpPr>
          <p:nvPr/>
        </p:nvSpPr>
        <p:spPr>
          <a:xfrm xmlns:a="http://schemas.openxmlformats.org/drawingml/2006/main">
            <a:off x="9124950" y="2990850"/>
            <a:ext cx="2095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2150"/>
          </a:bodyPr>
          <a:lstStyle xmlns:a="http://schemas.openxmlformats.org/drawingml/2006/main"/>
          <a:p xmlns:a="http://schemas.openxmlformats.org/drawingml/2006/main">
            <a:pPr algn="l">
              <a:lnSpc>
                <a:spcPct val="105000"/>
              </a:lnSpc>
              <a:buNone/>
              <a:defRPr sz="4950" b="1" i="0">
                <a:solidFill>
                  <a:srgbClr val="FFFFFF"/>
                </a:solidFill>
                <a:latin typeface="DIN Condensed"/>
                <a:ea typeface="DIN Condensed"/>
                <a:cs typeface="DIN Condensed"/>
              </a:defRPr>
            </a:pPr>
            <a:r>
              <a:rPr sz="4950" b="1" i="0">
                <a:solidFill>
                  <a:srgbClr val="FFFFFF"/>
                </a:solidFill>
                <a:latin typeface="DIN Condensed"/>
                <a:ea typeface="DIN Condensed"/>
                <a:cs typeface="DIN Condensed"/>
              </a:rPr>
              <a:t>0</a:t>
            </a:r>
          </a:p>
        </p:txBody>
      </p:sp>
      <p:sp>
        <p:nvSpPr>
          <p:cNvPr id="23" name="">
            <a:extLst xmlns:a="http://schemas.openxmlformats.org/drawingml/2006/main">
              <a:ext uri="{FF2B5EF4-FFF2-40B4-BE49-F238E27FC236}">
                <a16:creationId xmlns:a16="http://schemas.microsoft.com/office/drawing/2014/main" id="{2F7E11AA-71C2-4F03-A388-82325BDC8CE0}"/>
              </a:ext>
            </a:extLst>
          </p:cNvPr>
          <p:cNvSpPr>
            <a:spLocks xmlns:a="http://schemas.openxmlformats.org/drawingml/2006/main" noGrp="1"/>
          </p:cNvSpPr>
          <p:nvPr/>
        </p:nvSpPr>
        <p:spPr>
          <a:xfrm xmlns:a="http://schemas.openxmlformats.org/drawingml/2006/main">
            <a:off x="9124950" y="3848100"/>
            <a:ext cx="2095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DISCREPANCIAS MAPA–RECINTO</a:t>
            </a:r>
          </a:p>
        </p:txBody>
      </p:sp>
      <p:sp>
        <p:nvSpPr>
          <p:cNvPr id="24" name="">
            <a:extLst xmlns:a="http://schemas.openxmlformats.org/drawingml/2006/main">
              <a:ext uri="{FF2B5EF4-FFF2-40B4-BE49-F238E27FC236}">
                <a16:creationId xmlns:a16="http://schemas.microsoft.com/office/drawing/2014/main" id="{8AA7F51D-5A63-4F7A-AC57-897B1484A258}"/>
              </a:ext>
            </a:extLst>
          </p:cNvPr>
          <p:cNvSpPr>
            <a:spLocks xmlns:a="http://schemas.openxmlformats.org/drawingml/2006/main" noGrp="1"/>
          </p:cNvSpPr>
          <p:nvPr/>
        </p:nvSpPr>
        <p:spPr>
          <a:xfrm xmlns:a="http://schemas.openxmlformats.org/drawingml/2006/main">
            <a:off x="609600" y="49339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350" b="1" i="0">
                <a:solidFill>
                  <a:srgbClr val="FFC928"/>
                </a:solidFill>
                <a:latin typeface="DIN Condensed"/>
                <a:ea typeface="DIN Condensed"/>
                <a:cs typeface="DIN Condensed"/>
              </a:defRPr>
            </a:pPr>
            <a:r>
              <a:rPr sz="1350" b="1" i="0">
                <a:solidFill>
                  <a:srgbClr val="FFC928"/>
                </a:solidFill>
                <a:latin typeface="DIN Condensed"/>
                <a:ea typeface="DIN Condensed"/>
                <a:cs typeface="DIN Condensed"/>
              </a:rPr>
              <a:t>ACEPTACIÓN ANTES DE SALIR</a:t>
            </a:r>
          </a:p>
        </p:txBody>
      </p:sp>
      <p:sp>
        <p:nvSpPr>
          <p:cNvPr id="25" name="">
            <a:extLst xmlns:a="http://schemas.openxmlformats.org/drawingml/2006/main">
              <a:ext uri="{FF2B5EF4-FFF2-40B4-BE49-F238E27FC236}">
                <a16:creationId xmlns:a16="http://schemas.microsoft.com/office/drawing/2014/main" id="{A575F30D-1544-41E9-810D-5B74972DB984}"/>
              </a:ext>
            </a:extLst>
          </p:cNvPr>
          <p:cNvSpPr>
            <a:spLocks xmlns:a="http://schemas.openxmlformats.org/drawingml/2006/main" noGrp="1"/>
          </p:cNvSpPr>
          <p:nvPr/>
        </p:nvSpPr>
        <p:spPr>
          <a:xfrm xmlns:a="http://schemas.openxmlformats.org/drawingml/2006/main">
            <a:off x="609600" y="5334000"/>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350" b="1" i="0">
                <a:solidFill>
                  <a:srgbClr val="00AFA0"/>
                </a:solidFill>
                <a:latin typeface="Avenir Next"/>
                <a:ea typeface="Avenir Next"/>
                <a:cs typeface="Avenir Next"/>
              </a:defRPr>
            </a:pPr>
            <a:r>
              <a:rPr sz="1350" b="1" i="0">
                <a:solidFill>
                  <a:srgbClr val="00AFA0"/>
                </a:solidFill>
                <a:latin typeface="Avenir Next"/>
                <a:ea typeface="Avenir Next"/>
                <a:cs typeface="Avenir Next"/>
              </a:rPr>
              <a:t>✓</a:t>
            </a:r>
          </a:p>
        </p:txBody>
      </p:sp>
      <p:sp>
        <p:nvSpPr>
          <p:cNvPr id="26" name="">
            <a:extLst xmlns:a="http://schemas.openxmlformats.org/drawingml/2006/main">
              <a:ext uri="{FF2B5EF4-FFF2-40B4-BE49-F238E27FC236}">
                <a16:creationId xmlns:a16="http://schemas.microsoft.com/office/drawing/2014/main" id="{7E4C1C9A-9831-4DE8-9AC0-00B0815D5245}"/>
              </a:ext>
            </a:extLst>
          </p:cNvPr>
          <p:cNvSpPr>
            <a:spLocks xmlns:a="http://schemas.openxmlformats.org/drawingml/2006/main" noGrp="1"/>
          </p:cNvSpPr>
          <p:nvPr/>
        </p:nvSpPr>
        <p:spPr>
          <a:xfrm xmlns:a="http://schemas.openxmlformats.org/drawingml/2006/main">
            <a:off x="933450" y="5353050"/>
            <a:ext cx="3009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carga y navegación offline</a:t>
            </a:r>
          </a:p>
        </p:txBody>
      </p:sp>
      <p:sp>
        <p:nvSpPr>
          <p:cNvPr id="27" name="">
            <a:extLst xmlns:a="http://schemas.openxmlformats.org/drawingml/2006/main">
              <a:ext uri="{FF2B5EF4-FFF2-40B4-BE49-F238E27FC236}">
                <a16:creationId xmlns:a16="http://schemas.microsoft.com/office/drawing/2014/main" id="{B573B7CC-03A3-4096-802D-711A605F4E04}"/>
              </a:ext>
            </a:extLst>
          </p:cNvPr>
          <p:cNvSpPr>
            <a:spLocks xmlns:a="http://schemas.openxmlformats.org/drawingml/2006/main" noGrp="1"/>
          </p:cNvSpPr>
          <p:nvPr/>
        </p:nvSpPr>
        <p:spPr>
          <a:xfrm xmlns:a="http://schemas.openxmlformats.org/drawingml/2006/main">
            <a:off x="4267200" y="5334000"/>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350" b="1" i="0">
                <a:solidFill>
                  <a:srgbClr val="00AFA0"/>
                </a:solidFill>
                <a:latin typeface="Avenir Next"/>
                <a:ea typeface="Avenir Next"/>
                <a:cs typeface="Avenir Next"/>
              </a:defRPr>
            </a:pPr>
            <a:r>
              <a:rPr sz="1350" b="1" i="0">
                <a:solidFill>
                  <a:srgbClr val="00AFA0"/>
                </a:solidFill>
                <a:latin typeface="Avenir Next"/>
                <a:ea typeface="Avenir Next"/>
                <a:cs typeface="Avenir Next"/>
              </a:rPr>
              <a:t>✓</a:t>
            </a:r>
          </a:p>
        </p:txBody>
      </p:sp>
      <p:sp>
        <p:nvSpPr>
          <p:cNvPr id="28" name="">
            <a:extLst xmlns:a="http://schemas.openxmlformats.org/drawingml/2006/main">
              <a:ext uri="{FF2B5EF4-FFF2-40B4-BE49-F238E27FC236}">
                <a16:creationId xmlns:a16="http://schemas.microsoft.com/office/drawing/2014/main" id="{205334C0-0773-465D-90F7-62A9069E1F2E}"/>
              </a:ext>
            </a:extLst>
          </p:cNvPr>
          <p:cNvSpPr>
            <a:spLocks xmlns:a="http://schemas.openxmlformats.org/drawingml/2006/main" noGrp="1"/>
          </p:cNvSpPr>
          <p:nvPr/>
        </p:nvSpPr>
        <p:spPr>
          <a:xfrm xmlns:a="http://schemas.openxmlformats.org/drawingml/2006/main">
            <a:off x="4591050" y="5353050"/>
            <a:ext cx="3009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nombres iguales en app y señalética</a:t>
            </a:r>
          </a:p>
        </p:txBody>
      </p:sp>
      <p:sp>
        <p:nvSpPr>
          <p:cNvPr id="29" name="">
            <a:extLst xmlns:a="http://schemas.openxmlformats.org/drawingml/2006/main">
              <a:ext uri="{FF2B5EF4-FFF2-40B4-BE49-F238E27FC236}">
                <a16:creationId xmlns:a16="http://schemas.microsoft.com/office/drawing/2014/main" id="{161687E1-9BD6-4CB4-9114-AC094884B356}"/>
              </a:ext>
            </a:extLst>
          </p:cNvPr>
          <p:cNvSpPr>
            <a:spLocks xmlns:a="http://schemas.openxmlformats.org/drawingml/2006/main" noGrp="1"/>
          </p:cNvSpPr>
          <p:nvPr/>
        </p:nvSpPr>
        <p:spPr>
          <a:xfrm xmlns:a="http://schemas.openxmlformats.org/drawingml/2006/main">
            <a:off x="7924800" y="5334000"/>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350" b="1" i="0">
                <a:solidFill>
                  <a:srgbClr val="00AFA0"/>
                </a:solidFill>
                <a:latin typeface="Avenir Next"/>
                <a:ea typeface="Avenir Next"/>
                <a:cs typeface="Avenir Next"/>
              </a:defRPr>
            </a:pPr>
            <a:r>
              <a:rPr sz="1350" b="1" i="0">
                <a:solidFill>
                  <a:srgbClr val="00AFA0"/>
                </a:solidFill>
                <a:latin typeface="Avenir Next"/>
                <a:ea typeface="Avenir Next"/>
                <a:cs typeface="Avenir Next"/>
              </a:rPr>
              <a:t>✓</a:t>
            </a:r>
          </a:p>
        </p:txBody>
      </p:sp>
      <p:sp>
        <p:nvSpPr>
          <p:cNvPr id="30" name="">
            <a:extLst xmlns:a="http://schemas.openxmlformats.org/drawingml/2006/main">
              <a:ext uri="{FF2B5EF4-FFF2-40B4-BE49-F238E27FC236}">
                <a16:creationId xmlns:a16="http://schemas.microsoft.com/office/drawing/2014/main" id="{89B862A5-9905-4190-9359-BDBEE73F0D29}"/>
              </a:ext>
            </a:extLst>
          </p:cNvPr>
          <p:cNvSpPr>
            <a:spLocks xmlns:a="http://schemas.openxmlformats.org/drawingml/2006/main" noGrp="1"/>
          </p:cNvSpPr>
          <p:nvPr/>
        </p:nvSpPr>
        <p:spPr>
          <a:xfrm xmlns:a="http://schemas.openxmlformats.org/drawingml/2006/main">
            <a:off x="8248650" y="5353050"/>
            <a:ext cx="3009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QR abre un destino HTTPS seguro</a:t>
            </a:r>
          </a:p>
        </p:txBody>
      </p:sp>
      <p:sp>
        <p:nvSpPr>
          <p:cNvPr id="31" name="">
            <a:extLst xmlns:a="http://schemas.openxmlformats.org/drawingml/2006/main">
              <a:ext uri="{FF2B5EF4-FFF2-40B4-BE49-F238E27FC236}">
                <a16:creationId xmlns:a16="http://schemas.microsoft.com/office/drawing/2014/main" id="{004EBDDB-E8BA-4360-BBF6-7CDA4E85EECA}"/>
              </a:ext>
            </a:extLst>
          </p:cNvPr>
          <p:cNvSpPr>
            <a:spLocks xmlns:a="http://schemas.openxmlformats.org/drawingml/2006/main" noGrp="1"/>
          </p:cNvSpPr>
          <p:nvPr/>
        </p:nvSpPr>
        <p:spPr>
          <a:xfrm xmlns:a="http://schemas.openxmlformats.org/drawingml/2006/main">
            <a:off x="609600" y="5734050"/>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350" b="1" i="0">
                <a:solidFill>
                  <a:srgbClr val="00AFA0"/>
                </a:solidFill>
                <a:latin typeface="Avenir Next"/>
                <a:ea typeface="Avenir Next"/>
                <a:cs typeface="Avenir Next"/>
              </a:defRPr>
            </a:pPr>
            <a:r>
              <a:rPr sz="1350" b="1" i="0">
                <a:solidFill>
                  <a:srgbClr val="00AFA0"/>
                </a:solidFill>
                <a:latin typeface="Avenir Next"/>
                <a:ea typeface="Avenir Next"/>
                <a:cs typeface="Avenir Next"/>
              </a:rPr>
              <a:t>✓</a:t>
            </a:r>
          </a:p>
        </p:txBody>
      </p:sp>
      <p:sp>
        <p:nvSpPr>
          <p:cNvPr id="32" name="">
            <a:extLst xmlns:a="http://schemas.openxmlformats.org/drawingml/2006/main">
              <a:ext uri="{FF2B5EF4-FFF2-40B4-BE49-F238E27FC236}">
                <a16:creationId xmlns:a16="http://schemas.microsoft.com/office/drawing/2014/main" id="{DBD955F5-24E5-4255-87DA-D9FCEBDAC145}"/>
              </a:ext>
            </a:extLst>
          </p:cNvPr>
          <p:cNvSpPr>
            <a:spLocks xmlns:a="http://schemas.openxmlformats.org/drawingml/2006/main" noGrp="1"/>
          </p:cNvSpPr>
          <p:nvPr/>
        </p:nvSpPr>
        <p:spPr>
          <a:xfrm xmlns:a="http://schemas.openxmlformats.org/drawingml/2006/main">
            <a:off x="933450" y="5753100"/>
            <a:ext cx="3009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ayuda y teléfonos validados</a:t>
            </a:r>
          </a:p>
        </p:txBody>
      </p:sp>
      <p:sp>
        <p:nvSpPr>
          <p:cNvPr id="33" name="">
            <a:extLst xmlns:a="http://schemas.openxmlformats.org/drawingml/2006/main">
              <a:ext uri="{FF2B5EF4-FFF2-40B4-BE49-F238E27FC236}">
                <a16:creationId xmlns:a16="http://schemas.microsoft.com/office/drawing/2014/main" id="{09D64806-CC86-407A-8548-F937C116BFFA}"/>
              </a:ext>
            </a:extLst>
          </p:cNvPr>
          <p:cNvSpPr>
            <a:spLocks xmlns:a="http://schemas.openxmlformats.org/drawingml/2006/main" noGrp="1"/>
          </p:cNvSpPr>
          <p:nvPr/>
        </p:nvSpPr>
        <p:spPr>
          <a:xfrm xmlns:a="http://schemas.openxmlformats.org/drawingml/2006/main">
            <a:off x="4267200" y="5734050"/>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350" b="1" i="0">
                <a:solidFill>
                  <a:srgbClr val="00AFA0"/>
                </a:solidFill>
                <a:latin typeface="Avenir Next"/>
                <a:ea typeface="Avenir Next"/>
                <a:cs typeface="Avenir Next"/>
              </a:defRPr>
            </a:pPr>
            <a:r>
              <a:rPr sz="1350" b="1" i="0">
                <a:solidFill>
                  <a:srgbClr val="00AFA0"/>
                </a:solidFill>
                <a:latin typeface="Avenir Next"/>
                <a:ea typeface="Avenir Next"/>
                <a:cs typeface="Avenir Next"/>
              </a:rPr>
              <a:t>✓</a:t>
            </a:r>
          </a:p>
        </p:txBody>
      </p:sp>
      <p:sp>
        <p:nvSpPr>
          <p:cNvPr id="34" name="">
            <a:extLst xmlns:a="http://schemas.openxmlformats.org/drawingml/2006/main">
              <a:ext uri="{FF2B5EF4-FFF2-40B4-BE49-F238E27FC236}">
                <a16:creationId xmlns:a16="http://schemas.microsoft.com/office/drawing/2014/main" id="{24128F44-8E4F-4832-8754-9D22ABAB3C6C}"/>
              </a:ext>
            </a:extLst>
          </p:cNvPr>
          <p:cNvSpPr>
            <a:spLocks xmlns:a="http://schemas.openxmlformats.org/drawingml/2006/main" noGrp="1"/>
          </p:cNvSpPr>
          <p:nvPr/>
        </p:nvSpPr>
        <p:spPr>
          <a:xfrm xmlns:a="http://schemas.openxmlformats.org/drawingml/2006/main">
            <a:off x="4591050" y="5753100"/>
            <a:ext cx="3009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mapa impreso disponible</a:t>
            </a:r>
          </a:p>
        </p:txBody>
      </p:sp>
      <p:sp>
        <p:nvSpPr>
          <p:cNvPr id="35" name="">
            <a:extLst xmlns:a="http://schemas.openxmlformats.org/drawingml/2006/main">
              <a:ext uri="{FF2B5EF4-FFF2-40B4-BE49-F238E27FC236}">
                <a16:creationId xmlns:a16="http://schemas.microsoft.com/office/drawing/2014/main" id="{C3A63A24-8279-4B63-9B69-F8814CF52668}"/>
              </a:ext>
            </a:extLst>
          </p:cNvPr>
          <p:cNvSpPr>
            <a:spLocks xmlns:a="http://schemas.openxmlformats.org/drawingml/2006/main" noGrp="1"/>
          </p:cNvSpPr>
          <p:nvPr/>
        </p:nvSpPr>
        <p:spPr>
          <a:xfrm xmlns:a="http://schemas.openxmlformats.org/drawingml/2006/main">
            <a:off x="7924800" y="5734050"/>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350" b="1" i="0">
                <a:solidFill>
                  <a:srgbClr val="00AFA0"/>
                </a:solidFill>
                <a:latin typeface="Avenir Next"/>
                <a:ea typeface="Avenir Next"/>
                <a:cs typeface="Avenir Next"/>
              </a:defRPr>
            </a:pPr>
            <a:r>
              <a:rPr sz="1350" b="1" i="0">
                <a:solidFill>
                  <a:srgbClr val="00AFA0"/>
                </a:solidFill>
                <a:latin typeface="Avenir Next"/>
                <a:ea typeface="Avenir Next"/>
                <a:cs typeface="Avenir Next"/>
              </a:rPr>
              <a:t>✓</a:t>
            </a:r>
          </a:p>
        </p:txBody>
      </p:sp>
      <p:sp>
        <p:nvSpPr>
          <p:cNvPr id="36" name="">
            <a:extLst xmlns:a="http://schemas.openxmlformats.org/drawingml/2006/main">
              <a:ext uri="{FF2B5EF4-FFF2-40B4-BE49-F238E27FC236}">
                <a16:creationId xmlns:a16="http://schemas.microsoft.com/office/drawing/2014/main" id="{F35A1800-0D62-4E4A-8845-70750C94BC0D}"/>
              </a:ext>
            </a:extLst>
          </p:cNvPr>
          <p:cNvSpPr>
            <a:spLocks xmlns:a="http://schemas.openxmlformats.org/drawingml/2006/main" noGrp="1"/>
          </p:cNvSpPr>
          <p:nvPr/>
        </p:nvSpPr>
        <p:spPr>
          <a:xfrm xmlns:a="http://schemas.openxmlformats.org/drawingml/2006/main">
            <a:off x="8248650" y="5753100"/>
            <a:ext cx="3009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última actualización visible</a:t>
            </a:r>
          </a:p>
        </p:txBody>
      </p:sp>
    </p:spTree>
    <p:extLst>
      <p:ext uri="{BB962C8B-B14F-4D97-AF65-F5344CB8AC3E}">
        <p14:creationId xmlns:p14="http://schemas.microsoft.com/office/powerpoint/2010/main" val="1233862525"/>
      </p:ext>
    </p:extLst>
  </p:cSld>
</p:sld>
</file>

<file path=ppt/slides/slide43.xml><?xml version="1.0" encoding="utf-8"?>
<p:sld xmlns:p="http://schemas.openxmlformats.org/presentationml/2006/main">
  <p:cSld>
    <p:bg>
      <p:bgPr>
        <a:solidFill xmlns:a="http://schemas.openxmlformats.org/drawingml/2006/main">
          <a:srgbClr val="160A22"/>
        </a:solidFill>
      </p:bgPr>
    </p:bg>
    <p:spTree>
      <p:nvGrpSpPr>
        <p:cNvPr id="1" name=""/>
        <p:cNvGrpSpPr/>
        <p:nvPr/>
      </p:nvGrpSpPr>
      <p:grpSpPr>
        <a:xfrm xmlns:a="http://schemas.openxmlformats.org/drawingml/2006/main"/>
      </p:grpSpPr>
      <p:sp>
        <p:nvSpPr>
          <p:cNvPr id="49" name="">
            <a:extLst xmlns:a="http://schemas.openxmlformats.org/drawingml/2006/main">
              <a:ext uri="{FF2B5EF4-FFF2-40B4-BE49-F238E27FC236}">
                <a16:creationId xmlns:a16="http://schemas.microsoft.com/office/drawing/2014/main" id="{81848555-A5D2-4C35-9F44-8863616F0AAA}"/>
              </a:ext>
            </a:extLst>
          </p:cNvPr>
          <p:cNvSpPr>
            <a:spLocks xmlns:a="http://schemas.openxmlformats.org/drawingml/2006/main" noGrp="1"/>
          </p:cNvSpPr>
          <p:nvPr/>
        </p:nvSpPr>
        <p:spPr>
          <a:xfrm xmlns:a="http://schemas.openxmlformats.org/drawingml/2006/main">
            <a:off x="0" y="0"/>
            <a:ext cx="2438400" cy="66675"/>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CCCB02C-436B-43AE-834E-384BC02ADD3B}"/>
              </a:ext>
            </a:extLst>
          </p:cNvPr>
          <p:cNvSpPr>
            <a:spLocks xmlns:a="http://schemas.openxmlformats.org/drawingml/2006/main" noGrp="1"/>
          </p:cNvSpPr>
          <p:nvPr/>
        </p:nvSpPr>
        <p:spPr>
          <a:xfrm xmlns:a="http://schemas.openxmlformats.org/drawingml/2006/main">
            <a:off x="2438400" y="0"/>
            <a:ext cx="2438400" cy="66675"/>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6934FB3-16B3-4015-91EE-E0BFAC714D21}"/>
              </a:ext>
            </a:extLst>
          </p:cNvPr>
          <p:cNvSpPr>
            <a:spLocks xmlns:a="http://schemas.openxmlformats.org/drawingml/2006/main" noGrp="1"/>
          </p:cNvSpPr>
          <p:nvPr/>
        </p:nvSpPr>
        <p:spPr>
          <a:xfrm xmlns:a="http://schemas.openxmlformats.org/drawingml/2006/main">
            <a:off x="4876800" y="0"/>
            <a:ext cx="2438400" cy="66675"/>
          </a:xfrm>
          <a:prstGeom xmlns:a="http://schemas.openxmlformats.org/drawingml/2006/main" prst="rect">
            <a:avLst/>
          </a:prstGeom>
          <a:solidFill xmlns:a="http://schemas.openxmlformats.org/drawingml/2006/main">
            <a:srgbClr val="FFC92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1AC65E2-41A3-41CC-9173-C57C6FC628DD}"/>
              </a:ext>
            </a:extLst>
          </p:cNvPr>
          <p:cNvSpPr>
            <a:spLocks xmlns:a="http://schemas.openxmlformats.org/drawingml/2006/main" noGrp="1"/>
          </p:cNvSpPr>
          <p:nvPr/>
        </p:nvSpPr>
        <p:spPr>
          <a:xfrm xmlns:a="http://schemas.openxmlformats.org/drawingml/2006/main">
            <a:off x="7315200" y="0"/>
            <a:ext cx="2438400" cy="66675"/>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6CC55BB8-17D2-4BF3-AAC6-B5D48642A308}"/>
              </a:ext>
            </a:extLst>
          </p:cNvPr>
          <p:cNvSpPr>
            <a:spLocks xmlns:a="http://schemas.openxmlformats.org/drawingml/2006/main" noGrp="1"/>
          </p:cNvSpPr>
          <p:nvPr/>
        </p:nvSpPr>
        <p:spPr>
          <a:xfrm xmlns:a="http://schemas.openxmlformats.org/drawingml/2006/main">
            <a:off x="9753600" y="0"/>
            <a:ext cx="2438400" cy="66675"/>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A4A8DE2B-9E01-43AE-9198-A78CE94DA253}"/>
              </a:ext>
            </a:extLst>
          </p:cNvPr>
          <p:cNvSpPr>
            <a:spLocks xmlns:a="http://schemas.openxmlformats.org/drawingml/2006/main" noGrp="1"/>
          </p:cNvSpPr>
          <p:nvPr/>
        </p:nvSpPr>
        <p:spPr>
          <a:xfrm xmlns:a="http://schemas.openxmlformats.org/drawingml/2006/main">
            <a:off x="609600" y="26670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FFC928"/>
                </a:solidFill>
                <a:latin typeface="Avenir Next"/>
                <a:ea typeface="Avenir Next"/>
                <a:cs typeface="Avenir Next"/>
              </a:defRPr>
            </a:pPr>
            <a:r>
              <a:rPr sz="825" b="1" i="0">
                <a:solidFill>
                  <a:srgbClr val="FFC928"/>
                </a:solidFill>
                <a:latin typeface="Avenir Next"/>
                <a:ea typeface="Avenir Next"/>
                <a:cs typeface="Avenir Next"/>
              </a:rPr>
              <a:t>MAPA MAESTRO</a:t>
            </a:r>
          </a:p>
        </p:txBody>
      </p:sp>
      <p:sp>
        <p:nvSpPr>
          <p:cNvPr id="7" name="">
            <a:extLst xmlns:a="http://schemas.openxmlformats.org/drawingml/2006/main">
              <a:ext uri="{FF2B5EF4-FFF2-40B4-BE49-F238E27FC236}">
                <a16:creationId xmlns:a16="http://schemas.microsoft.com/office/drawing/2014/main" id="{40A5CEC7-A93A-438A-9601-024C7DA5C2C7}"/>
              </a:ext>
            </a:extLst>
          </p:cNvPr>
          <p:cNvSpPr>
            <a:spLocks xmlns:a="http://schemas.openxmlformats.org/drawingml/2006/main" noGrp="1"/>
          </p:cNvSpPr>
          <p:nvPr/>
        </p:nvSpPr>
        <p:spPr>
          <a:xfrm xmlns:a="http://schemas.openxmlformats.org/drawingml/2006/main">
            <a:off x="609600" y="6534150"/>
            <a:ext cx="4762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675" b="1" i="0">
                <a:solidFill>
                  <a:srgbClr val="FFFFFF">
                    <a:alpha val="52000"/>
                  </a:srgbClr>
                </a:solidFill>
                <a:latin typeface="Avenir Next"/>
                <a:ea typeface="Avenir Next"/>
                <a:cs typeface="Avenir Next"/>
              </a:defRPr>
            </a:pPr>
            <a:r>
              <a:rPr sz="675" b="1" i="0">
                <a:solidFill>
                  <a:srgbClr val="FFFFFF">
                    <a:alpha val="52000"/>
                  </a:srgbClr>
                </a:solidFill>
                <a:latin typeface="Avenir Next"/>
                <a:ea typeface="Avenir Next"/>
                <a:cs typeface="Avenir Next"/>
              </a:rPr>
              <a:t>DOCUMENTO INTERNO · PROPUESTA EN REVISIÓN</a:t>
            </a:r>
          </a:p>
        </p:txBody>
      </p:sp>
      <p:sp>
        <p:nvSpPr>
          <p:cNvPr id="8" name="">
            <a:extLst xmlns:a="http://schemas.openxmlformats.org/drawingml/2006/main">
              <a:ext uri="{FF2B5EF4-FFF2-40B4-BE49-F238E27FC236}">
                <a16:creationId xmlns:a16="http://schemas.microsoft.com/office/drawing/2014/main" id="{6E2342B6-EA25-482F-AD37-CCC763E832C5}"/>
              </a:ext>
            </a:extLst>
          </p:cNvPr>
          <p:cNvSpPr>
            <a:spLocks xmlns:a="http://schemas.openxmlformats.org/drawingml/2006/main" noGrp="1"/>
          </p:cNvSpPr>
          <p:nvPr/>
        </p:nvSpPr>
        <p:spPr>
          <a:xfrm xmlns:a="http://schemas.openxmlformats.org/drawingml/2006/main">
            <a:off x="11239500" y="6505575"/>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750" b="1" i="0">
                <a:solidFill>
                  <a:srgbClr val="FFFFFF">
                    <a:alpha val="52000"/>
                  </a:srgbClr>
                </a:solidFill>
                <a:latin typeface="Avenir Next"/>
                <a:ea typeface="Avenir Next"/>
                <a:cs typeface="Avenir Next"/>
              </a:defRPr>
            </a:pPr>
            <a:r>
              <a:rPr sz="750" b="1" i="0">
                <a:solidFill>
                  <a:srgbClr val="FFFFFF">
                    <a:alpha val="52000"/>
                  </a:srgbClr>
                </a:solidFill>
                <a:latin typeface="Avenir Next"/>
                <a:ea typeface="Avenir Next"/>
                <a:cs typeface="Avenir Next"/>
              </a:rPr>
              <a:t>43</a:t>
            </a:r>
          </a:p>
        </p:txBody>
      </p:sp>
      <p:sp>
        <p:nvSpPr>
          <p:cNvPr id="9" name="">
            <a:extLst xmlns:a="http://schemas.openxmlformats.org/drawingml/2006/main">
              <a:ext uri="{FF2B5EF4-FFF2-40B4-BE49-F238E27FC236}">
                <a16:creationId xmlns:a16="http://schemas.microsoft.com/office/drawing/2014/main" id="{79BFF78E-FD79-4357-BB80-E25260593A36}"/>
              </a:ext>
            </a:extLst>
          </p:cNvPr>
          <p:cNvSpPr>
            <a:spLocks xmlns:a="http://schemas.openxmlformats.org/drawingml/2006/main" noGrp="1"/>
          </p:cNvSpPr>
          <p:nvPr/>
        </p:nvSpPr>
        <p:spPr>
          <a:xfrm xmlns:a="http://schemas.openxmlformats.org/drawingml/2006/main">
            <a:off x="609600" y="666750"/>
            <a:ext cx="1066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E72D78"/>
                </a:solidFill>
                <a:latin typeface="Avenir Next"/>
                <a:ea typeface="Avenir Next"/>
                <a:cs typeface="Avenir Next"/>
              </a:defRPr>
            </a:pPr>
            <a:r>
              <a:rPr sz="900" b="1" i="0">
                <a:solidFill>
                  <a:srgbClr val="E72D78"/>
                </a:solidFill>
                <a:latin typeface="Avenir Next"/>
                <a:ea typeface="Avenir Next"/>
                <a:cs typeface="Avenir Next"/>
              </a:rPr>
              <a:t>25 AGOSTO–13 NOVIEMBRE</a:t>
            </a:r>
          </a:p>
        </p:txBody>
      </p:sp>
      <p:sp>
        <p:nvSpPr>
          <p:cNvPr id="10" name="">
            <a:extLst xmlns:a="http://schemas.openxmlformats.org/drawingml/2006/main">
              <a:ext uri="{FF2B5EF4-FFF2-40B4-BE49-F238E27FC236}">
                <a16:creationId xmlns:a16="http://schemas.microsoft.com/office/drawing/2014/main" id="{007225CD-975C-46F5-93ED-E3757D8D2508}"/>
              </a:ext>
            </a:extLst>
          </p:cNvPr>
          <p:cNvSpPr>
            <a:spLocks xmlns:a="http://schemas.openxmlformats.org/drawingml/2006/main" noGrp="1"/>
          </p:cNvSpPr>
          <p:nvPr/>
        </p:nvSpPr>
        <p:spPr>
          <a:xfrm xmlns:a="http://schemas.openxmlformats.org/drawingml/2006/main">
            <a:off x="609600" y="990600"/>
            <a:ext cx="1066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4125" b="1" i="0">
                <a:solidFill>
                  <a:srgbClr val="FFFFFF"/>
                </a:solidFill>
                <a:latin typeface="DIN Condensed"/>
                <a:ea typeface="DIN Condensed"/>
                <a:cs typeface="DIN Condensed"/>
              </a:defRPr>
            </a:pPr>
            <a:r>
              <a:rPr sz="4125" b="1" i="0">
                <a:solidFill>
                  <a:srgbClr val="FFFFFF"/>
                </a:solidFill>
                <a:latin typeface="DIN Condensed"/>
                <a:ea typeface="DIN Condensed"/>
                <a:cs typeface="DIN Condensed"/>
              </a:rPr>
              <a:t>Una campaña por fases, no por ocurrencias.</a:t>
            </a:r>
          </a:p>
        </p:txBody>
      </p:sp>
      <p:sp>
        <p:nvSpPr>
          <p:cNvPr id="11" name="">
            <a:extLst xmlns:a="http://schemas.openxmlformats.org/drawingml/2006/main">
              <a:ext uri="{FF2B5EF4-FFF2-40B4-BE49-F238E27FC236}">
                <a16:creationId xmlns:a16="http://schemas.microsoft.com/office/drawing/2014/main" id="{965E43EC-A030-4A4D-80CF-94113A001A70}"/>
              </a:ext>
            </a:extLst>
          </p:cNvPr>
          <p:cNvSpPr>
            <a:spLocks xmlns:a="http://schemas.openxmlformats.org/drawingml/2006/main" noGrp="1"/>
          </p:cNvSpPr>
          <p:nvPr/>
        </p:nvSpPr>
        <p:spPr>
          <a:xfrm xmlns:a="http://schemas.openxmlformats.org/drawingml/2006/main">
            <a:off x="609600" y="182880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0" i="0">
                <a:solidFill>
                  <a:srgbClr val="FFFFFF">
                    <a:alpha val="78000"/>
                  </a:srgbClr>
                </a:solidFill>
                <a:latin typeface="Avenir Next"/>
                <a:ea typeface="Avenir Next"/>
                <a:cs typeface="Avenir Next"/>
              </a:defRPr>
            </a:pPr>
            <a:r>
              <a:rPr sz="1500" b="0" i="0">
                <a:solidFill>
                  <a:srgbClr val="FFFFFF">
                    <a:alpha val="78000"/>
                  </a:srgbClr>
                </a:solidFill>
                <a:latin typeface="Avenir Next"/>
                <a:ea typeface="Avenir Next"/>
                <a:cs typeface="Avenir Next"/>
              </a:rPr>
              <a:t>Los controles mandan sobre el calendario: si falta verdad, la salida se mueve.</a:t>
            </a:r>
          </a:p>
        </p:txBody>
      </p:sp>
      <p:sp>
        <p:nvSpPr>
          <p:cNvPr id="12" name="">
            <a:extLst xmlns:a="http://schemas.openxmlformats.org/drawingml/2006/main">
              <a:ext uri="{FF2B5EF4-FFF2-40B4-BE49-F238E27FC236}">
                <a16:creationId xmlns:a16="http://schemas.microsoft.com/office/drawing/2014/main" id="{18F058B0-F5DA-4A18-B2DD-2E21D29E73FC}"/>
              </a:ext>
            </a:extLst>
          </p:cNvPr>
          <p:cNvSpPr>
            <a:spLocks xmlns:a="http://schemas.openxmlformats.org/drawingml/2006/main" noGrp="1"/>
          </p:cNvSpPr>
          <p:nvPr/>
        </p:nvSpPr>
        <p:spPr>
          <a:xfrm xmlns:a="http://schemas.openxmlformats.org/drawingml/2006/main">
            <a:off x="609600" y="3048000"/>
            <a:ext cx="1504950" cy="1390650"/>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31B54169-2DA8-4540-88EB-B7ED64CF30FF}"/>
              </a:ext>
            </a:extLst>
          </p:cNvPr>
          <p:cNvSpPr>
            <a:spLocks xmlns:a="http://schemas.openxmlformats.org/drawingml/2006/main" noGrp="1"/>
          </p:cNvSpPr>
          <p:nvPr/>
        </p:nvSpPr>
        <p:spPr>
          <a:xfrm xmlns:a="http://schemas.openxmlformats.org/drawingml/2006/main">
            <a:off x="723900" y="3219450"/>
            <a:ext cx="1276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FFFFFF"/>
                </a:solidFill>
                <a:latin typeface="Avenir Next"/>
                <a:ea typeface="Avenir Next"/>
                <a:cs typeface="Avenir Next"/>
              </a:defRPr>
            </a:pPr>
            <a:r>
              <a:rPr sz="900" b="1" i="0">
                <a:solidFill>
                  <a:srgbClr val="FFFFFF"/>
                </a:solidFill>
                <a:latin typeface="Avenir Next"/>
                <a:ea typeface="Avenir Next"/>
                <a:cs typeface="Avenir Next"/>
              </a:rPr>
              <a:t>25 AGO–2 SEP</a:t>
            </a:r>
          </a:p>
        </p:txBody>
      </p:sp>
      <p:sp>
        <p:nvSpPr>
          <p:cNvPr id="14" name="">
            <a:extLst xmlns:a="http://schemas.openxmlformats.org/drawingml/2006/main">
              <a:ext uri="{FF2B5EF4-FFF2-40B4-BE49-F238E27FC236}">
                <a16:creationId xmlns:a16="http://schemas.microsoft.com/office/drawing/2014/main" id="{A9839B7A-CA5E-4616-B7CB-49F5E4E742D8}"/>
              </a:ext>
            </a:extLst>
          </p:cNvPr>
          <p:cNvSpPr>
            <a:spLocks xmlns:a="http://schemas.openxmlformats.org/drawingml/2006/main" noGrp="1"/>
          </p:cNvSpPr>
          <p:nvPr/>
        </p:nvSpPr>
        <p:spPr>
          <a:xfrm xmlns:a="http://schemas.openxmlformats.org/drawingml/2006/main">
            <a:off x="723900" y="3733800"/>
            <a:ext cx="12763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00" b="1" i="0">
                <a:solidFill>
                  <a:srgbClr val="FFFFFF"/>
                </a:solidFill>
                <a:latin typeface="DIN Condensed"/>
                <a:ea typeface="DIN Condensed"/>
                <a:cs typeface="DIN Condensed"/>
              </a:defRPr>
            </a:pPr>
            <a:r>
              <a:rPr sz="1500" b="1" i="0">
                <a:solidFill>
                  <a:srgbClr val="FFFFFF"/>
                </a:solidFill>
                <a:latin typeface="DIN Condensed"/>
                <a:ea typeface="DIN Condensed"/>
                <a:cs typeface="DIN Condensed"/>
              </a:rPr>
              <a:t>FUNDAMENTOS</a:t>
            </a:r>
          </a:p>
        </p:txBody>
      </p:sp>
      <p:sp>
        <p:nvSpPr>
          <p:cNvPr id="15" name="">
            <a:extLst xmlns:a="http://schemas.openxmlformats.org/drawingml/2006/main">
              <a:ext uri="{FF2B5EF4-FFF2-40B4-BE49-F238E27FC236}">
                <a16:creationId xmlns:a16="http://schemas.microsoft.com/office/drawing/2014/main" id="{8BF503ED-F9F8-444E-BEC1-E24147AF59AA}"/>
              </a:ext>
            </a:extLst>
          </p:cNvPr>
          <p:cNvSpPr>
            <a:spLocks xmlns:a="http://schemas.openxmlformats.org/drawingml/2006/main" noGrp="1"/>
          </p:cNvSpPr>
          <p:nvPr/>
        </p:nvSpPr>
        <p:spPr>
          <a:xfrm xmlns:a="http://schemas.openxmlformats.org/drawingml/2006/main">
            <a:off x="2190750" y="3048000"/>
            <a:ext cx="1466850" cy="1390650"/>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0A01C15A-F44D-4E3F-94BE-34B68E0E7BD3}"/>
              </a:ext>
            </a:extLst>
          </p:cNvPr>
          <p:cNvSpPr>
            <a:spLocks xmlns:a="http://schemas.openxmlformats.org/drawingml/2006/main" noGrp="1"/>
          </p:cNvSpPr>
          <p:nvPr/>
        </p:nvSpPr>
        <p:spPr>
          <a:xfrm xmlns:a="http://schemas.openxmlformats.org/drawingml/2006/main">
            <a:off x="2305050" y="3219450"/>
            <a:ext cx="1238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FFFFFF"/>
                </a:solidFill>
                <a:latin typeface="Avenir Next"/>
                <a:ea typeface="Avenir Next"/>
                <a:cs typeface="Avenir Next"/>
              </a:defRPr>
            </a:pPr>
            <a:r>
              <a:rPr sz="900" b="1" i="0">
                <a:solidFill>
                  <a:srgbClr val="FFFFFF"/>
                </a:solidFill>
                <a:latin typeface="Avenir Next"/>
                <a:ea typeface="Avenir Next"/>
                <a:cs typeface="Avenir Next"/>
              </a:rPr>
              <a:t>3–16 SEP</a:t>
            </a:r>
          </a:p>
        </p:txBody>
      </p:sp>
      <p:sp>
        <p:nvSpPr>
          <p:cNvPr id="17" name="">
            <a:extLst xmlns:a="http://schemas.openxmlformats.org/drawingml/2006/main">
              <a:ext uri="{FF2B5EF4-FFF2-40B4-BE49-F238E27FC236}">
                <a16:creationId xmlns:a16="http://schemas.microsoft.com/office/drawing/2014/main" id="{C36EED12-9107-4F61-B6C9-7E51734FAE9A}"/>
              </a:ext>
            </a:extLst>
          </p:cNvPr>
          <p:cNvSpPr>
            <a:spLocks xmlns:a="http://schemas.openxmlformats.org/drawingml/2006/main" noGrp="1"/>
          </p:cNvSpPr>
          <p:nvPr/>
        </p:nvSpPr>
        <p:spPr>
          <a:xfrm xmlns:a="http://schemas.openxmlformats.org/drawingml/2006/main">
            <a:off x="2305050" y="3733800"/>
            <a:ext cx="1238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206"/>
          </a:bodyPr>
          <a:lstStyle xmlns:a="http://schemas.openxmlformats.org/drawingml/2006/main"/>
          <a:p xmlns:a="http://schemas.openxmlformats.org/drawingml/2006/main">
            <a:pPr algn="l">
              <a:lnSpc>
                <a:spcPct val="105000"/>
              </a:lnSpc>
              <a:buNone/>
              <a:defRPr sz="1500" b="1" i="0">
                <a:solidFill>
                  <a:srgbClr val="FFFFFF"/>
                </a:solidFill>
                <a:latin typeface="DIN Condensed"/>
                <a:ea typeface="DIN Condensed"/>
                <a:cs typeface="DIN Condensed"/>
              </a:defRPr>
            </a:pPr>
            <a:r>
              <a:rPr sz="1500" b="1" i="0">
                <a:solidFill>
                  <a:srgbClr val="FFFFFF"/>
                </a:solidFill>
                <a:latin typeface="DIN Condensed"/>
                <a:ea typeface="DIN Condensed"/>
                <a:cs typeface="DIN Condensed"/>
              </a:rPr>
              <a:t>EXPECTATIVA + PARTICIPACIÓN</a:t>
            </a:r>
          </a:p>
        </p:txBody>
      </p:sp>
      <p:sp>
        <p:nvSpPr>
          <p:cNvPr id="18" name="">
            <a:extLst xmlns:a="http://schemas.openxmlformats.org/drawingml/2006/main">
              <a:ext uri="{FF2B5EF4-FFF2-40B4-BE49-F238E27FC236}">
                <a16:creationId xmlns:a16="http://schemas.microsoft.com/office/drawing/2014/main" id="{8BB50F78-1661-473C-8914-CF04A98AE335}"/>
              </a:ext>
            </a:extLst>
          </p:cNvPr>
          <p:cNvSpPr>
            <a:spLocks xmlns:a="http://schemas.openxmlformats.org/drawingml/2006/main" noGrp="1"/>
          </p:cNvSpPr>
          <p:nvPr/>
        </p:nvSpPr>
        <p:spPr>
          <a:xfrm xmlns:a="http://schemas.openxmlformats.org/drawingml/2006/main">
            <a:off x="3733800" y="3048000"/>
            <a:ext cx="2076450" cy="1390650"/>
          </a:xfrm>
          <a:prstGeom xmlns:a="http://schemas.openxmlformats.org/drawingml/2006/main" prst="rect">
            <a:avLst/>
          </a:prstGeom>
          <a:solidFill xmlns:a="http://schemas.openxmlformats.org/drawingml/2006/main">
            <a:srgbClr val="FFC92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1183D8F9-9BB8-4796-A299-A07B8D156A54}"/>
              </a:ext>
            </a:extLst>
          </p:cNvPr>
          <p:cNvSpPr>
            <a:spLocks xmlns:a="http://schemas.openxmlformats.org/drawingml/2006/main" noGrp="1"/>
          </p:cNvSpPr>
          <p:nvPr/>
        </p:nvSpPr>
        <p:spPr>
          <a:xfrm xmlns:a="http://schemas.openxmlformats.org/drawingml/2006/main">
            <a:off x="3848100" y="3219450"/>
            <a:ext cx="1847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FFFFFF"/>
                </a:solidFill>
                <a:latin typeface="Avenir Next"/>
                <a:ea typeface="Avenir Next"/>
                <a:cs typeface="Avenir Next"/>
              </a:defRPr>
            </a:pPr>
            <a:r>
              <a:rPr sz="900" b="1" i="0">
                <a:solidFill>
                  <a:srgbClr val="FFFFFF"/>
                </a:solidFill>
                <a:latin typeface="Avenir Next"/>
                <a:ea typeface="Avenir Next"/>
                <a:cs typeface="Avenir Next"/>
              </a:rPr>
              <a:t>17 SEP–2 OCT</a:t>
            </a:r>
          </a:p>
        </p:txBody>
      </p:sp>
      <p:sp>
        <p:nvSpPr>
          <p:cNvPr id="20" name="">
            <a:extLst xmlns:a="http://schemas.openxmlformats.org/drawingml/2006/main">
              <a:ext uri="{FF2B5EF4-FFF2-40B4-BE49-F238E27FC236}">
                <a16:creationId xmlns:a16="http://schemas.microsoft.com/office/drawing/2014/main" id="{7433130A-D2C3-435E-B95E-6A28C8F57822}"/>
              </a:ext>
            </a:extLst>
          </p:cNvPr>
          <p:cNvSpPr>
            <a:spLocks xmlns:a="http://schemas.openxmlformats.org/drawingml/2006/main" noGrp="1"/>
          </p:cNvSpPr>
          <p:nvPr/>
        </p:nvSpPr>
        <p:spPr>
          <a:xfrm xmlns:a="http://schemas.openxmlformats.org/drawingml/2006/main">
            <a:off x="3848100" y="3733800"/>
            <a:ext cx="18478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00" b="1" i="0">
                <a:solidFill>
                  <a:srgbClr val="FFFFFF"/>
                </a:solidFill>
                <a:latin typeface="DIN Condensed"/>
                <a:ea typeface="DIN Condensed"/>
                <a:cs typeface="DIN Condensed"/>
              </a:defRPr>
            </a:pPr>
            <a:r>
              <a:rPr sz="1500" b="1" i="0">
                <a:solidFill>
                  <a:srgbClr val="FFFFFF"/>
                </a:solidFill>
                <a:latin typeface="DIN Condensed"/>
                <a:ea typeface="DIN Condensed"/>
                <a:cs typeface="DIN Condensed"/>
              </a:rPr>
              <a:t>REVELACIÓN + PREVENTA</a:t>
            </a:r>
          </a:p>
        </p:txBody>
      </p:sp>
      <p:sp>
        <p:nvSpPr>
          <p:cNvPr id="21" name="">
            <a:extLst xmlns:a="http://schemas.openxmlformats.org/drawingml/2006/main">
              <a:ext uri="{FF2B5EF4-FFF2-40B4-BE49-F238E27FC236}">
                <a16:creationId xmlns:a16="http://schemas.microsoft.com/office/drawing/2014/main" id="{768305EA-93F6-4511-8116-44C4987AEED0}"/>
              </a:ext>
            </a:extLst>
          </p:cNvPr>
          <p:cNvSpPr>
            <a:spLocks xmlns:a="http://schemas.openxmlformats.org/drawingml/2006/main" noGrp="1"/>
          </p:cNvSpPr>
          <p:nvPr/>
        </p:nvSpPr>
        <p:spPr>
          <a:xfrm xmlns:a="http://schemas.openxmlformats.org/drawingml/2006/main">
            <a:off x="5886450" y="3048000"/>
            <a:ext cx="1466850" cy="1390650"/>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9F08357D-EF0E-4662-8033-3459A8CD0A88}"/>
              </a:ext>
            </a:extLst>
          </p:cNvPr>
          <p:cNvSpPr>
            <a:spLocks xmlns:a="http://schemas.openxmlformats.org/drawingml/2006/main" noGrp="1"/>
          </p:cNvSpPr>
          <p:nvPr/>
        </p:nvSpPr>
        <p:spPr>
          <a:xfrm xmlns:a="http://schemas.openxmlformats.org/drawingml/2006/main">
            <a:off x="6000750" y="3219450"/>
            <a:ext cx="1238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FFFFFF"/>
                </a:solidFill>
                <a:latin typeface="Avenir Next"/>
                <a:ea typeface="Avenir Next"/>
                <a:cs typeface="Avenir Next"/>
              </a:defRPr>
            </a:pPr>
            <a:r>
              <a:rPr sz="900" b="1" i="0">
                <a:solidFill>
                  <a:srgbClr val="FFFFFF"/>
                </a:solidFill>
                <a:latin typeface="Avenir Next"/>
                <a:ea typeface="Avenir Next"/>
                <a:cs typeface="Avenir Next"/>
              </a:rPr>
              <a:t>3–18 OCT</a:t>
            </a:r>
          </a:p>
        </p:txBody>
      </p:sp>
      <p:sp>
        <p:nvSpPr>
          <p:cNvPr id="23" name="">
            <a:extLst xmlns:a="http://schemas.openxmlformats.org/drawingml/2006/main">
              <a:ext uri="{FF2B5EF4-FFF2-40B4-BE49-F238E27FC236}">
                <a16:creationId xmlns:a16="http://schemas.microsoft.com/office/drawing/2014/main" id="{8EA1E7B1-6824-4979-9DEB-549E0162C616}"/>
              </a:ext>
            </a:extLst>
          </p:cNvPr>
          <p:cNvSpPr>
            <a:spLocks xmlns:a="http://schemas.openxmlformats.org/drawingml/2006/main" noGrp="1"/>
          </p:cNvSpPr>
          <p:nvPr/>
        </p:nvSpPr>
        <p:spPr>
          <a:xfrm xmlns:a="http://schemas.openxmlformats.org/drawingml/2006/main">
            <a:off x="6000750" y="3733800"/>
            <a:ext cx="1238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00" b="1" i="0">
                <a:solidFill>
                  <a:srgbClr val="FFFFFF"/>
                </a:solidFill>
                <a:latin typeface="DIN Condensed"/>
                <a:ea typeface="DIN Condensed"/>
                <a:cs typeface="DIN Condensed"/>
              </a:defRPr>
            </a:pPr>
            <a:r>
              <a:rPr sz="1500" b="1" i="0">
                <a:solidFill>
                  <a:srgbClr val="FFFFFF"/>
                </a:solidFill>
                <a:latin typeface="DIN Condensed"/>
                <a:ea typeface="DIN Condensed"/>
                <a:cs typeface="DIN Condensed"/>
              </a:rPr>
              <a:t>CONVERSIÓN</a:t>
            </a:r>
          </a:p>
        </p:txBody>
      </p:sp>
      <p:sp>
        <p:nvSpPr>
          <p:cNvPr id="24" name="">
            <a:extLst xmlns:a="http://schemas.openxmlformats.org/drawingml/2006/main">
              <a:ext uri="{FF2B5EF4-FFF2-40B4-BE49-F238E27FC236}">
                <a16:creationId xmlns:a16="http://schemas.microsoft.com/office/drawing/2014/main" id="{237403D1-3D55-489C-A291-C795BA2000CF}"/>
              </a:ext>
            </a:extLst>
          </p:cNvPr>
          <p:cNvSpPr>
            <a:spLocks xmlns:a="http://schemas.openxmlformats.org/drawingml/2006/main" noGrp="1"/>
          </p:cNvSpPr>
          <p:nvPr/>
        </p:nvSpPr>
        <p:spPr>
          <a:xfrm xmlns:a="http://schemas.openxmlformats.org/drawingml/2006/main">
            <a:off x="7429500" y="3048000"/>
            <a:ext cx="1619250" cy="1390650"/>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2EF04159-6CDC-45FA-9F8C-B5E894D48C30}"/>
              </a:ext>
            </a:extLst>
          </p:cNvPr>
          <p:cNvSpPr>
            <a:spLocks xmlns:a="http://schemas.openxmlformats.org/drawingml/2006/main" noGrp="1"/>
          </p:cNvSpPr>
          <p:nvPr/>
        </p:nvSpPr>
        <p:spPr>
          <a:xfrm xmlns:a="http://schemas.openxmlformats.org/drawingml/2006/main">
            <a:off x="7543800" y="3219450"/>
            <a:ext cx="1390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FFFFFF"/>
                </a:solidFill>
                <a:latin typeface="Avenir Next"/>
                <a:ea typeface="Avenir Next"/>
                <a:cs typeface="Avenir Next"/>
              </a:defRPr>
            </a:pPr>
            <a:r>
              <a:rPr sz="900" b="1" i="0">
                <a:solidFill>
                  <a:srgbClr val="FFFFFF"/>
                </a:solidFill>
                <a:latin typeface="Avenir Next"/>
                <a:ea typeface="Avenir Next"/>
                <a:cs typeface="Avenir Next"/>
              </a:rPr>
              <a:t>19–28 OCT</a:t>
            </a:r>
          </a:p>
        </p:txBody>
      </p:sp>
      <p:sp>
        <p:nvSpPr>
          <p:cNvPr id="26" name="">
            <a:extLst xmlns:a="http://schemas.openxmlformats.org/drawingml/2006/main">
              <a:ext uri="{FF2B5EF4-FFF2-40B4-BE49-F238E27FC236}">
                <a16:creationId xmlns:a16="http://schemas.microsoft.com/office/drawing/2014/main" id="{FEC6B122-BD2E-4C75-A00F-F5B1A1BC2CF7}"/>
              </a:ext>
            </a:extLst>
          </p:cNvPr>
          <p:cNvSpPr>
            <a:spLocks xmlns:a="http://schemas.openxmlformats.org/drawingml/2006/main" noGrp="1"/>
          </p:cNvSpPr>
          <p:nvPr/>
        </p:nvSpPr>
        <p:spPr>
          <a:xfrm xmlns:a="http://schemas.openxmlformats.org/drawingml/2006/main">
            <a:off x="7543800" y="3733800"/>
            <a:ext cx="1390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00" b="1" i="0">
                <a:solidFill>
                  <a:srgbClr val="FFFFFF"/>
                </a:solidFill>
                <a:latin typeface="DIN Condensed"/>
                <a:ea typeface="DIN Condensed"/>
                <a:cs typeface="DIN Condensed"/>
              </a:defRPr>
            </a:pPr>
            <a:r>
              <a:rPr sz="1500" b="1" i="0">
                <a:solidFill>
                  <a:srgbClr val="FFFFFF"/>
                </a:solidFill>
                <a:latin typeface="DIN Condensed"/>
                <a:ea typeface="DIN Condensed"/>
                <a:cs typeface="DIN Condensed"/>
              </a:rPr>
              <a:t>ORIENTACIÓN</a:t>
            </a:r>
          </a:p>
        </p:txBody>
      </p:sp>
      <p:sp>
        <p:nvSpPr>
          <p:cNvPr id="27" name="">
            <a:extLst xmlns:a="http://schemas.openxmlformats.org/drawingml/2006/main">
              <a:ext uri="{FF2B5EF4-FFF2-40B4-BE49-F238E27FC236}">
                <a16:creationId xmlns:a16="http://schemas.microsoft.com/office/drawing/2014/main" id="{8452B6A1-41A2-47B5-B16E-421B060A58A0}"/>
              </a:ext>
            </a:extLst>
          </p:cNvPr>
          <p:cNvSpPr>
            <a:spLocks xmlns:a="http://schemas.openxmlformats.org/drawingml/2006/main" noGrp="1"/>
          </p:cNvSpPr>
          <p:nvPr/>
        </p:nvSpPr>
        <p:spPr>
          <a:xfrm xmlns:a="http://schemas.openxmlformats.org/drawingml/2006/main">
            <a:off x="9124950" y="3048000"/>
            <a:ext cx="1714500" cy="1390650"/>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F3C7530D-478E-41F7-8800-8100CD339716}"/>
              </a:ext>
            </a:extLst>
          </p:cNvPr>
          <p:cNvSpPr>
            <a:spLocks xmlns:a="http://schemas.openxmlformats.org/drawingml/2006/main" noGrp="1"/>
          </p:cNvSpPr>
          <p:nvPr/>
        </p:nvSpPr>
        <p:spPr>
          <a:xfrm xmlns:a="http://schemas.openxmlformats.org/drawingml/2006/main">
            <a:off x="9239250" y="3219450"/>
            <a:ext cx="1485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FFFFFF"/>
                </a:solidFill>
                <a:latin typeface="Avenir Next"/>
                <a:ea typeface="Avenir Next"/>
                <a:cs typeface="Avenir Next"/>
              </a:defRPr>
            </a:pPr>
            <a:r>
              <a:rPr sz="900" b="1" i="0">
                <a:solidFill>
                  <a:srgbClr val="FFFFFF"/>
                </a:solidFill>
                <a:latin typeface="Avenir Next"/>
                <a:ea typeface="Avenir Next"/>
                <a:cs typeface="Avenir Next"/>
              </a:rPr>
              <a:t>29 OCT–2 NOV</a:t>
            </a:r>
          </a:p>
        </p:txBody>
      </p:sp>
      <p:sp>
        <p:nvSpPr>
          <p:cNvPr id="29" name="">
            <a:extLst xmlns:a="http://schemas.openxmlformats.org/drawingml/2006/main">
              <a:ext uri="{FF2B5EF4-FFF2-40B4-BE49-F238E27FC236}">
                <a16:creationId xmlns:a16="http://schemas.microsoft.com/office/drawing/2014/main" id="{6C3ED0F5-28C5-4670-B95D-346838589CF1}"/>
              </a:ext>
            </a:extLst>
          </p:cNvPr>
          <p:cNvSpPr>
            <a:spLocks xmlns:a="http://schemas.openxmlformats.org/drawingml/2006/main" noGrp="1"/>
          </p:cNvSpPr>
          <p:nvPr/>
        </p:nvSpPr>
        <p:spPr>
          <a:xfrm xmlns:a="http://schemas.openxmlformats.org/drawingml/2006/main">
            <a:off x="9239250" y="3733800"/>
            <a:ext cx="1485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00" b="1" i="0">
                <a:solidFill>
                  <a:srgbClr val="FFFFFF"/>
                </a:solidFill>
                <a:latin typeface="DIN Condensed"/>
                <a:ea typeface="DIN Condensed"/>
                <a:cs typeface="DIN Condensed"/>
              </a:defRPr>
            </a:pPr>
            <a:r>
              <a:rPr sz="1500" b="1" i="0">
                <a:solidFill>
                  <a:srgbClr val="FFFFFF"/>
                </a:solidFill>
                <a:latin typeface="DIN Condensed"/>
                <a:ea typeface="DIN Condensed"/>
                <a:cs typeface="DIN Condensed"/>
              </a:rPr>
              <a:t>EN VIVO</a:t>
            </a:r>
          </a:p>
        </p:txBody>
      </p:sp>
      <p:sp>
        <p:nvSpPr>
          <p:cNvPr id="30" name="">
            <a:extLst xmlns:a="http://schemas.openxmlformats.org/drawingml/2006/main">
              <a:ext uri="{FF2B5EF4-FFF2-40B4-BE49-F238E27FC236}">
                <a16:creationId xmlns:a16="http://schemas.microsoft.com/office/drawing/2014/main" id="{E1BABE63-628D-4EE1-9A47-D3E28EEB6788}"/>
              </a:ext>
            </a:extLst>
          </p:cNvPr>
          <p:cNvSpPr>
            <a:spLocks xmlns:a="http://schemas.openxmlformats.org/drawingml/2006/main" noGrp="1"/>
          </p:cNvSpPr>
          <p:nvPr/>
        </p:nvSpPr>
        <p:spPr>
          <a:xfrm xmlns:a="http://schemas.openxmlformats.org/drawingml/2006/main">
            <a:off x="10915650" y="3048000"/>
            <a:ext cx="1238250" cy="1390650"/>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6A8EE5A5-2EBC-482D-91A3-7A5B69D748CF}"/>
              </a:ext>
            </a:extLst>
          </p:cNvPr>
          <p:cNvSpPr>
            <a:spLocks xmlns:a="http://schemas.openxmlformats.org/drawingml/2006/main" noGrp="1"/>
          </p:cNvSpPr>
          <p:nvPr/>
        </p:nvSpPr>
        <p:spPr>
          <a:xfrm xmlns:a="http://schemas.openxmlformats.org/drawingml/2006/main">
            <a:off x="11029950" y="3219450"/>
            <a:ext cx="1009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FFFFFF"/>
                </a:solidFill>
                <a:latin typeface="Avenir Next"/>
                <a:ea typeface="Avenir Next"/>
                <a:cs typeface="Avenir Next"/>
              </a:defRPr>
            </a:pPr>
            <a:r>
              <a:rPr sz="900" b="1" i="0">
                <a:solidFill>
                  <a:srgbClr val="FFFFFF"/>
                </a:solidFill>
                <a:latin typeface="Avenir Next"/>
                <a:ea typeface="Avenir Next"/>
                <a:cs typeface="Avenir Next"/>
              </a:rPr>
              <a:t>3–13 NOV</a:t>
            </a:r>
          </a:p>
        </p:txBody>
      </p:sp>
      <p:sp>
        <p:nvSpPr>
          <p:cNvPr id="32" name="">
            <a:extLst xmlns:a="http://schemas.openxmlformats.org/drawingml/2006/main">
              <a:ext uri="{FF2B5EF4-FFF2-40B4-BE49-F238E27FC236}">
                <a16:creationId xmlns:a16="http://schemas.microsoft.com/office/drawing/2014/main" id="{BF5ED84D-C44E-4FC0-A3E9-DB931E946FD4}"/>
              </a:ext>
            </a:extLst>
          </p:cNvPr>
          <p:cNvSpPr>
            <a:spLocks xmlns:a="http://schemas.openxmlformats.org/drawingml/2006/main" noGrp="1"/>
          </p:cNvSpPr>
          <p:nvPr/>
        </p:nvSpPr>
        <p:spPr>
          <a:xfrm xmlns:a="http://schemas.openxmlformats.org/drawingml/2006/main">
            <a:off x="11029950" y="3733800"/>
            <a:ext cx="1009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00" b="1" i="0">
                <a:solidFill>
                  <a:srgbClr val="FFFFFF"/>
                </a:solidFill>
                <a:latin typeface="DIN Condensed"/>
                <a:ea typeface="DIN Condensed"/>
                <a:cs typeface="DIN Condensed"/>
              </a:defRPr>
            </a:pPr>
            <a:r>
              <a:rPr sz="1500" b="1" i="0">
                <a:solidFill>
                  <a:srgbClr val="FFFFFF"/>
                </a:solidFill>
                <a:latin typeface="DIN Condensed"/>
                <a:ea typeface="DIN Condensed"/>
                <a:cs typeface="DIN Condensed"/>
              </a:rPr>
              <a:t>CIERRE</a:t>
            </a:r>
          </a:p>
        </p:txBody>
      </p:sp>
      <p:sp>
        <p:nvSpPr>
          <p:cNvPr id="33" name="">
            <a:extLst xmlns:a="http://schemas.openxmlformats.org/drawingml/2006/main">
              <a:ext uri="{FF2B5EF4-FFF2-40B4-BE49-F238E27FC236}">
                <a16:creationId xmlns:a16="http://schemas.microsoft.com/office/drawing/2014/main" id="{060C04FD-4E47-49C9-B6EB-9208266AF274}"/>
              </a:ext>
            </a:extLst>
          </p:cNvPr>
          <p:cNvSpPr>
            <a:spLocks xmlns:a="http://schemas.openxmlformats.org/drawingml/2006/main" noGrp="1"/>
          </p:cNvSpPr>
          <p:nvPr/>
        </p:nvSpPr>
        <p:spPr>
          <a:xfrm xmlns:a="http://schemas.openxmlformats.org/drawingml/2006/main">
            <a:off x="1066800" y="4705350"/>
            <a:ext cx="38100" cy="6096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420EA481-C9C3-438E-BBF1-0EF74108758F}"/>
              </a:ext>
            </a:extLst>
          </p:cNvPr>
          <p:cNvSpPr>
            <a:spLocks xmlns:a="http://schemas.openxmlformats.org/drawingml/2006/main" noGrp="1"/>
          </p:cNvSpPr>
          <p:nvPr/>
        </p:nvSpPr>
        <p:spPr>
          <a:xfrm xmlns:a="http://schemas.openxmlformats.org/drawingml/2006/main">
            <a:off x="552450" y="5353050"/>
            <a:ext cx="1028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750" b="1" i="0">
                <a:solidFill>
                  <a:srgbClr val="FFC928"/>
                </a:solidFill>
                <a:latin typeface="Avenir Next"/>
                <a:ea typeface="Avenir Next"/>
                <a:cs typeface="Avenir Next"/>
              </a:defRPr>
            </a:pPr>
            <a:r>
              <a:rPr sz="750" b="1" i="0">
                <a:solidFill>
                  <a:srgbClr val="FFC928"/>
                </a:solidFill>
                <a:latin typeface="Avenir Next"/>
                <a:ea typeface="Avenir Next"/>
                <a:cs typeface="Avenir Next"/>
              </a:rPr>
              <a:t>2 SEP</a:t>
            </a:r>
          </a:p>
        </p:txBody>
      </p:sp>
      <p:sp>
        <p:nvSpPr>
          <p:cNvPr id="35" name="">
            <a:extLst xmlns:a="http://schemas.openxmlformats.org/drawingml/2006/main">
              <a:ext uri="{FF2B5EF4-FFF2-40B4-BE49-F238E27FC236}">
                <a16:creationId xmlns:a16="http://schemas.microsoft.com/office/drawing/2014/main" id="{9DF89946-BAD7-475B-964C-62C7F221443F}"/>
              </a:ext>
            </a:extLst>
          </p:cNvPr>
          <p:cNvSpPr>
            <a:spLocks xmlns:a="http://schemas.openxmlformats.org/drawingml/2006/main" noGrp="1"/>
          </p:cNvSpPr>
          <p:nvPr/>
        </p:nvSpPr>
        <p:spPr>
          <a:xfrm xmlns:a="http://schemas.openxmlformats.org/drawingml/2006/main">
            <a:off x="476250" y="5543550"/>
            <a:ext cx="1181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600" b="1" i="0">
                <a:solidFill>
                  <a:srgbClr val="FFFFFF"/>
                </a:solidFill>
                <a:latin typeface="Avenir Next"/>
                <a:ea typeface="Avenir Next"/>
                <a:cs typeface="Avenir Next"/>
              </a:defRPr>
            </a:pPr>
            <a:r>
              <a:rPr sz="600" b="1" i="0">
                <a:solidFill>
                  <a:srgbClr val="FFFFFF"/>
                </a:solidFill>
                <a:latin typeface="Avenir Next"/>
                <a:ea typeface="Avenir Next"/>
                <a:cs typeface="Avenir Next"/>
              </a:rPr>
              <a:t>GO/NO-GO EXPECTATIVA</a:t>
            </a:r>
          </a:p>
        </p:txBody>
      </p:sp>
      <p:sp>
        <p:nvSpPr>
          <p:cNvPr id="36" name="">
            <a:extLst xmlns:a="http://schemas.openxmlformats.org/drawingml/2006/main">
              <a:ext uri="{FF2B5EF4-FFF2-40B4-BE49-F238E27FC236}">
                <a16:creationId xmlns:a16="http://schemas.microsoft.com/office/drawing/2014/main" id="{1F84A6E9-69E8-47EC-AE86-F1B26B5411F2}"/>
              </a:ext>
            </a:extLst>
          </p:cNvPr>
          <p:cNvSpPr>
            <a:spLocks xmlns:a="http://schemas.openxmlformats.org/drawingml/2006/main" noGrp="1"/>
          </p:cNvSpPr>
          <p:nvPr/>
        </p:nvSpPr>
        <p:spPr>
          <a:xfrm xmlns:a="http://schemas.openxmlformats.org/drawingml/2006/main">
            <a:off x="3581400" y="4705350"/>
            <a:ext cx="38100" cy="6096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47E6DB2F-FA38-46C4-9B4D-F3182D91C092}"/>
              </a:ext>
            </a:extLst>
          </p:cNvPr>
          <p:cNvSpPr>
            <a:spLocks xmlns:a="http://schemas.openxmlformats.org/drawingml/2006/main" noGrp="1"/>
          </p:cNvSpPr>
          <p:nvPr/>
        </p:nvSpPr>
        <p:spPr>
          <a:xfrm xmlns:a="http://schemas.openxmlformats.org/drawingml/2006/main">
            <a:off x="3067050" y="5353050"/>
            <a:ext cx="1028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750" b="1" i="0">
                <a:solidFill>
                  <a:srgbClr val="FFC928"/>
                </a:solidFill>
                <a:latin typeface="Avenir Next"/>
                <a:ea typeface="Avenir Next"/>
                <a:cs typeface="Avenir Next"/>
              </a:defRPr>
            </a:pPr>
            <a:r>
              <a:rPr sz="750" b="1" i="0">
                <a:solidFill>
                  <a:srgbClr val="FFC928"/>
                </a:solidFill>
                <a:latin typeface="Avenir Next"/>
                <a:ea typeface="Avenir Next"/>
                <a:cs typeface="Avenir Next"/>
              </a:rPr>
              <a:t>17 SEP</a:t>
            </a:r>
          </a:p>
        </p:txBody>
      </p:sp>
      <p:sp>
        <p:nvSpPr>
          <p:cNvPr id="38" name="">
            <a:extLst xmlns:a="http://schemas.openxmlformats.org/drawingml/2006/main">
              <a:ext uri="{FF2B5EF4-FFF2-40B4-BE49-F238E27FC236}">
                <a16:creationId xmlns:a16="http://schemas.microsoft.com/office/drawing/2014/main" id="{D3327529-C5A5-4C01-B1FA-A016E6CE445A}"/>
              </a:ext>
            </a:extLst>
          </p:cNvPr>
          <p:cNvSpPr>
            <a:spLocks xmlns:a="http://schemas.openxmlformats.org/drawingml/2006/main" noGrp="1"/>
          </p:cNvSpPr>
          <p:nvPr/>
        </p:nvSpPr>
        <p:spPr>
          <a:xfrm xmlns:a="http://schemas.openxmlformats.org/drawingml/2006/main">
            <a:off x="2990850" y="5543550"/>
            <a:ext cx="1181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600" b="1" i="0">
                <a:solidFill>
                  <a:srgbClr val="FFFFFF"/>
                </a:solidFill>
                <a:latin typeface="Avenir Next"/>
                <a:ea typeface="Avenir Next"/>
                <a:cs typeface="Avenir Next"/>
              </a:defRPr>
            </a:pPr>
            <a:r>
              <a:rPr sz="600" b="1" i="0">
                <a:solidFill>
                  <a:srgbClr val="FFFFFF"/>
                </a:solidFill>
                <a:latin typeface="Avenir Next"/>
                <a:ea typeface="Avenir Next"/>
                <a:cs typeface="Avenir Next"/>
              </a:rPr>
              <a:t>VENTA + REVELACIÓN</a:t>
            </a:r>
          </a:p>
        </p:txBody>
      </p:sp>
      <p:sp>
        <p:nvSpPr>
          <p:cNvPr id="39" name="">
            <a:extLst xmlns:a="http://schemas.openxmlformats.org/drawingml/2006/main">
              <a:ext uri="{FF2B5EF4-FFF2-40B4-BE49-F238E27FC236}">
                <a16:creationId xmlns:a16="http://schemas.microsoft.com/office/drawing/2014/main" id="{183CD099-A21E-4342-AE34-16DC3462A644}"/>
              </a:ext>
            </a:extLst>
          </p:cNvPr>
          <p:cNvSpPr>
            <a:spLocks xmlns:a="http://schemas.openxmlformats.org/drawingml/2006/main" noGrp="1"/>
          </p:cNvSpPr>
          <p:nvPr/>
        </p:nvSpPr>
        <p:spPr>
          <a:xfrm xmlns:a="http://schemas.openxmlformats.org/drawingml/2006/main">
            <a:off x="5810250" y="4705350"/>
            <a:ext cx="38100" cy="6096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CE9AE299-00B7-470E-A6F0-A3A1216C22B6}"/>
              </a:ext>
            </a:extLst>
          </p:cNvPr>
          <p:cNvSpPr>
            <a:spLocks xmlns:a="http://schemas.openxmlformats.org/drawingml/2006/main" noGrp="1"/>
          </p:cNvSpPr>
          <p:nvPr/>
        </p:nvSpPr>
        <p:spPr>
          <a:xfrm xmlns:a="http://schemas.openxmlformats.org/drawingml/2006/main">
            <a:off x="5295900" y="5353050"/>
            <a:ext cx="1028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750" b="1" i="0">
                <a:solidFill>
                  <a:srgbClr val="FFC928"/>
                </a:solidFill>
                <a:latin typeface="Avenir Next"/>
                <a:ea typeface="Avenir Next"/>
                <a:cs typeface="Avenir Next"/>
              </a:defRPr>
            </a:pPr>
            <a:r>
              <a:rPr sz="750" b="1" i="0">
                <a:solidFill>
                  <a:srgbClr val="FFC928"/>
                </a:solidFill>
                <a:latin typeface="Avenir Next"/>
                <a:ea typeface="Avenir Next"/>
                <a:cs typeface="Avenir Next"/>
              </a:rPr>
              <a:t>2 OCT</a:t>
            </a:r>
          </a:p>
        </p:txBody>
      </p:sp>
      <p:sp>
        <p:nvSpPr>
          <p:cNvPr id="41" name="">
            <a:extLst xmlns:a="http://schemas.openxmlformats.org/drawingml/2006/main">
              <a:ext uri="{FF2B5EF4-FFF2-40B4-BE49-F238E27FC236}">
                <a16:creationId xmlns:a16="http://schemas.microsoft.com/office/drawing/2014/main" id="{A6AE88A2-F668-4D00-8E4A-61C45858674A}"/>
              </a:ext>
            </a:extLst>
          </p:cNvPr>
          <p:cNvSpPr>
            <a:spLocks xmlns:a="http://schemas.openxmlformats.org/drawingml/2006/main" noGrp="1"/>
          </p:cNvSpPr>
          <p:nvPr/>
        </p:nvSpPr>
        <p:spPr>
          <a:xfrm xmlns:a="http://schemas.openxmlformats.org/drawingml/2006/main">
            <a:off x="5219700" y="5543550"/>
            <a:ext cx="1181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600" b="1" i="0">
                <a:solidFill>
                  <a:srgbClr val="FFFFFF"/>
                </a:solidFill>
                <a:latin typeface="Avenir Next"/>
                <a:ea typeface="Avenir Next"/>
                <a:cs typeface="Avenir Next"/>
              </a:defRPr>
            </a:pPr>
            <a:r>
              <a:rPr sz="600" b="1" i="0">
                <a:solidFill>
                  <a:srgbClr val="FFFFFF"/>
                </a:solidFill>
                <a:latin typeface="Avenir Next"/>
                <a:ea typeface="Avenir Next"/>
                <a:cs typeface="Avenir Next"/>
              </a:rPr>
              <a:t>CARTEL + PROGRAMA</a:t>
            </a:r>
          </a:p>
        </p:txBody>
      </p:sp>
      <p:sp>
        <p:nvSpPr>
          <p:cNvPr id="42" name="">
            <a:extLst xmlns:a="http://schemas.openxmlformats.org/drawingml/2006/main">
              <a:ext uri="{FF2B5EF4-FFF2-40B4-BE49-F238E27FC236}">
                <a16:creationId xmlns:a16="http://schemas.microsoft.com/office/drawing/2014/main" id="{4AEDC9B2-DFFA-4028-8300-D7B392E74B4A}"/>
              </a:ext>
            </a:extLst>
          </p:cNvPr>
          <p:cNvSpPr>
            <a:spLocks xmlns:a="http://schemas.openxmlformats.org/drawingml/2006/main" noGrp="1"/>
          </p:cNvSpPr>
          <p:nvPr/>
        </p:nvSpPr>
        <p:spPr>
          <a:xfrm xmlns:a="http://schemas.openxmlformats.org/drawingml/2006/main">
            <a:off x="8763000" y="4705350"/>
            <a:ext cx="38100" cy="6096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D8458C98-B18E-4B6D-A227-914B474C1ECC}"/>
              </a:ext>
            </a:extLst>
          </p:cNvPr>
          <p:cNvSpPr>
            <a:spLocks xmlns:a="http://schemas.openxmlformats.org/drawingml/2006/main" noGrp="1"/>
          </p:cNvSpPr>
          <p:nvPr/>
        </p:nvSpPr>
        <p:spPr>
          <a:xfrm xmlns:a="http://schemas.openxmlformats.org/drawingml/2006/main">
            <a:off x="8248650" y="5353050"/>
            <a:ext cx="1028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750" b="1" i="0">
                <a:solidFill>
                  <a:srgbClr val="FFC928"/>
                </a:solidFill>
                <a:latin typeface="Avenir Next"/>
                <a:ea typeface="Avenir Next"/>
                <a:cs typeface="Avenir Next"/>
              </a:defRPr>
            </a:pPr>
            <a:r>
              <a:rPr sz="750" b="1" i="0">
                <a:solidFill>
                  <a:srgbClr val="FFC928"/>
                </a:solidFill>
                <a:latin typeface="Avenir Next"/>
                <a:ea typeface="Avenir Next"/>
                <a:cs typeface="Avenir Next"/>
              </a:rPr>
              <a:t>21 OCT</a:t>
            </a:r>
          </a:p>
        </p:txBody>
      </p:sp>
      <p:sp>
        <p:nvSpPr>
          <p:cNvPr id="44" name="">
            <a:extLst xmlns:a="http://schemas.openxmlformats.org/drawingml/2006/main">
              <a:ext uri="{FF2B5EF4-FFF2-40B4-BE49-F238E27FC236}">
                <a16:creationId xmlns:a16="http://schemas.microsoft.com/office/drawing/2014/main" id="{752289C9-735C-44D2-81CF-7315C10E9E9E}"/>
              </a:ext>
            </a:extLst>
          </p:cNvPr>
          <p:cNvSpPr>
            <a:spLocks xmlns:a="http://schemas.openxmlformats.org/drawingml/2006/main" noGrp="1"/>
          </p:cNvSpPr>
          <p:nvPr/>
        </p:nvSpPr>
        <p:spPr>
          <a:xfrm xmlns:a="http://schemas.openxmlformats.org/drawingml/2006/main">
            <a:off x="8172450" y="5543550"/>
            <a:ext cx="1181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600" b="1" i="0">
                <a:solidFill>
                  <a:srgbClr val="FFFFFF"/>
                </a:solidFill>
                <a:latin typeface="Avenir Next"/>
                <a:ea typeface="Avenir Next"/>
                <a:cs typeface="Avenir Next"/>
              </a:defRPr>
            </a:pPr>
            <a:r>
              <a:rPr sz="600" b="1" i="0">
                <a:solidFill>
                  <a:srgbClr val="FFFFFF"/>
                </a:solidFill>
                <a:latin typeface="Avenir Next"/>
                <a:ea typeface="Avenir Next"/>
                <a:cs typeface="Avenir Next"/>
              </a:rPr>
              <a:t>GUÍA MÓVIL</a:t>
            </a:r>
          </a:p>
        </p:txBody>
      </p:sp>
      <p:sp>
        <p:nvSpPr>
          <p:cNvPr id="45" name="">
            <a:extLst xmlns:a="http://schemas.openxmlformats.org/drawingml/2006/main">
              <a:ext uri="{FF2B5EF4-FFF2-40B4-BE49-F238E27FC236}">
                <a16:creationId xmlns:a16="http://schemas.microsoft.com/office/drawing/2014/main" id="{65404F1A-05CC-4030-B9C6-09D078CCD333}"/>
              </a:ext>
            </a:extLst>
          </p:cNvPr>
          <p:cNvSpPr>
            <a:spLocks xmlns:a="http://schemas.openxmlformats.org/drawingml/2006/main" noGrp="1"/>
          </p:cNvSpPr>
          <p:nvPr/>
        </p:nvSpPr>
        <p:spPr>
          <a:xfrm xmlns:a="http://schemas.openxmlformats.org/drawingml/2006/main">
            <a:off x="10620375" y="4705350"/>
            <a:ext cx="38100" cy="6096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6ADE9B0F-11AB-447C-A95A-284E31C78C3B}"/>
              </a:ext>
            </a:extLst>
          </p:cNvPr>
          <p:cNvSpPr>
            <a:spLocks xmlns:a="http://schemas.openxmlformats.org/drawingml/2006/main" noGrp="1"/>
          </p:cNvSpPr>
          <p:nvPr/>
        </p:nvSpPr>
        <p:spPr>
          <a:xfrm xmlns:a="http://schemas.openxmlformats.org/drawingml/2006/main">
            <a:off x="10106025" y="5353050"/>
            <a:ext cx="1028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750" b="1" i="0">
                <a:solidFill>
                  <a:srgbClr val="FFC928"/>
                </a:solidFill>
                <a:latin typeface="Avenir Next"/>
                <a:ea typeface="Avenir Next"/>
                <a:cs typeface="Avenir Next"/>
              </a:defRPr>
            </a:pPr>
            <a:r>
              <a:rPr sz="750" b="1" i="0">
                <a:solidFill>
                  <a:srgbClr val="FFC928"/>
                </a:solidFill>
                <a:latin typeface="Avenir Next"/>
                <a:ea typeface="Avenir Next"/>
                <a:cs typeface="Avenir Next"/>
              </a:rPr>
              <a:t>28 OCT</a:t>
            </a:r>
          </a:p>
        </p:txBody>
      </p:sp>
      <p:sp>
        <p:nvSpPr>
          <p:cNvPr id="47" name="">
            <a:extLst xmlns:a="http://schemas.openxmlformats.org/drawingml/2006/main">
              <a:ext uri="{FF2B5EF4-FFF2-40B4-BE49-F238E27FC236}">
                <a16:creationId xmlns:a16="http://schemas.microsoft.com/office/drawing/2014/main" id="{32D52387-26F1-46A4-9841-BEC19F599E7E}"/>
              </a:ext>
            </a:extLst>
          </p:cNvPr>
          <p:cNvSpPr>
            <a:spLocks xmlns:a="http://schemas.openxmlformats.org/drawingml/2006/main" noGrp="1"/>
          </p:cNvSpPr>
          <p:nvPr/>
        </p:nvSpPr>
        <p:spPr>
          <a:xfrm xmlns:a="http://schemas.openxmlformats.org/drawingml/2006/main">
            <a:off x="10029825" y="5543550"/>
            <a:ext cx="1181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600" b="1" i="0">
                <a:solidFill>
                  <a:srgbClr val="FFFFFF"/>
                </a:solidFill>
                <a:latin typeface="Avenir Next"/>
                <a:ea typeface="Avenir Next"/>
                <a:cs typeface="Avenir Next"/>
              </a:defRPr>
            </a:pPr>
            <a:r>
              <a:rPr sz="600" b="1" i="0">
                <a:solidFill>
                  <a:srgbClr val="FFFFFF"/>
                </a:solidFill>
                <a:latin typeface="Avenir Next"/>
                <a:ea typeface="Avenir Next"/>
                <a:cs typeface="Avenir Next"/>
              </a:rPr>
              <a:t>SIMULACRO + CIERRE</a:t>
            </a:r>
          </a:p>
        </p:txBody>
      </p:sp>
      <p:sp>
        <p:nvSpPr>
          <p:cNvPr id="48" name="">
            <a:extLst xmlns:a="http://schemas.openxmlformats.org/drawingml/2006/main">
              <a:ext uri="{FF2B5EF4-FFF2-40B4-BE49-F238E27FC236}">
                <a16:creationId xmlns:a16="http://schemas.microsoft.com/office/drawing/2014/main" id="{0F6944B1-F4CB-43E2-8F6D-2A32B31026B6}"/>
              </a:ext>
            </a:extLst>
          </p:cNvPr>
          <p:cNvSpPr>
            <a:spLocks xmlns:a="http://schemas.openxmlformats.org/drawingml/2006/main" noGrp="1"/>
          </p:cNvSpPr>
          <p:nvPr/>
        </p:nvSpPr>
        <p:spPr>
          <a:xfrm xmlns:a="http://schemas.openxmlformats.org/drawingml/2006/main">
            <a:off x="609600" y="5943600"/>
            <a:ext cx="10972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900" b="1" i="0">
                <a:solidFill>
                  <a:srgbClr val="FFFFFF">
                    <a:alpha val="76000"/>
                  </a:srgbClr>
                </a:solidFill>
                <a:latin typeface="Avenir Next"/>
                <a:ea typeface="Avenir Next"/>
                <a:cs typeface="Avenir Next"/>
              </a:defRPr>
            </a:pPr>
            <a:r>
              <a:rPr sz="900" b="1" i="0">
                <a:solidFill>
                  <a:srgbClr val="FFFFFF">
                    <a:alpha val="76000"/>
                  </a:srgbClr>
                </a:solidFill>
                <a:latin typeface="Avenir Next"/>
                <a:ea typeface="Avenir Next"/>
                <a:cs typeface="Avenir Next"/>
              </a:rPr>
              <a:t>CADA HITO ES UN CONTROL DE APROBACIÓN; NO UNA FECHA AUTOMÁTICA DE SALIDA.</a:t>
            </a:r>
          </a:p>
        </p:txBody>
      </p:sp>
    </p:spTree>
    <p:extLst>
      <p:ext uri="{BB962C8B-B14F-4D97-AF65-F5344CB8AC3E}">
        <p14:creationId xmlns:p14="http://schemas.microsoft.com/office/powerpoint/2010/main" val="25750889"/>
      </p:ext>
    </p:extLst>
  </p:cSld>
</p:sld>
</file>

<file path=ppt/slides/slide44.xml><?xml version="1.0" encoding="utf-8"?>
<p:sld xmlns:p="http://schemas.openxmlformats.org/presentationml/2006/main">
  <p:cSld>
    <p:bg>
      <p:bgPr>
        <a:solidFill xmlns:a="http://schemas.openxmlformats.org/drawingml/2006/main">
          <a:srgbClr val="FFF7EA"/>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11B43DCA-89C5-495B-89F1-27390E4259BB}"/>
              </a:ext>
            </a:extLst>
          </p:cNvPr>
          <p:cNvSpPr>
            <a:spLocks xmlns:a="http://schemas.openxmlformats.org/drawingml/2006/main" noGrp="1"/>
          </p:cNvSpPr>
          <p:nvPr/>
        </p:nvSpPr>
        <p:spPr>
          <a:xfrm xmlns:a="http://schemas.openxmlformats.org/drawingml/2006/main">
            <a:off x="0" y="0"/>
            <a:ext cx="2438400" cy="66675"/>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9FFFAC8-3274-4C47-9B29-FAC077EEE077}"/>
              </a:ext>
            </a:extLst>
          </p:cNvPr>
          <p:cNvSpPr>
            <a:spLocks xmlns:a="http://schemas.openxmlformats.org/drawingml/2006/main" noGrp="1"/>
          </p:cNvSpPr>
          <p:nvPr/>
        </p:nvSpPr>
        <p:spPr>
          <a:xfrm xmlns:a="http://schemas.openxmlformats.org/drawingml/2006/main">
            <a:off x="2438400" y="0"/>
            <a:ext cx="2438400" cy="66675"/>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E9D47FC-E0FF-475A-B926-8EDE13662BE2}"/>
              </a:ext>
            </a:extLst>
          </p:cNvPr>
          <p:cNvSpPr>
            <a:spLocks xmlns:a="http://schemas.openxmlformats.org/drawingml/2006/main" noGrp="1"/>
          </p:cNvSpPr>
          <p:nvPr/>
        </p:nvSpPr>
        <p:spPr>
          <a:xfrm xmlns:a="http://schemas.openxmlformats.org/drawingml/2006/main">
            <a:off x="4876800" y="0"/>
            <a:ext cx="2438400" cy="66675"/>
          </a:xfrm>
          <a:prstGeom xmlns:a="http://schemas.openxmlformats.org/drawingml/2006/main" prst="rect">
            <a:avLst/>
          </a:prstGeom>
          <a:solidFill xmlns:a="http://schemas.openxmlformats.org/drawingml/2006/main">
            <a:srgbClr val="FFC92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20D1B77-7B3D-4714-A63B-4EFE53C6A24D}"/>
              </a:ext>
            </a:extLst>
          </p:cNvPr>
          <p:cNvSpPr>
            <a:spLocks xmlns:a="http://schemas.openxmlformats.org/drawingml/2006/main" noGrp="1"/>
          </p:cNvSpPr>
          <p:nvPr/>
        </p:nvSpPr>
        <p:spPr>
          <a:xfrm xmlns:a="http://schemas.openxmlformats.org/drawingml/2006/main">
            <a:off x="7315200" y="0"/>
            <a:ext cx="2438400" cy="66675"/>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64BFB58-148A-44C7-8E15-F8DA385828DB}"/>
              </a:ext>
            </a:extLst>
          </p:cNvPr>
          <p:cNvSpPr>
            <a:spLocks xmlns:a="http://schemas.openxmlformats.org/drawingml/2006/main" noGrp="1"/>
          </p:cNvSpPr>
          <p:nvPr/>
        </p:nvSpPr>
        <p:spPr>
          <a:xfrm xmlns:a="http://schemas.openxmlformats.org/drawingml/2006/main">
            <a:off x="9753600" y="0"/>
            <a:ext cx="2438400" cy="66675"/>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B716E067-A842-407C-8CA0-354D0B24F40F}"/>
              </a:ext>
            </a:extLst>
          </p:cNvPr>
          <p:cNvSpPr>
            <a:spLocks xmlns:a="http://schemas.openxmlformats.org/drawingml/2006/main" noGrp="1"/>
          </p:cNvSpPr>
          <p:nvPr/>
        </p:nvSpPr>
        <p:spPr>
          <a:xfrm xmlns:a="http://schemas.openxmlformats.org/drawingml/2006/main">
            <a:off x="609600" y="26670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E72D78"/>
                </a:solidFill>
                <a:latin typeface="Avenir Next"/>
                <a:ea typeface="Avenir Next"/>
                <a:cs typeface="Avenir Next"/>
              </a:defRPr>
            </a:pPr>
            <a:r>
              <a:rPr sz="825" b="1" i="0">
                <a:solidFill>
                  <a:srgbClr val="E72D78"/>
                </a:solidFill>
                <a:latin typeface="Avenir Next"/>
                <a:ea typeface="Avenir Next"/>
                <a:cs typeface="Avenir Next"/>
              </a:rPr>
              <a:t>RITMO Y FLUJO DEL EQUIPO</a:t>
            </a:r>
          </a:p>
        </p:txBody>
      </p:sp>
      <p:sp>
        <p:nvSpPr>
          <p:cNvPr id="7" name="">
            <a:extLst xmlns:a="http://schemas.openxmlformats.org/drawingml/2006/main">
              <a:ext uri="{FF2B5EF4-FFF2-40B4-BE49-F238E27FC236}">
                <a16:creationId xmlns:a16="http://schemas.microsoft.com/office/drawing/2014/main" id="{8F3CF39F-92CF-4FA4-9ADD-39BB49A4A973}"/>
              </a:ext>
            </a:extLst>
          </p:cNvPr>
          <p:cNvSpPr>
            <a:spLocks xmlns:a="http://schemas.openxmlformats.org/drawingml/2006/main" noGrp="1"/>
          </p:cNvSpPr>
          <p:nvPr/>
        </p:nvSpPr>
        <p:spPr>
          <a:xfrm xmlns:a="http://schemas.openxmlformats.org/drawingml/2006/main">
            <a:off x="609600" y="6534150"/>
            <a:ext cx="4762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675" b="1" i="0">
                <a:solidFill>
                  <a:srgbClr val="25112C">
                    <a:alpha val="55000"/>
                  </a:srgbClr>
                </a:solidFill>
                <a:latin typeface="Avenir Next"/>
                <a:ea typeface="Avenir Next"/>
                <a:cs typeface="Avenir Next"/>
              </a:defRPr>
            </a:pPr>
            <a:r>
              <a:rPr sz="675" b="1" i="0">
                <a:solidFill>
                  <a:srgbClr val="25112C">
                    <a:alpha val="55000"/>
                  </a:srgbClr>
                </a:solidFill>
                <a:latin typeface="Avenir Next"/>
                <a:ea typeface="Avenir Next"/>
                <a:cs typeface="Avenir Next"/>
              </a:rPr>
              <a:t>DOCUMENTO INTERNO · PROPUESTA EN REVISIÓN</a:t>
            </a:r>
          </a:p>
        </p:txBody>
      </p:sp>
      <p:sp>
        <p:nvSpPr>
          <p:cNvPr id="8" name="">
            <a:extLst xmlns:a="http://schemas.openxmlformats.org/drawingml/2006/main">
              <a:ext uri="{FF2B5EF4-FFF2-40B4-BE49-F238E27FC236}">
                <a16:creationId xmlns:a16="http://schemas.microsoft.com/office/drawing/2014/main" id="{5379D0CE-E62C-4B89-AAB3-938986684FD9}"/>
              </a:ext>
            </a:extLst>
          </p:cNvPr>
          <p:cNvSpPr>
            <a:spLocks xmlns:a="http://schemas.openxmlformats.org/drawingml/2006/main" noGrp="1"/>
          </p:cNvSpPr>
          <p:nvPr/>
        </p:nvSpPr>
        <p:spPr>
          <a:xfrm xmlns:a="http://schemas.openxmlformats.org/drawingml/2006/main">
            <a:off x="11239500" y="6505575"/>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750" b="1" i="0">
                <a:solidFill>
                  <a:srgbClr val="25112C">
                    <a:alpha val="55000"/>
                  </a:srgbClr>
                </a:solidFill>
                <a:latin typeface="Avenir Next"/>
                <a:ea typeface="Avenir Next"/>
                <a:cs typeface="Avenir Next"/>
              </a:defRPr>
            </a:pPr>
            <a:r>
              <a:rPr sz="750" b="1" i="0">
                <a:solidFill>
                  <a:srgbClr val="25112C">
                    <a:alpha val="55000"/>
                  </a:srgbClr>
                </a:solidFill>
                <a:latin typeface="Avenir Next"/>
                <a:ea typeface="Avenir Next"/>
                <a:cs typeface="Avenir Next"/>
              </a:rPr>
              <a:t>44</a:t>
            </a:r>
          </a:p>
        </p:txBody>
      </p:sp>
      <p:sp>
        <p:nvSpPr>
          <p:cNvPr id="9" name="">
            <a:extLst xmlns:a="http://schemas.openxmlformats.org/drawingml/2006/main">
              <a:ext uri="{FF2B5EF4-FFF2-40B4-BE49-F238E27FC236}">
                <a16:creationId xmlns:a16="http://schemas.microsoft.com/office/drawing/2014/main" id="{F7AEDFE2-D17B-4D2B-8A9C-3C83E0FBE7AB}"/>
              </a:ext>
            </a:extLst>
          </p:cNvPr>
          <p:cNvSpPr>
            <a:spLocks xmlns:a="http://schemas.openxmlformats.org/drawingml/2006/main" noGrp="1"/>
          </p:cNvSpPr>
          <p:nvPr/>
        </p:nvSpPr>
        <p:spPr>
          <a:xfrm xmlns:a="http://schemas.openxmlformats.org/drawingml/2006/main">
            <a:off x="609600" y="666750"/>
            <a:ext cx="1066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E72D78"/>
                </a:solidFill>
                <a:latin typeface="Avenir Next"/>
                <a:ea typeface="Avenir Next"/>
                <a:cs typeface="Avenir Next"/>
              </a:defRPr>
            </a:pPr>
            <a:r>
              <a:rPr sz="900" b="1" i="0">
                <a:solidFill>
                  <a:srgbClr val="E72D78"/>
                </a:solidFill>
                <a:latin typeface="Avenir Next"/>
                <a:ea typeface="Avenir Next"/>
                <a:cs typeface="Avenir Next"/>
              </a:rPr>
              <a:t>CÓMO TRABAJAMOS</a:t>
            </a:r>
          </a:p>
        </p:txBody>
      </p:sp>
      <p:sp>
        <p:nvSpPr>
          <p:cNvPr id="10" name="">
            <a:extLst xmlns:a="http://schemas.openxmlformats.org/drawingml/2006/main">
              <a:ext uri="{FF2B5EF4-FFF2-40B4-BE49-F238E27FC236}">
                <a16:creationId xmlns:a16="http://schemas.microsoft.com/office/drawing/2014/main" id="{6A9DBBD8-50ED-43B7-AE1A-E8E6AEE72258}"/>
              </a:ext>
            </a:extLst>
          </p:cNvPr>
          <p:cNvSpPr>
            <a:spLocks xmlns:a="http://schemas.openxmlformats.org/drawingml/2006/main" noGrp="1"/>
          </p:cNvSpPr>
          <p:nvPr/>
        </p:nvSpPr>
        <p:spPr>
          <a:xfrm xmlns:a="http://schemas.openxmlformats.org/drawingml/2006/main">
            <a:off x="609600" y="990600"/>
            <a:ext cx="1066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4200" b="1" i="0">
                <a:solidFill>
                  <a:srgbClr val="25112C"/>
                </a:solidFill>
                <a:latin typeface="DIN Condensed"/>
                <a:ea typeface="DIN Condensed"/>
                <a:cs typeface="DIN Condensed"/>
              </a:defRPr>
            </a:pPr>
            <a:r>
              <a:rPr sz="4200" b="1" i="0">
                <a:solidFill>
                  <a:srgbClr val="25112C"/>
                </a:solidFill>
                <a:latin typeface="DIN Condensed"/>
                <a:ea typeface="DIN Condensed"/>
                <a:cs typeface="DIN Condensed"/>
              </a:rPr>
              <a:t>Una verdad. Un lote. Una decisión.</a:t>
            </a:r>
          </a:p>
        </p:txBody>
      </p:sp>
      <p:sp>
        <p:nvSpPr>
          <p:cNvPr id="11" name="">
            <a:extLst xmlns:a="http://schemas.openxmlformats.org/drawingml/2006/main">
              <a:ext uri="{FF2B5EF4-FFF2-40B4-BE49-F238E27FC236}">
                <a16:creationId xmlns:a16="http://schemas.microsoft.com/office/drawing/2014/main" id="{575071CA-8665-40CC-9A5A-B0873F03A530}"/>
              </a:ext>
            </a:extLst>
          </p:cNvPr>
          <p:cNvSpPr>
            <a:spLocks xmlns:a="http://schemas.openxmlformats.org/drawingml/2006/main" noGrp="1"/>
          </p:cNvSpPr>
          <p:nvPr/>
        </p:nvSpPr>
        <p:spPr>
          <a:xfrm xmlns:a="http://schemas.openxmlformats.org/drawingml/2006/main">
            <a:off x="609600" y="182880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0" i="0">
                <a:solidFill>
                  <a:srgbClr val="6D6470"/>
                </a:solidFill>
                <a:latin typeface="Avenir Next"/>
                <a:ea typeface="Avenir Next"/>
                <a:cs typeface="Avenir Next"/>
              </a:defRPr>
            </a:pPr>
            <a:r>
              <a:rPr sz="1500" b="0" i="0">
                <a:solidFill>
                  <a:srgbClr val="6D6470"/>
                </a:solidFill>
                <a:latin typeface="Avenir Next"/>
                <a:ea typeface="Avenir Next"/>
                <a:cs typeface="Avenir Next"/>
              </a:rPr>
              <a:t>El ritmo reduce urgencias, protege aprobaciones y conecta al frente dueño con la salida y el dato.</a:t>
            </a:r>
          </a:p>
        </p:txBody>
      </p:sp>
      <p:sp>
        <p:nvSpPr>
          <p:cNvPr id="12" name="">
            <a:extLst xmlns:a="http://schemas.openxmlformats.org/drawingml/2006/main">
              <a:ext uri="{FF2B5EF4-FFF2-40B4-BE49-F238E27FC236}">
                <a16:creationId xmlns:a16="http://schemas.microsoft.com/office/drawing/2014/main" id="{69609487-73E1-433C-B612-7903CE40D643}"/>
              </a:ext>
            </a:extLst>
          </p:cNvPr>
          <p:cNvSpPr>
            <a:spLocks xmlns:a="http://schemas.openxmlformats.org/drawingml/2006/main" noGrp="1"/>
          </p:cNvSpPr>
          <p:nvPr/>
        </p:nvSpPr>
        <p:spPr>
          <a:xfrm xmlns:a="http://schemas.openxmlformats.org/drawingml/2006/main">
            <a:off x="609600" y="2762250"/>
            <a:ext cx="1962150" cy="2266950"/>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0431F54B-2262-4956-9D3C-A03C14A81F18}"/>
              </a:ext>
            </a:extLst>
          </p:cNvPr>
          <p:cNvSpPr>
            <a:spLocks xmlns:a="http://schemas.openxmlformats.org/drawingml/2006/main" noGrp="1"/>
          </p:cNvSpPr>
          <p:nvPr/>
        </p:nvSpPr>
        <p:spPr>
          <a:xfrm xmlns:a="http://schemas.openxmlformats.org/drawingml/2006/main">
            <a:off x="762000" y="3067050"/>
            <a:ext cx="1657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FFFFFF"/>
                </a:solidFill>
                <a:latin typeface="Avenir Next"/>
                <a:ea typeface="Avenir Next"/>
                <a:cs typeface="Avenir Next"/>
              </a:defRPr>
            </a:pPr>
            <a:r>
              <a:rPr sz="1200" b="1" i="0">
                <a:solidFill>
                  <a:srgbClr val="FFFFFF"/>
                </a:solidFill>
                <a:latin typeface="Avenir Next"/>
                <a:ea typeface="Avenir Next"/>
                <a:cs typeface="Avenir Next"/>
              </a:rPr>
              <a:t>LUN</a:t>
            </a:r>
          </a:p>
        </p:txBody>
      </p:sp>
      <p:sp>
        <p:nvSpPr>
          <p:cNvPr id="14" name="">
            <a:extLst xmlns:a="http://schemas.openxmlformats.org/drawingml/2006/main">
              <a:ext uri="{FF2B5EF4-FFF2-40B4-BE49-F238E27FC236}">
                <a16:creationId xmlns:a16="http://schemas.microsoft.com/office/drawing/2014/main" id="{967D0348-7D13-48A0-ABD8-BD5CA718F66E}"/>
              </a:ext>
            </a:extLst>
          </p:cNvPr>
          <p:cNvSpPr>
            <a:spLocks xmlns:a="http://schemas.openxmlformats.org/drawingml/2006/main" noGrp="1"/>
          </p:cNvSpPr>
          <p:nvPr/>
        </p:nvSpPr>
        <p:spPr>
          <a:xfrm xmlns:a="http://schemas.openxmlformats.org/drawingml/2006/main">
            <a:off x="762000" y="3619500"/>
            <a:ext cx="1657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025" b="1" i="0">
                <a:solidFill>
                  <a:srgbClr val="FFFFFF"/>
                </a:solidFill>
                <a:latin typeface="DIN Condensed"/>
                <a:ea typeface="DIN Condensed"/>
                <a:cs typeface="DIN Condensed"/>
              </a:defRPr>
            </a:pPr>
            <a:r>
              <a:rPr sz="2025" b="1" i="0">
                <a:solidFill>
                  <a:srgbClr val="FFFFFF"/>
                </a:solidFill>
                <a:latin typeface="DIN Condensed"/>
                <a:ea typeface="DIN Condensed"/>
                <a:cs typeface="DIN Condensed"/>
              </a:rPr>
              <a:t>VERDAD</a:t>
            </a:r>
          </a:p>
        </p:txBody>
      </p:sp>
      <p:sp>
        <p:nvSpPr>
          <p:cNvPr id="15" name="">
            <a:extLst xmlns:a="http://schemas.openxmlformats.org/drawingml/2006/main">
              <a:ext uri="{FF2B5EF4-FFF2-40B4-BE49-F238E27FC236}">
                <a16:creationId xmlns:a16="http://schemas.microsoft.com/office/drawing/2014/main" id="{3965B885-32B0-457B-A990-91ECDBE41246}"/>
              </a:ext>
            </a:extLst>
          </p:cNvPr>
          <p:cNvSpPr>
            <a:spLocks xmlns:a="http://schemas.openxmlformats.org/drawingml/2006/main" noGrp="1"/>
          </p:cNvSpPr>
          <p:nvPr/>
        </p:nvSpPr>
        <p:spPr>
          <a:xfrm xmlns:a="http://schemas.openxmlformats.org/drawingml/2006/main">
            <a:off x="762000" y="4305300"/>
            <a:ext cx="16573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prioridades · cambios · bloqueos</a:t>
            </a:r>
          </a:p>
        </p:txBody>
      </p:sp>
      <p:sp>
        <p:nvSpPr>
          <p:cNvPr id="16" name="">
            <a:extLst xmlns:a="http://schemas.openxmlformats.org/drawingml/2006/main">
              <a:ext uri="{FF2B5EF4-FFF2-40B4-BE49-F238E27FC236}">
                <a16:creationId xmlns:a16="http://schemas.microsoft.com/office/drawing/2014/main" id="{CC4D836A-5E70-45BE-A244-13BBB76E8976}"/>
              </a:ext>
            </a:extLst>
          </p:cNvPr>
          <p:cNvSpPr>
            <a:spLocks xmlns:a="http://schemas.openxmlformats.org/drawingml/2006/main" noGrp="1"/>
          </p:cNvSpPr>
          <p:nvPr/>
        </p:nvSpPr>
        <p:spPr>
          <a:xfrm xmlns:a="http://schemas.openxmlformats.org/drawingml/2006/main">
            <a:off x="2800350" y="2762250"/>
            <a:ext cx="1962150" cy="2266950"/>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A60894DC-41C7-427C-88FA-75EF75297600}"/>
              </a:ext>
            </a:extLst>
          </p:cNvPr>
          <p:cNvSpPr>
            <a:spLocks xmlns:a="http://schemas.openxmlformats.org/drawingml/2006/main" noGrp="1"/>
          </p:cNvSpPr>
          <p:nvPr/>
        </p:nvSpPr>
        <p:spPr>
          <a:xfrm xmlns:a="http://schemas.openxmlformats.org/drawingml/2006/main">
            <a:off x="2952750" y="3067050"/>
            <a:ext cx="1657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FFFFFF"/>
                </a:solidFill>
                <a:latin typeface="Avenir Next"/>
                <a:ea typeface="Avenir Next"/>
                <a:cs typeface="Avenir Next"/>
              </a:defRPr>
            </a:pPr>
            <a:r>
              <a:rPr sz="1200" b="1" i="0">
                <a:solidFill>
                  <a:srgbClr val="FFFFFF"/>
                </a:solidFill>
                <a:latin typeface="Avenir Next"/>
                <a:ea typeface="Avenir Next"/>
                <a:cs typeface="Avenir Next"/>
              </a:rPr>
              <a:t>MAR</a:t>
            </a:r>
          </a:p>
        </p:txBody>
      </p:sp>
      <p:sp>
        <p:nvSpPr>
          <p:cNvPr id="18" name="">
            <a:extLst xmlns:a="http://schemas.openxmlformats.org/drawingml/2006/main">
              <a:ext uri="{FF2B5EF4-FFF2-40B4-BE49-F238E27FC236}">
                <a16:creationId xmlns:a16="http://schemas.microsoft.com/office/drawing/2014/main" id="{DDA971A9-18E6-4967-ADAC-F015A5DAB05A}"/>
              </a:ext>
            </a:extLst>
          </p:cNvPr>
          <p:cNvSpPr>
            <a:spLocks xmlns:a="http://schemas.openxmlformats.org/drawingml/2006/main" noGrp="1"/>
          </p:cNvSpPr>
          <p:nvPr/>
        </p:nvSpPr>
        <p:spPr>
          <a:xfrm xmlns:a="http://schemas.openxmlformats.org/drawingml/2006/main">
            <a:off x="2952750" y="3619500"/>
            <a:ext cx="1657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025" b="1" i="0">
                <a:solidFill>
                  <a:srgbClr val="FFFFFF"/>
                </a:solidFill>
                <a:latin typeface="DIN Condensed"/>
                <a:ea typeface="DIN Condensed"/>
                <a:cs typeface="DIN Condensed"/>
              </a:defRPr>
            </a:pPr>
            <a:r>
              <a:rPr sz="2025" b="1" i="0">
                <a:solidFill>
                  <a:srgbClr val="FFFFFF"/>
                </a:solidFill>
                <a:latin typeface="DIN Condensed"/>
                <a:ea typeface="DIN Condensed"/>
                <a:cs typeface="DIN Condensed"/>
              </a:rPr>
              <a:t>ENCARGO</a:t>
            </a:r>
          </a:p>
        </p:txBody>
      </p:sp>
      <p:sp>
        <p:nvSpPr>
          <p:cNvPr id="19" name="">
            <a:extLst xmlns:a="http://schemas.openxmlformats.org/drawingml/2006/main">
              <a:ext uri="{FF2B5EF4-FFF2-40B4-BE49-F238E27FC236}">
                <a16:creationId xmlns:a16="http://schemas.microsoft.com/office/drawing/2014/main" id="{4907DF7E-061A-41F4-A12F-825283D01300}"/>
              </a:ext>
            </a:extLst>
          </p:cNvPr>
          <p:cNvSpPr>
            <a:spLocks xmlns:a="http://schemas.openxmlformats.org/drawingml/2006/main" noGrp="1"/>
          </p:cNvSpPr>
          <p:nvPr/>
        </p:nvSpPr>
        <p:spPr>
          <a:xfrm xmlns:a="http://schemas.openxmlformats.org/drawingml/2006/main">
            <a:off x="2952750" y="4305300"/>
            <a:ext cx="16573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fuente · objetivo · llamado · formatos</a:t>
            </a:r>
          </a:p>
        </p:txBody>
      </p:sp>
      <p:sp>
        <p:nvSpPr>
          <p:cNvPr id="20" name="">
            <a:extLst xmlns:a="http://schemas.openxmlformats.org/drawingml/2006/main">
              <a:ext uri="{FF2B5EF4-FFF2-40B4-BE49-F238E27FC236}">
                <a16:creationId xmlns:a16="http://schemas.microsoft.com/office/drawing/2014/main" id="{E1E9BC9E-1222-45DD-AD30-AC60B932D269}"/>
              </a:ext>
            </a:extLst>
          </p:cNvPr>
          <p:cNvSpPr>
            <a:spLocks xmlns:a="http://schemas.openxmlformats.org/drawingml/2006/main" noGrp="1"/>
          </p:cNvSpPr>
          <p:nvPr/>
        </p:nvSpPr>
        <p:spPr>
          <a:xfrm xmlns:a="http://schemas.openxmlformats.org/drawingml/2006/main">
            <a:off x="4991100" y="2762250"/>
            <a:ext cx="1962150" cy="2266950"/>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6A037B28-CE72-4C6C-AD54-24BC5D184A36}"/>
              </a:ext>
            </a:extLst>
          </p:cNvPr>
          <p:cNvSpPr>
            <a:spLocks xmlns:a="http://schemas.openxmlformats.org/drawingml/2006/main" noGrp="1"/>
          </p:cNvSpPr>
          <p:nvPr/>
        </p:nvSpPr>
        <p:spPr>
          <a:xfrm xmlns:a="http://schemas.openxmlformats.org/drawingml/2006/main">
            <a:off x="5143500" y="3067050"/>
            <a:ext cx="1657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FFFFFF"/>
                </a:solidFill>
                <a:latin typeface="Avenir Next"/>
                <a:ea typeface="Avenir Next"/>
                <a:cs typeface="Avenir Next"/>
              </a:defRPr>
            </a:pPr>
            <a:r>
              <a:rPr sz="1200" b="1" i="0">
                <a:solidFill>
                  <a:srgbClr val="FFFFFF"/>
                </a:solidFill>
                <a:latin typeface="Avenir Next"/>
                <a:ea typeface="Avenir Next"/>
                <a:cs typeface="Avenir Next"/>
              </a:rPr>
              <a:t>MIÉ</a:t>
            </a:r>
          </a:p>
        </p:txBody>
      </p:sp>
      <p:sp>
        <p:nvSpPr>
          <p:cNvPr id="22" name="">
            <a:extLst xmlns:a="http://schemas.openxmlformats.org/drawingml/2006/main">
              <a:ext uri="{FF2B5EF4-FFF2-40B4-BE49-F238E27FC236}">
                <a16:creationId xmlns:a16="http://schemas.microsoft.com/office/drawing/2014/main" id="{EA35173B-0146-4D5E-AE49-77D5EAE109DB}"/>
              </a:ext>
            </a:extLst>
          </p:cNvPr>
          <p:cNvSpPr>
            <a:spLocks xmlns:a="http://schemas.openxmlformats.org/drawingml/2006/main" noGrp="1"/>
          </p:cNvSpPr>
          <p:nvPr/>
        </p:nvSpPr>
        <p:spPr>
          <a:xfrm xmlns:a="http://schemas.openxmlformats.org/drawingml/2006/main">
            <a:off x="5143500" y="3619500"/>
            <a:ext cx="1657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025" b="1" i="0">
                <a:solidFill>
                  <a:srgbClr val="FFFFFF"/>
                </a:solidFill>
                <a:latin typeface="DIN Condensed"/>
                <a:ea typeface="DIN Condensed"/>
                <a:cs typeface="DIN Condensed"/>
              </a:defRPr>
            </a:pPr>
            <a:r>
              <a:rPr sz="2025" b="1" i="0">
                <a:solidFill>
                  <a:srgbClr val="FFFFFF"/>
                </a:solidFill>
                <a:latin typeface="DIN Condensed"/>
                <a:ea typeface="DIN Condensed"/>
                <a:cs typeface="DIN Condensed"/>
              </a:rPr>
              <a:t>PRODUCCIÓN</a:t>
            </a:r>
          </a:p>
        </p:txBody>
      </p:sp>
      <p:sp>
        <p:nvSpPr>
          <p:cNvPr id="23" name="">
            <a:extLst xmlns:a="http://schemas.openxmlformats.org/drawingml/2006/main">
              <a:ext uri="{FF2B5EF4-FFF2-40B4-BE49-F238E27FC236}">
                <a16:creationId xmlns:a16="http://schemas.microsoft.com/office/drawing/2014/main" id="{87DFAC5F-6E7F-450A-91FF-E46242BFFA4B}"/>
              </a:ext>
            </a:extLst>
          </p:cNvPr>
          <p:cNvSpPr>
            <a:spLocks xmlns:a="http://schemas.openxmlformats.org/drawingml/2006/main" noGrp="1"/>
          </p:cNvSpPr>
          <p:nvPr/>
        </p:nvSpPr>
        <p:spPr>
          <a:xfrm xmlns:a="http://schemas.openxmlformats.org/drawingml/2006/main">
            <a:off x="5143500" y="4305300"/>
            <a:ext cx="16573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diseño · video · texto · adaptaciones</a:t>
            </a:r>
          </a:p>
        </p:txBody>
      </p:sp>
      <p:sp>
        <p:nvSpPr>
          <p:cNvPr id="24" name="">
            <a:extLst xmlns:a="http://schemas.openxmlformats.org/drawingml/2006/main">
              <a:ext uri="{FF2B5EF4-FFF2-40B4-BE49-F238E27FC236}">
                <a16:creationId xmlns:a16="http://schemas.microsoft.com/office/drawing/2014/main" id="{6AE979F4-FB29-4F6C-B040-971D324B7D78}"/>
              </a:ext>
            </a:extLst>
          </p:cNvPr>
          <p:cNvSpPr>
            <a:spLocks xmlns:a="http://schemas.openxmlformats.org/drawingml/2006/main" noGrp="1"/>
          </p:cNvSpPr>
          <p:nvPr/>
        </p:nvSpPr>
        <p:spPr>
          <a:xfrm xmlns:a="http://schemas.openxmlformats.org/drawingml/2006/main">
            <a:off x="7181850" y="2762250"/>
            <a:ext cx="1962150" cy="2266950"/>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9D9CAD55-B9E0-4E41-80F8-5E173501A90A}"/>
              </a:ext>
            </a:extLst>
          </p:cNvPr>
          <p:cNvSpPr>
            <a:spLocks xmlns:a="http://schemas.openxmlformats.org/drawingml/2006/main" noGrp="1"/>
          </p:cNvSpPr>
          <p:nvPr/>
        </p:nvSpPr>
        <p:spPr>
          <a:xfrm xmlns:a="http://schemas.openxmlformats.org/drawingml/2006/main">
            <a:off x="7334250" y="3067050"/>
            <a:ext cx="1657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FFFFFF"/>
                </a:solidFill>
                <a:latin typeface="Avenir Next"/>
                <a:ea typeface="Avenir Next"/>
                <a:cs typeface="Avenir Next"/>
              </a:defRPr>
            </a:pPr>
            <a:r>
              <a:rPr sz="1200" b="1" i="0">
                <a:solidFill>
                  <a:srgbClr val="FFFFFF"/>
                </a:solidFill>
                <a:latin typeface="Avenir Next"/>
                <a:ea typeface="Avenir Next"/>
                <a:cs typeface="Avenir Next"/>
              </a:rPr>
              <a:t>JUE</a:t>
            </a:r>
          </a:p>
        </p:txBody>
      </p:sp>
      <p:sp>
        <p:nvSpPr>
          <p:cNvPr id="26" name="">
            <a:extLst xmlns:a="http://schemas.openxmlformats.org/drawingml/2006/main">
              <a:ext uri="{FF2B5EF4-FFF2-40B4-BE49-F238E27FC236}">
                <a16:creationId xmlns:a16="http://schemas.microsoft.com/office/drawing/2014/main" id="{5B6B594A-09C9-461A-9362-656A9486D28D}"/>
              </a:ext>
            </a:extLst>
          </p:cNvPr>
          <p:cNvSpPr>
            <a:spLocks xmlns:a="http://schemas.openxmlformats.org/drawingml/2006/main" noGrp="1"/>
          </p:cNvSpPr>
          <p:nvPr/>
        </p:nvSpPr>
        <p:spPr>
          <a:xfrm xmlns:a="http://schemas.openxmlformats.org/drawingml/2006/main">
            <a:off x="7334250" y="3619500"/>
            <a:ext cx="1657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025" b="1" i="0">
                <a:solidFill>
                  <a:srgbClr val="FFFFFF"/>
                </a:solidFill>
                <a:latin typeface="DIN Condensed"/>
                <a:ea typeface="DIN Condensed"/>
                <a:cs typeface="DIN Condensed"/>
              </a:defRPr>
            </a:pPr>
            <a:r>
              <a:rPr sz="2025" b="1" i="0">
                <a:solidFill>
                  <a:srgbClr val="FFFFFF"/>
                </a:solidFill>
                <a:latin typeface="DIN Condensed"/>
                <a:ea typeface="DIN Condensed"/>
                <a:cs typeface="DIN Condensed"/>
              </a:rPr>
              <a:t>REVISIÓN</a:t>
            </a:r>
          </a:p>
        </p:txBody>
      </p:sp>
      <p:sp>
        <p:nvSpPr>
          <p:cNvPr id="27" name="">
            <a:extLst xmlns:a="http://schemas.openxmlformats.org/drawingml/2006/main">
              <a:ext uri="{FF2B5EF4-FFF2-40B4-BE49-F238E27FC236}">
                <a16:creationId xmlns:a16="http://schemas.microsoft.com/office/drawing/2014/main" id="{1FA383CB-30B3-4054-B97D-1A14C530AC2D}"/>
              </a:ext>
            </a:extLst>
          </p:cNvPr>
          <p:cNvSpPr>
            <a:spLocks xmlns:a="http://schemas.openxmlformats.org/drawingml/2006/main" noGrp="1"/>
          </p:cNvSpPr>
          <p:nvPr/>
        </p:nvSpPr>
        <p:spPr>
          <a:xfrm xmlns:a="http://schemas.openxmlformats.org/drawingml/2006/main">
            <a:off x="7334250" y="4305300"/>
            <a:ext cx="16573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calidad · cultura · operación · derechos</a:t>
            </a:r>
          </a:p>
        </p:txBody>
      </p:sp>
      <p:sp>
        <p:nvSpPr>
          <p:cNvPr id="28" name="">
            <a:extLst xmlns:a="http://schemas.openxmlformats.org/drawingml/2006/main">
              <a:ext uri="{FF2B5EF4-FFF2-40B4-BE49-F238E27FC236}">
                <a16:creationId xmlns:a16="http://schemas.microsoft.com/office/drawing/2014/main" id="{032052D0-4A74-4E32-9B27-45F54D5FB9AB}"/>
              </a:ext>
            </a:extLst>
          </p:cNvPr>
          <p:cNvSpPr>
            <a:spLocks xmlns:a="http://schemas.openxmlformats.org/drawingml/2006/main" noGrp="1"/>
          </p:cNvSpPr>
          <p:nvPr/>
        </p:nvSpPr>
        <p:spPr>
          <a:xfrm xmlns:a="http://schemas.openxmlformats.org/drawingml/2006/main">
            <a:off x="9372600" y="2762250"/>
            <a:ext cx="1962150" cy="2266950"/>
          </a:xfrm>
          <a:prstGeom xmlns:a="http://schemas.openxmlformats.org/drawingml/2006/main" prst="rect">
            <a:avLst/>
          </a:prstGeom>
          <a:solidFill xmlns:a="http://schemas.openxmlformats.org/drawingml/2006/main">
            <a:srgbClr val="2B0D3B"/>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C495F954-1C26-4530-BC59-78F7C019798C}"/>
              </a:ext>
            </a:extLst>
          </p:cNvPr>
          <p:cNvSpPr>
            <a:spLocks xmlns:a="http://schemas.openxmlformats.org/drawingml/2006/main" noGrp="1"/>
          </p:cNvSpPr>
          <p:nvPr/>
        </p:nvSpPr>
        <p:spPr>
          <a:xfrm xmlns:a="http://schemas.openxmlformats.org/drawingml/2006/main">
            <a:off x="9525000" y="3067050"/>
            <a:ext cx="1657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FFFFFF"/>
                </a:solidFill>
                <a:latin typeface="Avenir Next"/>
                <a:ea typeface="Avenir Next"/>
                <a:cs typeface="Avenir Next"/>
              </a:defRPr>
            </a:pPr>
            <a:r>
              <a:rPr sz="1200" b="1" i="0">
                <a:solidFill>
                  <a:srgbClr val="FFFFFF"/>
                </a:solidFill>
                <a:latin typeface="Avenir Next"/>
                <a:ea typeface="Avenir Next"/>
                <a:cs typeface="Avenir Next"/>
              </a:rPr>
              <a:t>VIE</a:t>
            </a:r>
          </a:p>
        </p:txBody>
      </p:sp>
      <p:sp>
        <p:nvSpPr>
          <p:cNvPr id="30" name="">
            <a:extLst xmlns:a="http://schemas.openxmlformats.org/drawingml/2006/main">
              <a:ext uri="{FF2B5EF4-FFF2-40B4-BE49-F238E27FC236}">
                <a16:creationId xmlns:a16="http://schemas.microsoft.com/office/drawing/2014/main" id="{737B2027-6964-4261-A339-C93941F3A3CB}"/>
              </a:ext>
            </a:extLst>
          </p:cNvPr>
          <p:cNvSpPr>
            <a:spLocks xmlns:a="http://schemas.openxmlformats.org/drawingml/2006/main" noGrp="1"/>
          </p:cNvSpPr>
          <p:nvPr/>
        </p:nvSpPr>
        <p:spPr>
          <a:xfrm xmlns:a="http://schemas.openxmlformats.org/drawingml/2006/main">
            <a:off x="9525000" y="3619500"/>
            <a:ext cx="1657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025" b="1" i="0">
                <a:solidFill>
                  <a:srgbClr val="FFFFFF"/>
                </a:solidFill>
                <a:latin typeface="DIN Condensed"/>
                <a:ea typeface="DIN Condensed"/>
                <a:cs typeface="DIN Condensed"/>
              </a:defRPr>
            </a:pPr>
            <a:r>
              <a:rPr sz="2025" b="1" i="0">
                <a:solidFill>
                  <a:srgbClr val="FFFFFF"/>
                </a:solidFill>
                <a:latin typeface="DIN Condensed"/>
                <a:ea typeface="DIN Condensed"/>
                <a:cs typeface="DIN Condensed"/>
              </a:rPr>
              <a:t>CIERRE + DATO</a:t>
            </a:r>
          </a:p>
        </p:txBody>
      </p:sp>
      <p:sp>
        <p:nvSpPr>
          <p:cNvPr id="31" name="">
            <a:extLst xmlns:a="http://schemas.openxmlformats.org/drawingml/2006/main">
              <a:ext uri="{FF2B5EF4-FFF2-40B4-BE49-F238E27FC236}">
                <a16:creationId xmlns:a16="http://schemas.microsoft.com/office/drawing/2014/main" id="{F819830B-5757-4E33-A2CE-B17F38C9BC57}"/>
              </a:ext>
            </a:extLst>
          </p:cNvPr>
          <p:cNvSpPr>
            <a:spLocks xmlns:a="http://schemas.openxmlformats.org/drawingml/2006/main" noGrp="1"/>
          </p:cNvSpPr>
          <p:nvPr/>
        </p:nvSpPr>
        <p:spPr>
          <a:xfrm xmlns:a="http://schemas.openxmlformats.org/drawingml/2006/main">
            <a:off x="9525000" y="4305300"/>
            <a:ext cx="16573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aprobar · medir · decidir · cerrar</a:t>
            </a:r>
          </a:p>
        </p:txBody>
      </p:sp>
      <p:sp>
        <p:nvSpPr>
          <p:cNvPr id="32" name="">
            <a:extLst xmlns:a="http://schemas.openxmlformats.org/drawingml/2006/main">
              <a:ext uri="{FF2B5EF4-FFF2-40B4-BE49-F238E27FC236}">
                <a16:creationId xmlns:a16="http://schemas.microsoft.com/office/drawing/2014/main" id="{E451789B-E2D0-4A5A-BF45-0DA4E01371A4}"/>
              </a:ext>
            </a:extLst>
          </p:cNvPr>
          <p:cNvSpPr>
            <a:spLocks xmlns:a="http://schemas.openxmlformats.org/drawingml/2006/main" noGrp="1"/>
          </p:cNvSpPr>
          <p:nvPr/>
        </p:nvSpPr>
        <p:spPr>
          <a:xfrm xmlns:a="http://schemas.openxmlformats.org/drawingml/2006/main">
            <a:off x="609600" y="5429250"/>
            <a:ext cx="10744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050" b="1" i="0">
                <a:solidFill>
                  <a:srgbClr val="25112C"/>
                </a:solidFill>
                <a:latin typeface="Avenir Next"/>
                <a:ea typeface="Avenir Next"/>
                <a:cs typeface="Avenir Next"/>
              </a:defRPr>
            </a:pPr>
            <a:r>
              <a:rPr sz="1050" b="1" i="0">
                <a:solidFill>
                  <a:srgbClr val="25112C"/>
                </a:solidFill>
                <a:latin typeface="Avenir Next"/>
                <a:ea typeface="Avenir Next"/>
                <a:cs typeface="Avenir Next"/>
              </a:rPr>
              <a:t>DIRECCIÓN → FRENTE DUEÑO → ENCARGO → DISEÑO/AUDIOVISUAL → APROBACIÓN → SALIDA → DATO → DECISIÓN</a:t>
            </a:r>
          </a:p>
        </p:txBody>
      </p:sp>
    </p:spTree>
    <p:extLst>
      <p:ext uri="{BB962C8B-B14F-4D97-AF65-F5344CB8AC3E}">
        <p14:creationId xmlns:p14="http://schemas.microsoft.com/office/powerpoint/2010/main" val="1976164179"/>
      </p:ext>
    </p:extLst>
  </p:cSld>
</p:sld>
</file>

<file path=ppt/slides/slide45.xml><?xml version="1.0" encoding="utf-8"?>
<p:sld xmlns:p="http://schemas.openxmlformats.org/presentationml/2006/main">
  <p:cSld>
    <p:bg>
      <p:bgPr>
        <a:solidFill xmlns:a="http://schemas.openxmlformats.org/drawingml/2006/main">
          <a:srgbClr val="160A22"/>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EC06892F-CEF6-4CB7-92AF-1B8E1E57F0B5}"/>
              </a:ext>
            </a:extLst>
          </p:cNvPr>
          <p:cNvSpPr>
            <a:spLocks xmlns:a="http://schemas.openxmlformats.org/drawingml/2006/main" noGrp="1"/>
          </p:cNvSpPr>
          <p:nvPr/>
        </p:nvSpPr>
        <p:spPr>
          <a:xfrm xmlns:a="http://schemas.openxmlformats.org/drawingml/2006/main">
            <a:off x="0" y="0"/>
            <a:ext cx="2438400" cy="66675"/>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81728D3-D96E-4D9B-81CE-1337EEC46156}"/>
              </a:ext>
            </a:extLst>
          </p:cNvPr>
          <p:cNvSpPr>
            <a:spLocks xmlns:a="http://schemas.openxmlformats.org/drawingml/2006/main" noGrp="1"/>
          </p:cNvSpPr>
          <p:nvPr/>
        </p:nvSpPr>
        <p:spPr>
          <a:xfrm xmlns:a="http://schemas.openxmlformats.org/drawingml/2006/main">
            <a:off x="2438400" y="0"/>
            <a:ext cx="2438400" cy="66675"/>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69C234F7-9D38-4CFE-9544-B2D83FB90848}"/>
              </a:ext>
            </a:extLst>
          </p:cNvPr>
          <p:cNvSpPr>
            <a:spLocks xmlns:a="http://schemas.openxmlformats.org/drawingml/2006/main" noGrp="1"/>
          </p:cNvSpPr>
          <p:nvPr/>
        </p:nvSpPr>
        <p:spPr>
          <a:xfrm xmlns:a="http://schemas.openxmlformats.org/drawingml/2006/main">
            <a:off x="4876800" y="0"/>
            <a:ext cx="2438400" cy="66675"/>
          </a:xfrm>
          <a:prstGeom xmlns:a="http://schemas.openxmlformats.org/drawingml/2006/main" prst="rect">
            <a:avLst/>
          </a:prstGeom>
          <a:solidFill xmlns:a="http://schemas.openxmlformats.org/drawingml/2006/main">
            <a:srgbClr val="FFC92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32C63D3-91F9-48A2-9043-CB34D2DE55E5}"/>
              </a:ext>
            </a:extLst>
          </p:cNvPr>
          <p:cNvSpPr>
            <a:spLocks xmlns:a="http://schemas.openxmlformats.org/drawingml/2006/main" noGrp="1"/>
          </p:cNvSpPr>
          <p:nvPr/>
        </p:nvSpPr>
        <p:spPr>
          <a:xfrm xmlns:a="http://schemas.openxmlformats.org/drawingml/2006/main">
            <a:off x="7315200" y="0"/>
            <a:ext cx="2438400" cy="66675"/>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80041765-1627-4E09-B054-43AE83BA180A}"/>
              </a:ext>
            </a:extLst>
          </p:cNvPr>
          <p:cNvSpPr>
            <a:spLocks xmlns:a="http://schemas.openxmlformats.org/drawingml/2006/main" noGrp="1"/>
          </p:cNvSpPr>
          <p:nvPr/>
        </p:nvSpPr>
        <p:spPr>
          <a:xfrm xmlns:a="http://schemas.openxmlformats.org/drawingml/2006/main">
            <a:off x="9753600" y="0"/>
            <a:ext cx="2438400" cy="66675"/>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BD87FA3C-9857-4332-8B60-9612A80D55A6}"/>
              </a:ext>
            </a:extLst>
          </p:cNvPr>
          <p:cNvSpPr>
            <a:spLocks xmlns:a="http://schemas.openxmlformats.org/drawingml/2006/main" noGrp="1"/>
          </p:cNvSpPr>
          <p:nvPr/>
        </p:nvSpPr>
        <p:spPr>
          <a:xfrm xmlns:a="http://schemas.openxmlformats.org/drawingml/2006/main">
            <a:off x="609600" y="26670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FFC928"/>
                </a:solidFill>
                <a:latin typeface="Avenir Next"/>
                <a:ea typeface="Avenir Next"/>
                <a:cs typeface="Avenir Next"/>
              </a:defRPr>
            </a:pPr>
            <a:r>
              <a:rPr sz="825" b="1" i="0">
                <a:solidFill>
                  <a:srgbClr val="FFC928"/>
                </a:solidFill>
                <a:latin typeface="Avenir Next"/>
                <a:ea typeface="Avenir Next"/>
                <a:cs typeface="Avenir Next"/>
              </a:rPr>
              <a:t>FLUJO DE TRABAJO</a:t>
            </a:r>
          </a:p>
        </p:txBody>
      </p:sp>
      <p:sp>
        <p:nvSpPr>
          <p:cNvPr id="7" name="">
            <a:extLst xmlns:a="http://schemas.openxmlformats.org/drawingml/2006/main">
              <a:ext uri="{FF2B5EF4-FFF2-40B4-BE49-F238E27FC236}">
                <a16:creationId xmlns:a16="http://schemas.microsoft.com/office/drawing/2014/main" id="{D6A3E2EB-0D9A-4CB3-8FFF-9044C214EF67}"/>
              </a:ext>
            </a:extLst>
          </p:cNvPr>
          <p:cNvSpPr>
            <a:spLocks xmlns:a="http://schemas.openxmlformats.org/drawingml/2006/main" noGrp="1"/>
          </p:cNvSpPr>
          <p:nvPr/>
        </p:nvSpPr>
        <p:spPr>
          <a:xfrm xmlns:a="http://schemas.openxmlformats.org/drawingml/2006/main">
            <a:off x="609600" y="6534150"/>
            <a:ext cx="4762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675" b="1" i="0">
                <a:solidFill>
                  <a:srgbClr val="FFFFFF">
                    <a:alpha val="52000"/>
                  </a:srgbClr>
                </a:solidFill>
                <a:latin typeface="Avenir Next"/>
                <a:ea typeface="Avenir Next"/>
                <a:cs typeface="Avenir Next"/>
              </a:defRPr>
            </a:pPr>
            <a:r>
              <a:rPr sz="675" b="1" i="0">
                <a:solidFill>
                  <a:srgbClr val="FFFFFF">
                    <a:alpha val="52000"/>
                  </a:srgbClr>
                </a:solidFill>
                <a:latin typeface="Avenir Next"/>
                <a:ea typeface="Avenir Next"/>
                <a:cs typeface="Avenir Next"/>
              </a:rPr>
              <a:t>DOCUMENTO INTERNO · PROPUESTA EN REVISIÓN</a:t>
            </a:r>
          </a:p>
        </p:txBody>
      </p:sp>
      <p:sp>
        <p:nvSpPr>
          <p:cNvPr id="8" name="">
            <a:extLst xmlns:a="http://schemas.openxmlformats.org/drawingml/2006/main">
              <a:ext uri="{FF2B5EF4-FFF2-40B4-BE49-F238E27FC236}">
                <a16:creationId xmlns:a16="http://schemas.microsoft.com/office/drawing/2014/main" id="{FA1223B4-30A2-4C10-BD19-1BCBFE3A5EC7}"/>
              </a:ext>
            </a:extLst>
          </p:cNvPr>
          <p:cNvSpPr>
            <a:spLocks xmlns:a="http://schemas.openxmlformats.org/drawingml/2006/main" noGrp="1"/>
          </p:cNvSpPr>
          <p:nvPr/>
        </p:nvSpPr>
        <p:spPr>
          <a:xfrm xmlns:a="http://schemas.openxmlformats.org/drawingml/2006/main">
            <a:off x="11239500" y="6505575"/>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750" b="1" i="0">
                <a:solidFill>
                  <a:srgbClr val="FFFFFF">
                    <a:alpha val="52000"/>
                  </a:srgbClr>
                </a:solidFill>
                <a:latin typeface="Avenir Next"/>
                <a:ea typeface="Avenir Next"/>
                <a:cs typeface="Avenir Next"/>
              </a:defRPr>
            </a:pPr>
            <a:r>
              <a:rPr sz="750" b="1" i="0">
                <a:solidFill>
                  <a:srgbClr val="FFFFFF">
                    <a:alpha val="52000"/>
                  </a:srgbClr>
                </a:solidFill>
                <a:latin typeface="Avenir Next"/>
                <a:ea typeface="Avenir Next"/>
                <a:cs typeface="Avenir Next"/>
              </a:rPr>
              <a:t>45</a:t>
            </a:r>
          </a:p>
        </p:txBody>
      </p:sp>
      <p:sp>
        <p:nvSpPr>
          <p:cNvPr id="9" name="">
            <a:extLst xmlns:a="http://schemas.openxmlformats.org/drawingml/2006/main">
              <a:ext uri="{FF2B5EF4-FFF2-40B4-BE49-F238E27FC236}">
                <a16:creationId xmlns:a16="http://schemas.microsoft.com/office/drawing/2014/main" id="{5D1FF746-2DB3-43B2-A540-C1ED2CE4AB6C}"/>
              </a:ext>
            </a:extLst>
          </p:cNvPr>
          <p:cNvSpPr>
            <a:spLocks xmlns:a="http://schemas.openxmlformats.org/drawingml/2006/main" noGrp="1"/>
          </p:cNvSpPr>
          <p:nvPr/>
        </p:nvSpPr>
        <p:spPr>
          <a:xfrm xmlns:a="http://schemas.openxmlformats.org/drawingml/2006/main">
            <a:off x="609600" y="666750"/>
            <a:ext cx="1066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E72D78"/>
                </a:solidFill>
                <a:latin typeface="Avenir Next"/>
                <a:ea typeface="Avenir Next"/>
                <a:cs typeface="Avenir Next"/>
              </a:defRPr>
            </a:pPr>
            <a:r>
              <a:rPr sz="900" b="1" i="0">
                <a:solidFill>
                  <a:srgbClr val="E72D78"/>
                </a:solidFill>
                <a:latin typeface="Avenir Next"/>
                <a:ea typeface="Avenir Next"/>
                <a:cs typeface="Avenir Next"/>
              </a:rPr>
              <a:t>NADIE PRODUCE AISLADO</a:t>
            </a:r>
          </a:p>
        </p:txBody>
      </p:sp>
      <p:sp>
        <p:nvSpPr>
          <p:cNvPr id="10" name="">
            <a:extLst xmlns:a="http://schemas.openxmlformats.org/drawingml/2006/main">
              <a:ext uri="{FF2B5EF4-FFF2-40B4-BE49-F238E27FC236}">
                <a16:creationId xmlns:a16="http://schemas.microsoft.com/office/drawing/2014/main" id="{13E684D2-C0DC-4D61-AAE7-C806B9EFD58B}"/>
              </a:ext>
            </a:extLst>
          </p:cNvPr>
          <p:cNvSpPr>
            <a:spLocks xmlns:a="http://schemas.openxmlformats.org/drawingml/2006/main" noGrp="1"/>
          </p:cNvSpPr>
          <p:nvPr/>
        </p:nvSpPr>
        <p:spPr>
          <a:xfrm xmlns:a="http://schemas.openxmlformats.org/drawingml/2006/main">
            <a:off x="609600" y="990600"/>
            <a:ext cx="1066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3900" b="1" i="0">
                <a:solidFill>
                  <a:srgbClr val="FFFFFF"/>
                </a:solidFill>
                <a:latin typeface="DIN Condensed"/>
                <a:ea typeface="DIN Condensed"/>
                <a:cs typeface="DIN Condensed"/>
              </a:defRPr>
            </a:pPr>
            <a:r>
              <a:rPr sz="3900" b="1" i="0">
                <a:solidFill>
                  <a:srgbClr val="FFFFFF"/>
                </a:solidFill>
                <a:latin typeface="DIN Condensed"/>
                <a:ea typeface="DIN Condensed"/>
                <a:cs typeface="DIN Condensed"/>
              </a:rPr>
              <a:t>La pieza es el último tramo de una cadena de verdad.</a:t>
            </a:r>
          </a:p>
        </p:txBody>
      </p:sp>
      <p:sp>
        <p:nvSpPr>
          <p:cNvPr id="11" name="">
            <a:extLst xmlns:a="http://schemas.openxmlformats.org/drawingml/2006/main">
              <a:ext uri="{FF2B5EF4-FFF2-40B4-BE49-F238E27FC236}">
                <a16:creationId xmlns:a16="http://schemas.microsoft.com/office/drawing/2014/main" id="{75418D64-0526-4EC3-B6FA-2BFF89BFBB1B}"/>
              </a:ext>
            </a:extLst>
          </p:cNvPr>
          <p:cNvSpPr>
            <a:spLocks xmlns:a="http://schemas.openxmlformats.org/drawingml/2006/main" noGrp="1"/>
          </p:cNvSpPr>
          <p:nvPr/>
        </p:nvSpPr>
        <p:spPr>
          <a:xfrm xmlns:a="http://schemas.openxmlformats.org/drawingml/2006/main">
            <a:off x="609600" y="182880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0" i="0">
                <a:solidFill>
                  <a:srgbClr val="FFFFFF">
                    <a:alpha val="78000"/>
                  </a:srgbClr>
                </a:solidFill>
                <a:latin typeface="Avenir Next"/>
                <a:ea typeface="Avenir Next"/>
                <a:cs typeface="Avenir Next"/>
              </a:defRPr>
            </a:pPr>
            <a:r>
              <a:rPr sz="1500" b="0" i="0">
                <a:solidFill>
                  <a:srgbClr val="FFFFFF">
                    <a:alpha val="78000"/>
                  </a:srgbClr>
                </a:solidFill>
                <a:latin typeface="Avenir Next"/>
                <a:ea typeface="Avenir Next"/>
                <a:cs typeface="Avenir Next"/>
              </a:rPr>
              <a:t>Este flujo reemplaza pedidos urgentes sin contexto y versiones contradictorias.</a:t>
            </a:r>
          </a:p>
        </p:txBody>
      </p:sp>
      <p:sp>
        <p:nvSpPr>
          <p:cNvPr id="12" name="">
            <a:extLst xmlns:a="http://schemas.openxmlformats.org/drawingml/2006/main">
              <a:ext uri="{FF2B5EF4-FFF2-40B4-BE49-F238E27FC236}">
                <a16:creationId xmlns:a16="http://schemas.microsoft.com/office/drawing/2014/main" id="{DAD4120F-B550-47FC-BC8A-11F29E9A7301}"/>
              </a:ext>
            </a:extLst>
          </p:cNvPr>
          <p:cNvSpPr>
            <a:spLocks xmlns:a="http://schemas.openxmlformats.org/drawingml/2006/main" noGrp="1"/>
          </p:cNvSpPr>
          <p:nvPr/>
        </p:nvSpPr>
        <p:spPr>
          <a:xfrm xmlns:a="http://schemas.openxmlformats.org/drawingml/2006/main">
            <a:off x="609600" y="2914650"/>
            <a:ext cx="2381250" cy="1162050"/>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BE919081-FA61-46F1-8802-CCFFE2DCF186}"/>
              </a:ext>
            </a:extLst>
          </p:cNvPr>
          <p:cNvSpPr>
            <a:spLocks xmlns:a="http://schemas.openxmlformats.org/drawingml/2006/main" noGrp="1"/>
          </p:cNvSpPr>
          <p:nvPr/>
        </p:nvSpPr>
        <p:spPr>
          <a:xfrm xmlns:a="http://schemas.openxmlformats.org/drawingml/2006/main">
            <a:off x="762000" y="3124200"/>
            <a:ext cx="2076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425" b="1" i="0">
                <a:solidFill>
                  <a:srgbClr val="FFFFFF"/>
                </a:solidFill>
                <a:latin typeface="DIN Condensed"/>
                <a:ea typeface="DIN Condensed"/>
                <a:cs typeface="DIN Condensed"/>
              </a:defRPr>
            </a:pPr>
            <a:r>
              <a:rPr sz="1425" b="1" i="0">
                <a:solidFill>
                  <a:srgbClr val="FFFFFF"/>
                </a:solidFill>
                <a:latin typeface="DIN Condensed"/>
                <a:ea typeface="DIN Condensed"/>
                <a:cs typeface="DIN Condensed"/>
              </a:rPr>
              <a:t>DIRECCIÓN</a:t>
            </a:r>
          </a:p>
        </p:txBody>
      </p:sp>
      <p:sp>
        <p:nvSpPr>
          <p:cNvPr id="14" name="">
            <a:extLst xmlns:a="http://schemas.openxmlformats.org/drawingml/2006/main">
              <a:ext uri="{FF2B5EF4-FFF2-40B4-BE49-F238E27FC236}">
                <a16:creationId xmlns:a16="http://schemas.microsoft.com/office/drawing/2014/main" id="{F7746FAB-7E7E-42BE-82E2-7EB2A2B7CE34}"/>
              </a:ext>
            </a:extLst>
          </p:cNvPr>
          <p:cNvSpPr>
            <a:spLocks xmlns:a="http://schemas.openxmlformats.org/drawingml/2006/main" noGrp="1"/>
          </p:cNvSpPr>
          <p:nvPr/>
        </p:nvSpPr>
        <p:spPr>
          <a:xfrm xmlns:a="http://schemas.openxmlformats.org/drawingml/2006/main">
            <a:off x="762000" y="3581400"/>
            <a:ext cx="2076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FFFFFF"/>
                </a:solidFill>
                <a:latin typeface="Avenir Next"/>
                <a:ea typeface="Avenir Next"/>
                <a:cs typeface="Avenir Next"/>
              </a:defRPr>
            </a:pPr>
            <a:r>
              <a:rPr sz="900" b="1" i="0">
                <a:solidFill>
                  <a:srgbClr val="FFFFFF"/>
                </a:solidFill>
                <a:latin typeface="Avenir Next"/>
                <a:ea typeface="Avenir Next"/>
                <a:cs typeface="Avenir Next"/>
              </a:rPr>
              <a:t>confirma</a:t>
            </a:r>
          </a:p>
        </p:txBody>
      </p:sp>
      <p:sp>
        <p:nvSpPr>
          <p:cNvPr id="15" name="">
            <a:extLst xmlns:a="http://schemas.openxmlformats.org/drawingml/2006/main">
              <a:ext uri="{FF2B5EF4-FFF2-40B4-BE49-F238E27FC236}">
                <a16:creationId xmlns:a16="http://schemas.microsoft.com/office/drawing/2014/main" id="{62673B0A-08FD-4A63-AEAD-831D7D61E52B}"/>
              </a:ext>
            </a:extLst>
          </p:cNvPr>
          <p:cNvSpPr>
            <a:spLocks xmlns:a="http://schemas.openxmlformats.org/drawingml/2006/main" noGrp="1"/>
          </p:cNvSpPr>
          <p:nvPr/>
        </p:nvSpPr>
        <p:spPr>
          <a:xfrm xmlns:a="http://schemas.openxmlformats.org/drawingml/2006/main">
            <a:off x="3028950" y="3314700"/>
            <a:ext cx="342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246"/>
          </a:bodyPr>
          <a:lstStyle xmlns:a="http://schemas.openxmlformats.org/drawingml/2006/main"/>
          <a:p xmlns:a="http://schemas.openxmlformats.org/drawingml/2006/main">
            <a:pPr algn="ctr">
              <a:lnSpc>
                <a:spcPct val="105000"/>
              </a:lnSpc>
              <a:buNone/>
              <a:defRPr sz="2400" b="1" i="0">
                <a:solidFill>
                  <a:srgbClr val="FFFFFF"/>
                </a:solidFill>
                <a:latin typeface="Avenir Next"/>
                <a:ea typeface="Avenir Next"/>
                <a:cs typeface="Avenir Next"/>
              </a:defRPr>
            </a:pPr>
            <a:r>
              <a:rPr sz="2400" b="1" i="0">
                <a:solidFill>
                  <a:srgbClr val="FFFFFF"/>
                </a:solidFill>
                <a:latin typeface="Avenir Next"/>
                <a:ea typeface="Avenir Next"/>
                <a:cs typeface="Avenir Next"/>
              </a:rPr>
              <a:t>→</a:t>
            </a:r>
          </a:p>
        </p:txBody>
      </p:sp>
      <p:sp>
        <p:nvSpPr>
          <p:cNvPr id="16" name="">
            <a:extLst xmlns:a="http://schemas.openxmlformats.org/drawingml/2006/main">
              <a:ext uri="{FF2B5EF4-FFF2-40B4-BE49-F238E27FC236}">
                <a16:creationId xmlns:a16="http://schemas.microsoft.com/office/drawing/2014/main" id="{E0E8D734-28F8-49D3-8191-2A647E04E0B9}"/>
              </a:ext>
            </a:extLst>
          </p:cNvPr>
          <p:cNvSpPr>
            <a:spLocks xmlns:a="http://schemas.openxmlformats.org/drawingml/2006/main" noGrp="1"/>
          </p:cNvSpPr>
          <p:nvPr/>
        </p:nvSpPr>
        <p:spPr>
          <a:xfrm xmlns:a="http://schemas.openxmlformats.org/drawingml/2006/main">
            <a:off x="3390900" y="2914650"/>
            <a:ext cx="2381250" cy="1162050"/>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0FF35933-A89B-47C8-ABBC-7BC3540B1977}"/>
              </a:ext>
            </a:extLst>
          </p:cNvPr>
          <p:cNvSpPr>
            <a:spLocks xmlns:a="http://schemas.openxmlformats.org/drawingml/2006/main" noGrp="1"/>
          </p:cNvSpPr>
          <p:nvPr/>
        </p:nvSpPr>
        <p:spPr>
          <a:xfrm xmlns:a="http://schemas.openxmlformats.org/drawingml/2006/main">
            <a:off x="3543300" y="3124200"/>
            <a:ext cx="2076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425" b="1" i="0">
                <a:solidFill>
                  <a:srgbClr val="FFFFFF"/>
                </a:solidFill>
                <a:latin typeface="DIN Condensed"/>
                <a:ea typeface="DIN Condensed"/>
                <a:cs typeface="DIN Condensed"/>
              </a:defRPr>
            </a:pPr>
            <a:r>
              <a:rPr sz="1425" b="1" i="0">
                <a:solidFill>
                  <a:srgbClr val="FFFFFF"/>
                </a:solidFill>
                <a:latin typeface="DIN Condensed"/>
                <a:ea typeface="DIN Condensed"/>
                <a:cs typeface="DIN Condensed"/>
              </a:rPr>
              <a:t>FRENTE DUEÑO</a:t>
            </a:r>
          </a:p>
        </p:txBody>
      </p:sp>
      <p:sp>
        <p:nvSpPr>
          <p:cNvPr id="18" name="">
            <a:extLst xmlns:a="http://schemas.openxmlformats.org/drawingml/2006/main">
              <a:ext uri="{FF2B5EF4-FFF2-40B4-BE49-F238E27FC236}">
                <a16:creationId xmlns:a16="http://schemas.microsoft.com/office/drawing/2014/main" id="{24AB273A-6F40-4F6B-8723-CA043047EBA1}"/>
              </a:ext>
            </a:extLst>
          </p:cNvPr>
          <p:cNvSpPr>
            <a:spLocks xmlns:a="http://schemas.openxmlformats.org/drawingml/2006/main" noGrp="1"/>
          </p:cNvSpPr>
          <p:nvPr/>
        </p:nvSpPr>
        <p:spPr>
          <a:xfrm xmlns:a="http://schemas.openxmlformats.org/drawingml/2006/main">
            <a:off x="3543300" y="3581400"/>
            <a:ext cx="2076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FFFFFF"/>
                </a:solidFill>
                <a:latin typeface="Avenir Next"/>
                <a:ea typeface="Avenir Next"/>
                <a:cs typeface="Avenir Next"/>
              </a:defRPr>
            </a:pPr>
            <a:r>
              <a:rPr sz="900" b="1" i="0">
                <a:solidFill>
                  <a:srgbClr val="FFFFFF"/>
                </a:solidFill>
                <a:latin typeface="Avenir Next"/>
                <a:ea typeface="Avenir Next"/>
                <a:cs typeface="Avenir Next"/>
              </a:rPr>
              <a:t>entrega fuente</a:t>
            </a:r>
          </a:p>
        </p:txBody>
      </p:sp>
      <p:sp>
        <p:nvSpPr>
          <p:cNvPr id="19" name="">
            <a:extLst xmlns:a="http://schemas.openxmlformats.org/drawingml/2006/main">
              <a:ext uri="{FF2B5EF4-FFF2-40B4-BE49-F238E27FC236}">
                <a16:creationId xmlns:a16="http://schemas.microsoft.com/office/drawing/2014/main" id="{F1767C38-DD8C-4767-B52A-42748A2829A3}"/>
              </a:ext>
            </a:extLst>
          </p:cNvPr>
          <p:cNvSpPr>
            <a:spLocks xmlns:a="http://schemas.openxmlformats.org/drawingml/2006/main" noGrp="1"/>
          </p:cNvSpPr>
          <p:nvPr/>
        </p:nvSpPr>
        <p:spPr>
          <a:xfrm xmlns:a="http://schemas.openxmlformats.org/drawingml/2006/main">
            <a:off x="5810250" y="3314700"/>
            <a:ext cx="342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246"/>
          </a:bodyPr>
          <a:lstStyle xmlns:a="http://schemas.openxmlformats.org/drawingml/2006/main"/>
          <a:p xmlns:a="http://schemas.openxmlformats.org/drawingml/2006/main">
            <a:pPr algn="ctr">
              <a:lnSpc>
                <a:spcPct val="105000"/>
              </a:lnSpc>
              <a:buNone/>
              <a:defRPr sz="2400" b="1" i="0">
                <a:solidFill>
                  <a:srgbClr val="FFFFFF"/>
                </a:solidFill>
                <a:latin typeface="Avenir Next"/>
                <a:ea typeface="Avenir Next"/>
                <a:cs typeface="Avenir Next"/>
              </a:defRPr>
            </a:pPr>
            <a:r>
              <a:rPr sz="2400" b="1" i="0">
                <a:solidFill>
                  <a:srgbClr val="FFFFFF"/>
                </a:solidFill>
                <a:latin typeface="Avenir Next"/>
                <a:ea typeface="Avenir Next"/>
                <a:cs typeface="Avenir Next"/>
              </a:rPr>
              <a:t>→</a:t>
            </a:r>
          </a:p>
        </p:txBody>
      </p:sp>
      <p:sp>
        <p:nvSpPr>
          <p:cNvPr id="20" name="">
            <a:extLst xmlns:a="http://schemas.openxmlformats.org/drawingml/2006/main">
              <a:ext uri="{FF2B5EF4-FFF2-40B4-BE49-F238E27FC236}">
                <a16:creationId xmlns:a16="http://schemas.microsoft.com/office/drawing/2014/main" id="{65EBB65C-5490-427B-A469-74AC9105D2B8}"/>
              </a:ext>
            </a:extLst>
          </p:cNvPr>
          <p:cNvSpPr>
            <a:spLocks xmlns:a="http://schemas.openxmlformats.org/drawingml/2006/main" noGrp="1"/>
          </p:cNvSpPr>
          <p:nvPr/>
        </p:nvSpPr>
        <p:spPr>
          <a:xfrm xmlns:a="http://schemas.openxmlformats.org/drawingml/2006/main">
            <a:off x="6172200" y="2914650"/>
            <a:ext cx="2381250" cy="1162050"/>
          </a:xfrm>
          <a:prstGeom xmlns:a="http://schemas.openxmlformats.org/drawingml/2006/main" prst="rect">
            <a:avLst/>
          </a:prstGeom>
          <a:solidFill xmlns:a="http://schemas.openxmlformats.org/drawingml/2006/main">
            <a:srgbClr val="FFC92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24F5C6A5-EC1B-44A9-A441-20B17A401376}"/>
              </a:ext>
            </a:extLst>
          </p:cNvPr>
          <p:cNvSpPr>
            <a:spLocks xmlns:a="http://schemas.openxmlformats.org/drawingml/2006/main" noGrp="1"/>
          </p:cNvSpPr>
          <p:nvPr/>
        </p:nvSpPr>
        <p:spPr>
          <a:xfrm xmlns:a="http://schemas.openxmlformats.org/drawingml/2006/main">
            <a:off x="6324600" y="3124200"/>
            <a:ext cx="2076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425" b="1" i="0">
                <a:solidFill>
                  <a:srgbClr val="FFFFFF"/>
                </a:solidFill>
                <a:latin typeface="DIN Condensed"/>
                <a:ea typeface="DIN Condensed"/>
                <a:cs typeface="DIN Condensed"/>
              </a:defRPr>
            </a:pPr>
            <a:r>
              <a:rPr sz="1425" b="1" i="0">
                <a:solidFill>
                  <a:srgbClr val="FFFFFF"/>
                </a:solidFill>
                <a:latin typeface="DIN Condensed"/>
                <a:ea typeface="DIN Condensed"/>
                <a:cs typeface="DIN Condensed"/>
              </a:rPr>
              <a:t>COMUNICACIÓN</a:t>
            </a:r>
          </a:p>
        </p:txBody>
      </p:sp>
      <p:sp>
        <p:nvSpPr>
          <p:cNvPr id="22" name="">
            <a:extLst xmlns:a="http://schemas.openxmlformats.org/drawingml/2006/main">
              <a:ext uri="{FF2B5EF4-FFF2-40B4-BE49-F238E27FC236}">
                <a16:creationId xmlns:a16="http://schemas.microsoft.com/office/drawing/2014/main" id="{CE03395A-6CBD-431E-9E59-95483DC1484F}"/>
              </a:ext>
            </a:extLst>
          </p:cNvPr>
          <p:cNvSpPr>
            <a:spLocks xmlns:a="http://schemas.openxmlformats.org/drawingml/2006/main" noGrp="1"/>
          </p:cNvSpPr>
          <p:nvPr/>
        </p:nvSpPr>
        <p:spPr>
          <a:xfrm xmlns:a="http://schemas.openxmlformats.org/drawingml/2006/main">
            <a:off x="6324600" y="3581400"/>
            <a:ext cx="2076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FFFFFF"/>
                </a:solidFill>
                <a:latin typeface="Avenir Next"/>
                <a:ea typeface="Avenir Next"/>
                <a:cs typeface="Avenir Next"/>
              </a:defRPr>
            </a:pPr>
            <a:r>
              <a:rPr sz="900" b="1" i="0">
                <a:solidFill>
                  <a:srgbClr val="FFFFFF"/>
                </a:solidFill>
                <a:latin typeface="Avenir Next"/>
                <a:ea typeface="Avenir Next"/>
                <a:cs typeface="Avenir Next"/>
              </a:rPr>
              <a:t>convierte en brief</a:t>
            </a:r>
          </a:p>
        </p:txBody>
      </p:sp>
      <p:sp>
        <p:nvSpPr>
          <p:cNvPr id="23" name="">
            <a:extLst xmlns:a="http://schemas.openxmlformats.org/drawingml/2006/main">
              <a:ext uri="{FF2B5EF4-FFF2-40B4-BE49-F238E27FC236}">
                <a16:creationId xmlns:a16="http://schemas.microsoft.com/office/drawing/2014/main" id="{F9E9410D-2EA5-4F7D-88B4-B30F261E5C1F}"/>
              </a:ext>
            </a:extLst>
          </p:cNvPr>
          <p:cNvSpPr>
            <a:spLocks xmlns:a="http://schemas.openxmlformats.org/drawingml/2006/main" noGrp="1"/>
          </p:cNvSpPr>
          <p:nvPr/>
        </p:nvSpPr>
        <p:spPr>
          <a:xfrm xmlns:a="http://schemas.openxmlformats.org/drawingml/2006/main">
            <a:off x="8591550" y="3314700"/>
            <a:ext cx="342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246"/>
          </a:bodyPr>
          <a:lstStyle xmlns:a="http://schemas.openxmlformats.org/drawingml/2006/main"/>
          <a:p xmlns:a="http://schemas.openxmlformats.org/drawingml/2006/main">
            <a:pPr algn="ctr">
              <a:lnSpc>
                <a:spcPct val="105000"/>
              </a:lnSpc>
              <a:buNone/>
              <a:defRPr sz="2400" b="1" i="0">
                <a:solidFill>
                  <a:srgbClr val="FFFFFF"/>
                </a:solidFill>
                <a:latin typeface="Avenir Next"/>
                <a:ea typeface="Avenir Next"/>
                <a:cs typeface="Avenir Next"/>
              </a:defRPr>
            </a:pPr>
            <a:r>
              <a:rPr sz="2400" b="1" i="0">
                <a:solidFill>
                  <a:srgbClr val="FFFFFF"/>
                </a:solidFill>
                <a:latin typeface="Avenir Next"/>
                <a:ea typeface="Avenir Next"/>
                <a:cs typeface="Avenir Next"/>
              </a:rPr>
              <a:t>→</a:t>
            </a:r>
          </a:p>
        </p:txBody>
      </p:sp>
      <p:sp>
        <p:nvSpPr>
          <p:cNvPr id="24" name="">
            <a:extLst xmlns:a="http://schemas.openxmlformats.org/drawingml/2006/main">
              <a:ext uri="{FF2B5EF4-FFF2-40B4-BE49-F238E27FC236}">
                <a16:creationId xmlns:a16="http://schemas.microsoft.com/office/drawing/2014/main" id="{B02A6549-A57E-4EA8-A727-656F9EF74B4F}"/>
              </a:ext>
            </a:extLst>
          </p:cNvPr>
          <p:cNvSpPr>
            <a:spLocks xmlns:a="http://schemas.openxmlformats.org/drawingml/2006/main" noGrp="1"/>
          </p:cNvSpPr>
          <p:nvPr/>
        </p:nvSpPr>
        <p:spPr>
          <a:xfrm xmlns:a="http://schemas.openxmlformats.org/drawingml/2006/main">
            <a:off x="8953500" y="2914650"/>
            <a:ext cx="2381250" cy="1162050"/>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60AFF089-E3EE-4A98-BE39-51EBCA54525B}"/>
              </a:ext>
            </a:extLst>
          </p:cNvPr>
          <p:cNvSpPr>
            <a:spLocks xmlns:a="http://schemas.openxmlformats.org/drawingml/2006/main" noGrp="1"/>
          </p:cNvSpPr>
          <p:nvPr/>
        </p:nvSpPr>
        <p:spPr>
          <a:xfrm xmlns:a="http://schemas.openxmlformats.org/drawingml/2006/main">
            <a:off x="9105900" y="3124200"/>
            <a:ext cx="2076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425" b="1" i="0">
                <a:solidFill>
                  <a:srgbClr val="FFFFFF"/>
                </a:solidFill>
                <a:latin typeface="DIN Condensed"/>
                <a:ea typeface="DIN Condensed"/>
                <a:cs typeface="DIN Condensed"/>
              </a:defRPr>
            </a:pPr>
            <a:r>
              <a:rPr sz="1425" b="1" i="0">
                <a:solidFill>
                  <a:srgbClr val="FFFFFF"/>
                </a:solidFill>
                <a:latin typeface="DIN Condensed"/>
                <a:ea typeface="DIN Condensed"/>
                <a:cs typeface="DIN Condensed"/>
              </a:rPr>
              <a:t>DISEÑO + AV</a:t>
            </a:r>
          </a:p>
        </p:txBody>
      </p:sp>
      <p:sp>
        <p:nvSpPr>
          <p:cNvPr id="26" name="">
            <a:extLst xmlns:a="http://schemas.openxmlformats.org/drawingml/2006/main">
              <a:ext uri="{FF2B5EF4-FFF2-40B4-BE49-F238E27FC236}">
                <a16:creationId xmlns:a16="http://schemas.microsoft.com/office/drawing/2014/main" id="{AB0D2409-C927-4619-BE22-0BD6495503B0}"/>
              </a:ext>
            </a:extLst>
          </p:cNvPr>
          <p:cNvSpPr>
            <a:spLocks xmlns:a="http://schemas.openxmlformats.org/drawingml/2006/main" noGrp="1"/>
          </p:cNvSpPr>
          <p:nvPr/>
        </p:nvSpPr>
        <p:spPr>
          <a:xfrm xmlns:a="http://schemas.openxmlformats.org/drawingml/2006/main">
            <a:off x="9105900" y="3581400"/>
            <a:ext cx="2076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FFFFFF"/>
                </a:solidFill>
                <a:latin typeface="Avenir Next"/>
                <a:ea typeface="Avenir Next"/>
                <a:cs typeface="Avenir Next"/>
              </a:defRPr>
            </a:pPr>
            <a:r>
              <a:rPr sz="900" b="1" i="0">
                <a:solidFill>
                  <a:srgbClr val="FFFFFF"/>
                </a:solidFill>
                <a:latin typeface="Avenir Next"/>
                <a:ea typeface="Avenir Next"/>
                <a:cs typeface="Avenir Next"/>
              </a:rPr>
              <a:t>produce lote</a:t>
            </a:r>
          </a:p>
        </p:txBody>
      </p:sp>
      <p:sp>
        <p:nvSpPr>
          <p:cNvPr id="27" name="">
            <a:extLst xmlns:a="http://schemas.openxmlformats.org/drawingml/2006/main">
              <a:ext uri="{FF2B5EF4-FFF2-40B4-BE49-F238E27FC236}">
                <a16:creationId xmlns:a16="http://schemas.microsoft.com/office/drawing/2014/main" id="{D4F09CE5-0CEE-4F10-837A-0D323E598BE5}"/>
              </a:ext>
            </a:extLst>
          </p:cNvPr>
          <p:cNvSpPr>
            <a:spLocks xmlns:a="http://schemas.openxmlformats.org/drawingml/2006/main" noGrp="1"/>
          </p:cNvSpPr>
          <p:nvPr/>
        </p:nvSpPr>
        <p:spPr>
          <a:xfrm xmlns:a="http://schemas.openxmlformats.org/drawingml/2006/main">
            <a:off x="2000250" y="4591050"/>
            <a:ext cx="2381250" cy="1162050"/>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85A4515F-4254-4D15-9660-43306EA79D38}"/>
              </a:ext>
            </a:extLst>
          </p:cNvPr>
          <p:cNvSpPr>
            <a:spLocks xmlns:a="http://schemas.openxmlformats.org/drawingml/2006/main" noGrp="1"/>
          </p:cNvSpPr>
          <p:nvPr/>
        </p:nvSpPr>
        <p:spPr>
          <a:xfrm xmlns:a="http://schemas.openxmlformats.org/drawingml/2006/main">
            <a:off x="2152650" y="4800600"/>
            <a:ext cx="2076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425" b="1" i="0">
                <a:solidFill>
                  <a:srgbClr val="FFFFFF"/>
                </a:solidFill>
                <a:latin typeface="DIN Condensed"/>
                <a:ea typeface="DIN Condensed"/>
                <a:cs typeface="DIN Condensed"/>
              </a:defRPr>
            </a:pPr>
            <a:r>
              <a:rPr sz="1425" b="1" i="0">
                <a:solidFill>
                  <a:srgbClr val="FFFFFF"/>
                </a:solidFill>
                <a:latin typeface="DIN Condensed"/>
                <a:ea typeface="DIN Condensed"/>
                <a:cs typeface="DIN Condensed"/>
              </a:rPr>
              <a:t>APROBADORES</a:t>
            </a:r>
          </a:p>
        </p:txBody>
      </p:sp>
      <p:sp>
        <p:nvSpPr>
          <p:cNvPr id="29" name="">
            <a:extLst xmlns:a="http://schemas.openxmlformats.org/drawingml/2006/main">
              <a:ext uri="{FF2B5EF4-FFF2-40B4-BE49-F238E27FC236}">
                <a16:creationId xmlns:a16="http://schemas.microsoft.com/office/drawing/2014/main" id="{C4749E6F-EEFF-4CBF-81BB-B2645B244F7F}"/>
              </a:ext>
            </a:extLst>
          </p:cNvPr>
          <p:cNvSpPr>
            <a:spLocks xmlns:a="http://schemas.openxmlformats.org/drawingml/2006/main" noGrp="1"/>
          </p:cNvSpPr>
          <p:nvPr/>
        </p:nvSpPr>
        <p:spPr>
          <a:xfrm xmlns:a="http://schemas.openxmlformats.org/drawingml/2006/main">
            <a:off x="2152650" y="5257800"/>
            <a:ext cx="2076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FFFFFF"/>
                </a:solidFill>
                <a:latin typeface="Avenir Next"/>
                <a:ea typeface="Avenir Next"/>
                <a:cs typeface="Avenir Next"/>
              </a:defRPr>
            </a:pPr>
            <a:r>
              <a:rPr sz="900" b="1" i="0">
                <a:solidFill>
                  <a:srgbClr val="FFFFFF"/>
                </a:solidFill>
                <a:latin typeface="Avenir Next"/>
                <a:ea typeface="Avenir Next"/>
                <a:cs typeface="Avenir Next"/>
              </a:rPr>
              <a:t>validan gates</a:t>
            </a:r>
          </a:p>
        </p:txBody>
      </p:sp>
      <p:sp>
        <p:nvSpPr>
          <p:cNvPr id="30" name="">
            <a:extLst xmlns:a="http://schemas.openxmlformats.org/drawingml/2006/main">
              <a:ext uri="{FF2B5EF4-FFF2-40B4-BE49-F238E27FC236}">
                <a16:creationId xmlns:a16="http://schemas.microsoft.com/office/drawing/2014/main" id="{C505DF15-00B2-4C7F-AF99-9250787EC57C}"/>
              </a:ext>
            </a:extLst>
          </p:cNvPr>
          <p:cNvSpPr>
            <a:spLocks xmlns:a="http://schemas.openxmlformats.org/drawingml/2006/main" noGrp="1"/>
          </p:cNvSpPr>
          <p:nvPr/>
        </p:nvSpPr>
        <p:spPr>
          <a:xfrm xmlns:a="http://schemas.openxmlformats.org/drawingml/2006/main">
            <a:off x="4419600" y="4991100"/>
            <a:ext cx="342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246"/>
          </a:bodyPr>
          <a:lstStyle xmlns:a="http://schemas.openxmlformats.org/drawingml/2006/main"/>
          <a:p xmlns:a="http://schemas.openxmlformats.org/drawingml/2006/main">
            <a:pPr algn="ctr">
              <a:lnSpc>
                <a:spcPct val="105000"/>
              </a:lnSpc>
              <a:buNone/>
              <a:defRPr sz="2400" b="1" i="0">
                <a:solidFill>
                  <a:srgbClr val="FFFFFF"/>
                </a:solidFill>
                <a:latin typeface="Avenir Next"/>
                <a:ea typeface="Avenir Next"/>
                <a:cs typeface="Avenir Next"/>
              </a:defRPr>
            </a:pPr>
            <a:r>
              <a:rPr sz="2400" b="1" i="0">
                <a:solidFill>
                  <a:srgbClr val="FFFFFF"/>
                </a:solidFill>
                <a:latin typeface="Avenir Next"/>
                <a:ea typeface="Avenir Next"/>
                <a:cs typeface="Avenir Next"/>
              </a:rPr>
              <a:t>→</a:t>
            </a:r>
          </a:p>
        </p:txBody>
      </p:sp>
      <p:sp>
        <p:nvSpPr>
          <p:cNvPr id="31" name="">
            <a:extLst xmlns:a="http://schemas.openxmlformats.org/drawingml/2006/main">
              <a:ext uri="{FF2B5EF4-FFF2-40B4-BE49-F238E27FC236}">
                <a16:creationId xmlns:a16="http://schemas.microsoft.com/office/drawing/2014/main" id="{CF62B949-DF7F-493E-8EF4-8158034CF14A}"/>
              </a:ext>
            </a:extLst>
          </p:cNvPr>
          <p:cNvSpPr>
            <a:spLocks xmlns:a="http://schemas.openxmlformats.org/drawingml/2006/main" noGrp="1"/>
          </p:cNvSpPr>
          <p:nvPr/>
        </p:nvSpPr>
        <p:spPr>
          <a:xfrm xmlns:a="http://schemas.openxmlformats.org/drawingml/2006/main">
            <a:off x="4781550" y="4591050"/>
            <a:ext cx="2381250" cy="1162050"/>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72232E86-E28D-4063-B0C0-CFC8DB6DCB70}"/>
              </a:ext>
            </a:extLst>
          </p:cNvPr>
          <p:cNvSpPr>
            <a:spLocks xmlns:a="http://schemas.openxmlformats.org/drawingml/2006/main" noGrp="1"/>
          </p:cNvSpPr>
          <p:nvPr/>
        </p:nvSpPr>
        <p:spPr>
          <a:xfrm xmlns:a="http://schemas.openxmlformats.org/drawingml/2006/main">
            <a:off x="4933950" y="4800600"/>
            <a:ext cx="2076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425" b="1" i="0">
                <a:solidFill>
                  <a:srgbClr val="FFFFFF"/>
                </a:solidFill>
                <a:latin typeface="DIN Condensed"/>
                <a:ea typeface="DIN Condensed"/>
                <a:cs typeface="DIN Condensed"/>
              </a:defRPr>
            </a:pPr>
            <a:r>
              <a:rPr sz="1425" b="1" i="0">
                <a:solidFill>
                  <a:srgbClr val="FFFFFF"/>
                </a:solidFill>
                <a:latin typeface="DIN Condensed"/>
                <a:ea typeface="DIN Condensed"/>
                <a:cs typeface="DIN Condensed"/>
              </a:rPr>
              <a:t>PUBLICACIÓN + PAUTA</a:t>
            </a:r>
          </a:p>
        </p:txBody>
      </p:sp>
      <p:sp>
        <p:nvSpPr>
          <p:cNvPr id="33" name="">
            <a:extLst xmlns:a="http://schemas.openxmlformats.org/drawingml/2006/main">
              <a:ext uri="{FF2B5EF4-FFF2-40B4-BE49-F238E27FC236}">
                <a16:creationId xmlns:a16="http://schemas.microsoft.com/office/drawing/2014/main" id="{253DF1B5-3382-4C9E-9287-7D6F1D32DAFC}"/>
              </a:ext>
            </a:extLst>
          </p:cNvPr>
          <p:cNvSpPr>
            <a:spLocks xmlns:a="http://schemas.openxmlformats.org/drawingml/2006/main" noGrp="1"/>
          </p:cNvSpPr>
          <p:nvPr/>
        </p:nvSpPr>
        <p:spPr>
          <a:xfrm xmlns:a="http://schemas.openxmlformats.org/drawingml/2006/main">
            <a:off x="4933950" y="5257800"/>
            <a:ext cx="2076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FFFFFF"/>
                </a:solidFill>
                <a:latin typeface="Avenir Next"/>
                <a:ea typeface="Avenir Next"/>
                <a:cs typeface="Avenir Next"/>
              </a:defRPr>
            </a:pPr>
            <a:r>
              <a:rPr sz="900" b="1" i="0">
                <a:solidFill>
                  <a:srgbClr val="FFFFFF"/>
                </a:solidFill>
                <a:latin typeface="Avenir Next"/>
                <a:ea typeface="Avenir Next"/>
                <a:cs typeface="Avenir Next"/>
              </a:rPr>
              <a:t>activa</a:t>
            </a:r>
          </a:p>
        </p:txBody>
      </p:sp>
      <p:sp>
        <p:nvSpPr>
          <p:cNvPr id="34" name="">
            <a:extLst xmlns:a="http://schemas.openxmlformats.org/drawingml/2006/main">
              <a:ext uri="{FF2B5EF4-FFF2-40B4-BE49-F238E27FC236}">
                <a16:creationId xmlns:a16="http://schemas.microsoft.com/office/drawing/2014/main" id="{97CAADEF-A46F-4E3E-B8E6-F270C61E512C}"/>
              </a:ext>
            </a:extLst>
          </p:cNvPr>
          <p:cNvSpPr>
            <a:spLocks xmlns:a="http://schemas.openxmlformats.org/drawingml/2006/main" noGrp="1"/>
          </p:cNvSpPr>
          <p:nvPr/>
        </p:nvSpPr>
        <p:spPr>
          <a:xfrm xmlns:a="http://schemas.openxmlformats.org/drawingml/2006/main">
            <a:off x="7200900" y="4991100"/>
            <a:ext cx="342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246"/>
          </a:bodyPr>
          <a:lstStyle xmlns:a="http://schemas.openxmlformats.org/drawingml/2006/main"/>
          <a:p xmlns:a="http://schemas.openxmlformats.org/drawingml/2006/main">
            <a:pPr algn="ctr">
              <a:lnSpc>
                <a:spcPct val="105000"/>
              </a:lnSpc>
              <a:buNone/>
              <a:defRPr sz="2400" b="1" i="0">
                <a:solidFill>
                  <a:srgbClr val="FFFFFF"/>
                </a:solidFill>
                <a:latin typeface="Avenir Next"/>
                <a:ea typeface="Avenir Next"/>
                <a:cs typeface="Avenir Next"/>
              </a:defRPr>
            </a:pPr>
            <a:r>
              <a:rPr sz="2400" b="1" i="0">
                <a:solidFill>
                  <a:srgbClr val="FFFFFF"/>
                </a:solidFill>
                <a:latin typeface="Avenir Next"/>
                <a:ea typeface="Avenir Next"/>
                <a:cs typeface="Avenir Next"/>
              </a:rPr>
              <a:t>→</a:t>
            </a:r>
          </a:p>
        </p:txBody>
      </p:sp>
      <p:sp>
        <p:nvSpPr>
          <p:cNvPr id="35" name="">
            <a:extLst xmlns:a="http://schemas.openxmlformats.org/drawingml/2006/main">
              <a:ext uri="{FF2B5EF4-FFF2-40B4-BE49-F238E27FC236}">
                <a16:creationId xmlns:a16="http://schemas.microsoft.com/office/drawing/2014/main" id="{02C72550-35E4-4D77-A2B7-D1608674A9A0}"/>
              </a:ext>
            </a:extLst>
          </p:cNvPr>
          <p:cNvSpPr>
            <a:spLocks xmlns:a="http://schemas.openxmlformats.org/drawingml/2006/main" noGrp="1"/>
          </p:cNvSpPr>
          <p:nvPr/>
        </p:nvSpPr>
        <p:spPr>
          <a:xfrm xmlns:a="http://schemas.openxmlformats.org/drawingml/2006/main">
            <a:off x="7562850" y="4591050"/>
            <a:ext cx="2381250" cy="1162050"/>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CFC18355-4F8D-43DB-818D-4F906F40C2FF}"/>
              </a:ext>
            </a:extLst>
          </p:cNvPr>
          <p:cNvSpPr>
            <a:spLocks xmlns:a="http://schemas.openxmlformats.org/drawingml/2006/main" noGrp="1"/>
          </p:cNvSpPr>
          <p:nvPr/>
        </p:nvSpPr>
        <p:spPr>
          <a:xfrm xmlns:a="http://schemas.openxmlformats.org/drawingml/2006/main">
            <a:off x="7715250" y="4800600"/>
            <a:ext cx="2076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425" b="1" i="0">
                <a:solidFill>
                  <a:srgbClr val="FFFFFF"/>
                </a:solidFill>
                <a:latin typeface="DIN Condensed"/>
                <a:ea typeface="DIN Condensed"/>
                <a:cs typeface="DIN Condensed"/>
              </a:defRPr>
            </a:pPr>
            <a:r>
              <a:rPr sz="1425" b="1" i="0">
                <a:solidFill>
                  <a:srgbClr val="FFFFFF"/>
                </a:solidFill>
                <a:latin typeface="DIN Condensed"/>
                <a:ea typeface="DIN Condensed"/>
                <a:cs typeface="DIN Condensed"/>
              </a:rPr>
              <a:t>DATOS</a:t>
            </a:r>
          </a:p>
        </p:txBody>
      </p:sp>
      <p:sp>
        <p:nvSpPr>
          <p:cNvPr id="37" name="">
            <a:extLst xmlns:a="http://schemas.openxmlformats.org/drawingml/2006/main">
              <a:ext uri="{FF2B5EF4-FFF2-40B4-BE49-F238E27FC236}">
                <a16:creationId xmlns:a16="http://schemas.microsoft.com/office/drawing/2014/main" id="{D682B42C-F2C9-4382-8422-2400B901AA95}"/>
              </a:ext>
            </a:extLst>
          </p:cNvPr>
          <p:cNvSpPr>
            <a:spLocks xmlns:a="http://schemas.openxmlformats.org/drawingml/2006/main" noGrp="1"/>
          </p:cNvSpPr>
          <p:nvPr/>
        </p:nvSpPr>
        <p:spPr>
          <a:xfrm xmlns:a="http://schemas.openxmlformats.org/drawingml/2006/main">
            <a:off x="7715250" y="5257800"/>
            <a:ext cx="2076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FFFFFF"/>
                </a:solidFill>
                <a:latin typeface="Avenir Next"/>
                <a:ea typeface="Avenir Next"/>
                <a:cs typeface="Avenir Next"/>
              </a:defRPr>
            </a:pPr>
            <a:r>
              <a:rPr sz="900" b="1" i="0">
                <a:solidFill>
                  <a:srgbClr val="FFFFFF"/>
                </a:solidFill>
                <a:latin typeface="Avenir Next"/>
                <a:ea typeface="Avenir Next"/>
                <a:cs typeface="Avenir Next"/>
              </a:rPr>
              <a:t>devuelve decisión</a:t>
            </a:r>
          </a:p>
        </p:txBody>
      </p:sp>
    </p:spTree>
    <p:extLst>
      <p:ext uri="{BB962C8B-B14F-4D97-AF65-F5344CB8AC3E}">
        <p14:creationId xmlns:p14="http://schemas.microsoft.com/office/powerpoint/2010/main" val="1976164179"/>
      </p:ext>
    </p:extLst>
  </p:cSld>
</p:sld>
</file>

<file path=ppt/slides/slide46.xml><?xml version="1.0" encoding="utf-8"?>
<p:sld xmlns:p="http://schemas.openxmlformats.org/presentationml/2006/main">
  <p:cSld>
    <p:bg>
      <p:bgPr>
        <a:solidFill xmlns:a="http://schemas.openxmlformats.org/drawingml/2006/main">
          <a:srgbClr val="160A22"/>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80BEB34C-A3FD-43ED-8013-AD7B35FAAC6E}"/>
              </a:ext>
            </a:extLst>
          </p:cNvPr>
          <p:cNvSpPr>
            <a:spLocks xmlns:a="http://schemas.openxmlformats.org/drawingml/2006/main" noGrp="1"/>
          </p:cNvSpPr>
          <p:nvPr/>
        </p:nvSpPr>
        <p:spPr>
          <a:xfrm xmlns:a="http://schemas.openxmlformats.org/drawingml/2006/main">
            <a:off x="0" y="0"/>
            <a:ext cx="2438400" cy="66675"/>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4F14F68-D218-401E-8C40-9D2B05C43D79}"/>
              </a:ext>
            </a:extLst>
          </p:cNvPr>
          <p:cNvSpPr>
            <a:spLocks xmlns:a="http://schemas.openxmlformats.org/drawingml/2006/main" noGrp="1"/>
          </p:cNvSpPr>
          <p:nvPr/>
        </p:nvSpPr>
        <p:spPr>
          <a:xfrm xmlns:a="http://schemas.openxmlformats.org/drawingml/2006/main">
            <a:off x="2438400" y="0"/>
            <a:ext cx="2438400" cy="66675"/>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4DE37653-8E2A-4CF8-9480-AA759B03B544}"/>
              </a:ext>
            </a:extLst>
          </p:cNvPr>
          <p:cNvSpPr>
            <a:spLocks xmlns:a="http://schemas.openxmlformats.org/drawingml/2006/main" noGrp="1"/>
          </p:cNvSpPr>
          <p:nvPr/>
        </p:nvSpPr>
        <p:spPr>
          <a:xfrm xmlns:a="http://schemas.openxmlformats.org/drawingml/2006/main">
            <a:off x="4876800" y="0"/>
            <a:ext cx="2438400" cy="66675"/>
          </a:xfrm>
          <a:prstGeom xmlns:a="http://schemas.openxmlformats.org/drawingml/2006/main" prst="rect">
            <a:avLst/>
          </a:prstGeom>
          <a:solidFill xmlns:a="http://schemas.openxmlformats.org/drawingml/2006/main">
            <a:srgbClr val="FFC92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77C12D3-6657-478D-97E3-DDCDDFC0E087}"/>
              </a:ext>
            </a:extLst>
          </p:cNvPr>
          <p:cNvSpPr>
            <a:spLocks xmlns:a="http://schemas.openxmlformats.org/drawingml/2006/main" noGrp="1"/>
          </p:cNvSpPr>
          <p:nvPr/>
        </p:nvSpPr>
        <p:spPr>
          <a:xfrm xmlns:a="http://schemas.openxmlformats.org/drawingml/2006/main">
            <a:off x="7315200" y="0"/>
            <a:ext cx="2438400" cy="66675"/>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F0626A6C-76D6-43F8-96BB-DA19BE8B1EBE}"/>
              </a:ext>
            </a:extLst>
          </p:cNvPr>
          <p:cNvSpPr>
            <a:spLocks xmlns:a="http://schemas.openxmlformats.org/drawingml/2006/main" noGrp="1"/>
          </p:cNvSpPr>
          <p:nvPr/>
        </p:nvSpPr>
        <p:spPr>
          <a:xfrm xmlns:a="http://schemas.openxmlformats.org/drawingml/2006/main">
            <a:off x="9753600" y="0"/>
            <a:ext cx="2438400" cy="66675"/>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4D99DDBF-1E7F-467F-8495-1A2FBD1690EF}"/>
              </a:ext>
            </a:extLst>
          </p:cNvPr>
          <p:cNvSpPr>
            <a:spLocks xmlns:a="http://schemas.openxmlformats.org/drawingml/2006/main" noGrp="1"/>
          </p:cNvSpPr>
          <p:nvPr/>
        </p:nvSpPr>
        <p:spPr>
          <a:xfrm xmlns:a="http://schemas.openxmlformats.org/drawingml/2006/main">
            <a:off x="609600" y="26670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FFC928"/>
                </a:solidFill>
                <a:latin typeface="Avenir Next"/>
                <a:ea typeface="Avenir Next"/>
                <a:cs typeface="Avenir Next"/>
              </a:defRPr>
            </a:pPr>
            <a:r>
              <a:rPr sz="825" b="1" i="0">
                <a:solidFill>
                  <a:srgbClr val="FFC928"/>
                </a:solidFill>
                <a:latin typeface="Avenir Next"/>
                <a:ea typeface="Avenir Next"/>
                <a:cs typeface="Avenir Next"/>
              </a:rPr>
              <a:t>SEMANA 01</a:t>
            </a:r>
          </a:p>
        </p:txBody>
      </p:sp>
      <p:sp>
        <p:nvSpPr>
          <p:cNvPr id="7" name="">
            <a:extLst xmlns:a="http://schemas.openxmlformats.org/drawingml/2006/main">
              <a:ext uri="{FF2B5EF4-FFF2-40B4-BE49-F238E27FC236}">
                <a16:creationId xmlns:a16="http://schemas.microsoft.com/office/drawing/2014/main" id="{39399CAF-BBE1-4270-A6C6-E6FCA52F83A9}"/>
              </a:ext>
            </a:extLst>
          </p:cNvPr>
          <p:cNvSpPr>
            <a:spLocks xmlns:a="http://schemas.openxmlformats.org/drawingml/2006/main" noGrp="1"/>
          </p:cNvSpPr>
          <p:nvPr/>
        </p:nvSpPr>
        <p:spPr>
          <a:xfrm xmlns:a="http://schemas.openxmlformats.org/drawingml/2006/main">
            <a:off x="11239500" y="6505575"/>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750" b="1" i="0">
                <a:solidFill>
                  <a:srgbClr val="FFFFFF">
                    <a:alpha val="52000"/>
                  </a:srgbClr>
                </a:solidFill>
                <a:latin typeface="Avenir Next"/>
                <a:ea typeface="Avenir Next"/>
                <a:cs typeface="Avenir Next"/>
              </a:defRPr>
            </a:pPr>
            <a:r>
              <a:rPr sz="750" b="1" i="0">
                <a:solidFill>
                  <a:srgbClr val="FFFFFF">
                    <a:alpha val="52000"/>
                  </a:srgbClr>
                </a:solidFill>
                <a:latin typeface="Avenir Next"/>
                <a:ea typeface="Avenir Next"/>
                <a:cs typeface="Avenir Next"/>
              </a:rPr>
              <a:t>46</a:t>
            </a:r>
          </a:p>
        </p:txBody>
      </p:sp>
      <p:sp>
        <p:nvSpPr>
          <p:cNvPr id="8" name="">
            <a:extLst xmlns:a="http://schemas.openxmlformats.org/drawingml/2006/main">
              <a:ext uri="{FF2B5EF4-FFF2-40B4-BE49-F238E27FC236}">
                <a16:creationId xmlns:a16="http://schemas.microsoft.com/office/drawing/2014/main" id="{B2DE2900-05B8-4640-92E0-7B67844CAFEC}"/>
              </a:ext>
            </a:extLst>
          </p:cNvPr>
          <p:cNvSpPr>
            <a:spLocks xmlns:a="http://schemas.openxmlformats.org/drawingml/2006/main" noGrp="1"/>
          </p:cNvSpPr>
          <p:nvPr/>
        </p:nvSpPr>
        <p:spPr>
          <a:xfrm xmlns:a="http://schemas.openxmlformats.org/drawingml/2006/main">
            <a:off x="0" y="66675"/>
            <a:ext cx="1504950" cy="6791325"/>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0BA8D43C-3B82-4548-BE45-2432A2FDEBCE}"/>
              </a:ext>
            </a:extLst>
          </p:cNvPr>
          <p:cNvSpPr>
            <a:spLocks xmlns:a="http://schemas.openxmlformats.org/drawingml/2006/main" noGrp="1"/>
          </p:cNvSpPr>
          <p:nvPr/>
        </p:nvSpPr>
        <p:spPr>
          <a:xfrm xmlns:a="http://schemas.openxmlformats.org/drawingml/2006/main">
            <a:off x="190500" y="110490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941"/>
          </a:bodyPr>
          <a:lstStyle xmlns:a="http://schemas.openxmlformats.org/drawingml/2006/main"/>
          <a:p xmlns:a="http://schemas.openxmlformats.org/drawingml/2006/main">
            <a:pPr algn="ctr">
              <a:lnSpc>
                <a:spcPct val="105000"/>
              </a:lnSpc>
              <a:buNone/>
              <a:defRPr sz="2025" b="1" i="0">
                <a:solidFill>
                  <a:srgbClr val="FFFFFF"/>
                </a:solidFill>
                <a:latin typeface="DIN Condensed"/>
                <a:ea typeface="DIN Condensed"/>
                <a:cs typeface="DIN Condensed"/>
              </a:defRPr>
            </a:pPr>
            <a:r>
              <a:rPr sz="2025" b="1" i="0">
                <a:solidFill>
                  <a:srgbClr val="FFFFFF"/>
                </a:solidFill>
                <a:latin typeface="DIN Condensed"/>
                <a:ea typeface="DIN Condensed"/>
                <a:cs typeface="DIN Condensed"/>
              </a:rPr>
              <a:t>SEMANA</a:t>
            </a:r>
          </a:p>
        </p:txBody>
      </p:sp>
      <p:sp>
        <p:nvSpPr>
          <p:cNvPr id="10" name="">
            <a:extLst xmlns:a="http://schemas.openxmlformats.org/drawingml/2006/main">
              <a:ext uri="{FF2B5EF4-FFF2-40B4-BE49-F238E27FC236}">
                <a16:creationId xmlns:a16="http://schemas.microsoft.com/office/drawing/2014/main" id="{6131F175-1B26-4512-BCE6-A8A07D4C4C5A}"/>
              </a:ext>
            </a:extLst>
          </p:cNvPr>
          <p:cNvSpPr>
            <a:spLocks xmlns:a="http://schemas.openxmlformats.org/drawingml/2006/main" noGrp="1"/>
          </p:cNvSpPr>
          <p:nvPr/>
        </p:nvSpPr>
        <p:spPr>
          <a:xfrm xmlns:a="http://schemas.openxmlformats.org/drawingml/2006/main">
            <a:off x="190500" y="1504950"/>
            <a:ext cx="1143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84000"/>
              </a:lnSpc>
              <a:buNone/>
              <a:defRPr sz="4950" b="1" i="0">
                <a:solidFill>
                  <a:srgbClr val="FFFFFF"/>
                </a:solidFill>
                <a:latin typeface="DIN Condensed"/>
                <a:ea typeface="DIN Condensed"/>
                <a:cs typeface="DIN Condensed"/>
              </a:defRPr>
            </a:pPr>
            <a:r>
              <a:rPr sz="4950" b="1" i="0">
                <a:solidFill>
                  <a:srgbClr val="FFFFFF"/>
                </a:solidFill>
                <a:latin typeface="DIN Condensed"/>
                <a:ea typeface="DIN Condensed"/>
                <a:cs typeface="DIN Condensed"/>
              </a:rPr>
              <a:t>01</a:t>
            </a:r>
          </a:p>
        </p:txBody>
      </p:sp>
      <p:sp>
        <p:nvSpPr>
          <p:cNvPr id="11" name="">
            <a:extLst xmlns:a="http://schemas.openxmlformats.org/drawingml/2006/main">
              <a:ext uri="{FF2B5EF4-FFF2-40B4-BE49-F238E27FC236}">
                <a16:creationId xmlns:a16="http://schemas.microsoft.com/office/drawing/2014/main" id="{322B3699-5607-4DE7-9168-A94730FDFE41}"/>
              </a:ext>
            </a:extLst>
          </p:cNvPr>
          <p:cNvSpPr>
            <a:spLocks xmlns:a="http://schemas.openxmlformats.org/drawingml/2006/main" noGrp="1"/>
          </p:cNvSpPr>
          <p:nvPr/>
        </p:nvSpPr>
        <p:spPr>
          <a:xfrm xmlns:a="http://schemas.openxmlformats.org/drawingml/2006/main">
            <a:off x="190500" y="2590800"/>
            <a:ext cx="114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25–30 AGO</a:t>
            </a:r>
          </a:p>
        </p:txBody>
      </p:sp>
      <p:sp>
        <p:nvSpPr>
          <p:cNvPr id="12" name="">
            <a:extLst xmlns:a="http://schemas.openxmlformats.org/drawingml/2006/main">
              <a:ext uri="{FF2B5EF4-FFF2-40B4-BE49-F238E27FC236}">
                <a16:creationId xmlns:a16="http://schemas.microsoft.com/office/drawing/2014/main" id="{DFE49074-B453-4B28-9511-1E44F6304D78}"/>
              </a:ext>
            </a:extLst>
          </p:cNvPr>
          <p:cNvSpPr>
            <a:spLocks xmlns:a="http://schemas.openxmlformats.org/drawingml/2006/main" noGrp="1"/>
          </p:cNvSpPr>
          <p:nvPr/>
        </p:nvSpPr>
        <p:spPr>
          <a:xfrm xmlns:a="http://schemas.openxmlformats.org/drawingml/2006/main">
            <a:off x="1809750" y="609600"/>
            <a:ext cx="9334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4050" b="1" i="0">
                <a:solidFill>
                  <a:srgbClr val="FFFFFF"/>
                </a:solidFill>
                <a:latin typeface="DIN Condensed"/>
                <a:ea typeface="DIN Condensed"/>
                <a:cs typeface="DIN Condensed"/>
              </a:defRPr>
            </a:pPr>
            <a:r>
              <a:rPr sz="4050" b="1" i="0">
                <a:solidFill>
                  <a:srgbClr val="FFFFFF"/>
                </a:solidFill>
                <a:latin typeface="DIN Condensed"/>
                <a:ea typeface="DIN Condensed"/>
                <a:cs typeface="DIN Condensed"/>
              </a:rPr>
              <a:t>ALINEAR Y COMPROBAR</a:t>
            </a:r>
          </a:p>
        </p:txBody>
      </p:sp>
      <p:sp>
        <p:nvSpPr>
          <p:cNvPr id="13" name="">
            <a:extLst xmlns:a="http://schemas.openxmlformats.org/drawingml/2006/main">
              <a:ext uri="{FF2B5EF4-FFF2-40B4-BE49-F238E27FC236}">
                <a16:creationId xmlns:a16="http://schemas.microsoft.com/office/drawing/2014/main" id="{9D65C2DB-ED34-4F2C-83DC-7928B6BEF615}"/>
              </a:ext>
            </a:extLst>
          </p:cNvPr>
          <p:cNvSpPr>
            <a:spLocks xmlns:a="http://schemas.openxmlformats.org/drawingml/2006/main" noGrp="1"/>
          </p:cNvSpPr>
          <p:nvPr/>
        </p:nvSpPr>
        <p:spPr>
          <a:xfrm xmlns:a="http://schemas.openxmlformats.org/drawingml/2006/main">
            <a:off x="1809750" y="1428750"/>
            <a:ext cx="952500" cy="66675"/>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FB66F13A-711A-44B4-A7E0-C34DA6B126BB}"/>
              </a:ext>
            </a:extLst>
          </p:cNvPr>
          <p:cNvSpPr>
            <a:spLocks xmlns:a="http://schemas.openxmlformats.org/drawingml/2006/main" noGrp="1"/>
          </p:cNvSpPr>
          <p:nvPr/>
        </p:nvSpPr>
        <p:spPr>
          <a:xfrm xmlns:a="http://schemas.openxmlformats.org/drawingml/2006/main">
            <a:off x="1809750" y="1809750"/>
            <a:ext cx="2952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E72D78"/>
                </a:solidFill>
                <a:latin typeface="Avenir Next"/>
                <a:ea typeface="Avenir Next"/>
                <a:cs typeface="Avenir Next"/>
              </a:defRPr>
            </a:pPr>
            <a:r>
              <a:rPr sz="825" b="1" i="0">
                <a:solidFill>
                  <a:srgbClr val="E72D78"/>
                </a:solidFill>
                <a:latin typeface="Avenir Next"/>
                <a:ea typeface="Avenir Next"/>
                <a:cs typeface="Avenir Next"/>
              </a:rPr>
              <a:t>LO QUE VE Y SIENTE EL PÚBLICO</a:t>
            </a:r>
          </a:p>
        </p:txBody>
      </p:sp>
      <p:sp>
        <p:nvSpPr>
          <p:cNvPr id="15" name="">
            <a:extLst xmlns:a="http://schemas.openxmlformats.org/drawingml/2006/main">
              <a:ext uri="{FF2B5EF4-FFF2-40B4-BE49-F238E27FC236}">
                <a16:creationId xmlns:a16="http://schemas.microsoft.com/office/drawing/2014/main" id="{DE94BA62-CF4C-44FD-BF06-671753ED649E}"/>
              </a:ext>
            </a:extLst>
          </p:cNvPr>
          <p:cNvSpPr>
            <a:spLocks xmlns:a="http://schemas.openxmlformats.org/drawingml/2006/main" noGrp="1"/>
          </p:cNvSpPr>
          <p:nvPr/>
        </p:nvSpPr>
        <p:spPr>
          <a:xfrm xmlns:a="http://schemas.openxmlformats.org/drawingml/2006/main">
            <a:off x="1809750" y="2190750"/>
            <a:ext cx="295275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8000"/>
              </a:lnSpc>
              <a:buNone/>
              <a:defRPr sz="1275" b="0" i="0">
                <a:solidFill>
                  <a:srgbClr val="FFFFFF"/>
                </a:solidFill>
                <a:latin typeface="Avenir Next"/>
                <a:ea typeface="Avenir Next"/>
                <a:cs typeface="Avenir Next"/>
              </a:defRPr>
            </a:pPr>
            <a:r>
              <a:rPr sz="1275" b="0" i="0">
                <a:solidFill>
                  <a:srgbClr val="FFFFFF"/>
                </a:solidFill>
                <a:latin typeface="Avenir Next"/>
                <a:ea typeface="Avenir Next"/>
                <a:cs typeface="Avenir Next"/>
              </a:rPr>
              <a:t>— primer arte: ¿cuál es tu mejor recuerdo?</a:t>
            </a:r>
          </a:p>
          <a:p xmlns:a="http://schemas.openxmlformats.org/drawingml/2006/main">
            <a:pPr algn="l">
              <a:lnSpc>
                <a:spcPct val="118000"/>
              </a:lnSpc>
              <a:buNone/>
              <a:defRPr sz="1275" b="0" i="0">
                <a:solidFill>
                  <a:srgbClr val="FFFFFF"/>
                </a:solidFill>
                <a:latin typeface="Avenir Next"/>
                <a:ea typeface="Avenir Next"/>
                <a:cs typeface="Avenir Next"/>
              </a:defRPr>
            </a:pPr>
            <a:r>
              <a:rPr sz="1275" b="0" i="0">
                <a:solidFill>
                  <a:srgbClr val="FFFFFF"/>
                </a:solidFill>
                <a:latin typeface="Avenir Next"/>
                <a:ea typeface="Avenir Next"/>
                <a:cs typeface="Avenir Next"/>
              </a:rPr>
              <a:t>— pregunta: ¿qué pasó aquí que pocos saben?</a:t>
            </a:r>
          </a:p>
          <a:p xmlns:a="http://schemas.openxmlformats.org/drawingml/2006/main">
            <a:pPr algn="l">
              <a:lnSpc>
                <a:spcPct val="118000"/>
              </a:lnSpc>
              <a:buNone/>
              <a:defRPr sz="1275" b="0" i="0">
                <a:solidFill>
                  <a:srgbClr val="FFFFFF"/>
                </a:solidFill>
                <a:latin typeface="Avenir Next"/>
                <a:ea typeface="Avenir Next"/>
                <a:cs typeface="Avenir Next"/>
              </a:defRPr>
            </a:pPr>
            <a:r>
              <a:rPr sz="1275" b="0" i="0">
                <a:solidFill>
                  <a:srgbClr val="FFFFFF"/>
                </a:solidFill>
                <a:latin typeface="Avenir Next"/>
                <a:ea typeface="Avenir Next"/>
                <a:cs typeface="Avenir Next"/>
              </a:rPr>
              <a:t>— archivo histórico con año y contexto; todavía sin oferta</a:t>
            </a:r>
          </a:p>
        </p:txBody>
      </p:sp>
      <p:sp>
        <p:nvSpPr>
          <p:cNvPr id="16" name="">
            <a:extLst xmlns:a="http://schemas.openxmlformats.org/drawingml/2006/main">
              <a:ext uri="{FF2B5EF4-FFF2-40B4-BE49-F238E27FC236}">
                <a16:creationId xmlns:a16="http://schemas.microsoft.com/office/drawing/2014/main" id="{FCC6C583-13E9-4122-A758-60EE4DB62D86}"/>
              </a:ext>
            </a:extLst>
          </p:cNvPr>
          <p:cNvSpPr>
            <a:spLocks xmlns:a="http://schemas.openxmlformats.org/drawingml/2006/main" noGrp="1"/>
          </p:cNvSpPr>
          <p:nvPr/>
        </p:nvSpPr>
        <p:spPr>
          <a:xfrm xmlns:a="http://schemas.openxmlformats.org/drawingml/2006/main">
            <a:off x="4953000" y="1809750"/>
            <a:ext cx="28575" cy="0"/>
          </a:xfrm>
          <a:prstGeom xmlns:a="http://schemas.openxmlformats.org/drawingml/2006/main" prst="rect">
            <a:avLst/>
          </a:prstGeom>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C58E3BA6-A19F-441F-9B6F-56B7251E976B}"/>
              </a:ext>
            </a:extLst>
          </p:cNvPr>
          <p:cNvSpPr>
            <a:spLocks xmlns:a="http://schemas.openxmlformats.org/drawingml/2006/main" noGrp="1"/>
          </p:cNvSpPr>
          <p:nvPr/>
        </p:nvSpPr>
        <p:spPr>
          <a:xfrm xmlns:a="http://schemas.openxmlformats.org/drawingml/2006/main">
            <a:off x="5276850" y="18097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E72D78"/>
                </a:solidFill>
                <a:latin typeface="Avenir Next"/>
                <a:ea typeface="Avenir Next"/>
                <a:cs typeface="Avenir Next"/>
              </a:defRPr>
            </a:pPr>
            <a:r>
              <a:rPr sz="825" b="1" i="0">
                <a:solidFill>
                  <a:srgbClr val="E72D78"/>
                </a:solidFill>
                <a:latin typeface="Avenir Next"/>
                <a:ea typeface="Avenir Next"/>
                <a:cs typeface="Avenir Next"/>
              </a:rPr>
              <a:t>ENTREGABLES DE LA SEMANA</a:t>
            </a:r>
          </a:p>
        </p:txBody>
      </p:sp>
      <p:sp>
        <p:nvSpPr>
          <p:cNvPr id="18" name="">
            <a:extLst xmlns:a="http://schemas.openxmlformats.org/drawingml/2006/main">
              <a:ext uri="{FF2B5EF4-FFF2-40B4-BE49-F238E27FC236}">
                <a16:creationId xmlns:a16="http://schemas.microsoft.com/office/drawing/2014/main" id="{C82B615B-C89D-4DC2-BD62-46B7E8D51DB5}"/>
              </a:ext>
            </a:extLst>
          </p:cNvPr>
          <p:cNvSpPr>
            <a:spLocks xmlns:a="http://schemas.openxmlformats.org/drawingml/2006/main" noGrp="1"/>
          </p:cNvSpPr>
          <p:nvPr/>
        </p:nvSpPr>
        <p:spPr>
          <a:xfrm xmlns:a="http://schemas.openxmlformats.org/drawingml/2006/main">
            <a:off x="5276850" y="2190750"/>
            <a:ext cx="285750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8000"/>
              </a:lnSpc>
              <a:buNone/>
              <a:defRPr sz="1275" b="1" i="0">
                <a:solidFill>
                  <a:srgbClr val="FFFFFF"/>
                </a:solidFill>
                <a:latin typeface="Avenir Next"/>
                <a:ea typeface="Avenir Next"/>
                <a:cs typeface="Avenir Next"/>
              </a:defRPr>
            </a:pPr>
            <a:r>
              <a:rPr sz="1275" b="1" i="0">
                <a:solidFill>
                  <a:srgbClr val="FFFFFF"/>
                </a:solidFill>
                <a:latin typeface="Avenir Next"/>
                <a:ea typeface="Avenir Next"/>
                <a:cs typeface="Avenir Next"/>
              </a:rPr>
              <a:t>— fotograma clave rector + tres pilotos</a:t>
            </a:r>
          </a:p>
          <a:p xmlns:a="http://schemas.openxmlformats.org/drawingml/2006/main">
            <a:pPr algn="l">
              <a:lnSpc>
                <a:spcPct val="118000"/>
              </a:lnSpc>
              <a:buNone/>
              <a:defRPr sz="1275" b="1" i="0">
                <a:solidFill>
                  <a:srgbClr val="FFFFFF"/>
                </a:solidFill>
                <a:latin typeface="Avenir Next"/>
                <a:ea typeface="Avenir Next"/>
                <a:cs typeface="Avenir Next"/>
              </a:defRPr>
            </a:pPr>
            <a:r>
              <a:rPr sz="1275" b="1" i="0">
                <a:solidFill>
                  <a:srgbClr val="FFFFFF"/>
                </a:solidFill>
                <a:latin typeface="Avenir Next"/>
                <a:ea typeface="Avenir Next"/>
                <a:cs typeface="Avenir Next"/>
              </a:rPr>
              <a:t>— registro de afirmaciones y derechos</a:t>
            </a:r>
          </a:p>
          <a:p xmlns:a="http://schemas.openxmlformats.org/drawingml/2006/main">
            <a:pPr algn="l">
              <a:lnSpc>
                <a:spcPct val="118000"/>
              </a:lnSpc>
              <a:buNone/>
              <a:defRPr sz="1275" b="1" i="0">
                <a:solidFill>
                  <a:srgbClr val="FFFFFF"/>
                </a:solidFill>
                <a:latin typeface="Avenir Next"/>
                <a:ea typeface="Avenir Next"/>
                <a:cs typeface="Avenir Next"/>
              </a:defRPr>
            </a:pPr>
            <a:r>
              <a:rPr sz="1275" b="1" i="0">
                <a:solidFill>
                  <a:srgbClr val="FFFFFF"/>
                </a:solidFill>
                <a:latin typeface="Avenir Next"/>
                <a:ea typeface="Avenir Next"/>
                <a:cs typeface="Avenir Next"/>
              </a:rPr>
              <a:t>— borradores de bases, premios y consentimientos</a:t>
            </a:r>
          </a:p>
          <a:p xmlns:a="http://schemas.openxmlformats.org/drawingml/2006/main">
            <a:pPr algn="l">
              <a:lnSpc>
                <a:spcPct val="118000"/>
              </a:lnSpc>
              <a:buNone/>
              <a:defRPr sz="1275" b="1" i="0">
                <a:solidFill>
                  <a:srgbClr val="FFFFFF"/>
                </a:solidFill>
                <a:latin typeface="Avenir Next"/>
                <a:ea typeface="Avenir Next"/>
                <a:cs typeface="Avenir Next"/>
              </a:defRPr>
            </a:pPr>
            <a:r>
              <a:rPr sz="1275" b="1" i="0">
                <a:solidFill>
                  <a:srgbClr val="FFFFFF"/>
                </a:solidFill>
                <a:latin typeface="Avenir Next"/>
                <a:ea typeface="Avenir Next"/>
                <a:cs typeface="Avenir Next"/>
              </a:rPr>
              <a:t>— matriz de responsables, tiempos y entregables</a:t>
            </a:r>
          </a:p>
        </p:txBody>
      </p:sp>
      <p:sp>
        <p:nvSpPr>
          <p:cNvPr id="19" name="">
            <a:extLst xmlns:a="http://schemas.openxmlformats.org/drawingml/2006/main">
              <a:ext uri="{FF2B5EF4-FFF2-40B4-BE49-F238E27FC236}">
                <a16:creationId xmlns:a16="http://schemas.microsoft.com/office/drawing/2014/main" id="{02976B08-D981-40BE-9819-523428EB12A1}"/>
              </a:ext>
            </a:extLst>
          </p:cNvPr>
          <p:cNvSpPr>
            <a:spLocks xmlns:a="http://schemas.openxmlformats.org/drawingml/2006/main" noGrp="1"/>
          </p:cNvSpPr>
          <p:nvPr/>
        </p:nvSpPr>
        <p:spPr>
          <a:xfrm xmlns:a="http://schemas.openxmlformats.org/drawingml/2006/main">
            <a:off x="8362950" y="1809750"/>
            <a:ext cx="28575" cy="0"/>
          </a:xfrm>
          <a:prstGeom xmlns:a="http://schemas.openxmlformats.org/drawingml/2006/main" prst="rect">
            <a:avLst/>
          </a:prstGeom>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3BB35352-77E0-4200-83C1-369E25BB96E5}"/>
              </a:ext>
            </a:extLst>
          </p:cNvPr>
          <p:cNvSpPr>
            <a:spLocks xmlns:a="http://schemas.openxmlformats.org/drawingml/2006/main" noGrp="1"/>
          </p:cNvSpPr>
          <p:nvPr/>
        </p:nvSpPr>
        <p:spPr>
          <a:xfrm xmlns:a="http://schemas.openxmlformats.org/drawingml/2006/main">
            <a:off x="8667750" y="18097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E72D78"/>
                </a:solidFill>
                <a:latin typeface="Avenir Next"/>
                <a:ea typeface="Avenir Next"/>
                <a:cs typeface="Avenir Next"/>
              </a:defRPr>
            </a:pPr>
            <a:r>
              <a:rPr sz="825" b="1" i="0">
                <a:solidFill>
                  <a:srgbClr val="E72D78"/>
                </a:solidFill>
                <a:latin typeface="Avenir Next"/>
                <a:ea typeface="Avenir Next"/>
                <a:cs typeface="Avenir Next"/>
              </a:rPr>
              <a:t>CONEXIONES QUE LA HABILITAN</a:t>
            </a:r>
          </a:p>
        </p:txBody>
      </p:sp>
      <p:sp>
        <p:nvSpPr>
          <p:cNvPr id="21" name="">
            <a:extLst xmlns:a="http://schemas.openxmlformats.org/drawingml/2006/main">
              <a:ext uri="{FF2B5EF4-FFF2-40B4-BE49-F238E27FC236}">
                <a16:creationId xmlns:a16="http://schemas.microsoft.com/office/drawing/2014/main" id="{884C3CB6-3004-455C-968E-05A8199664C7}"/>
              </a:ext>
            </a:extLst>
          </p:cNvPr>
          <p:cNvSpPr>
            <a:spLocks xmlns:a="http://schemas.openxmlformats.org/drawingml/2006/main" noGrp="1"/>
          </p:cNvSpPr>
          <p:nvPr/>
        </p:nvSpPr>
        <p:spPr>
          <a:xfrm xmlns:a="http://schemas.openxmlformats.org/drawingml/2006/main">
            <a:off x="8667750" y="2190750"/>
            <a:ext cx="2857500" cy="2667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7000"/>
              </a:lnSpc>
              <a:buNone/>
              <a:defRPr sz="1125" b="0" i="0">
                <a:solidFill>
                  <a:srgbClr val="FFFFFF">
                    <a:alpha val="72000"/>
                  </a:srgbClr>
                </a:solidFill>
                <a:latin typeface="Avenir Next"/>
                <a:ea typeface="Avenir Next"/>
                <a:cs typeface="Avenir Next"/>
              </a:defRPr>
            </a:pPr>
            <a:r>
              <a:rPr sz="1125" b="0" i="0">
                <a:solidFill>
                  <a:srgbClr val="FFFFFF">
                    <a:alpha val="72000"/>
                  </a:srgbClr>
                </a:solidFill>
                <a:latin typeface="Avenir Next"/>
                <a:ea typeface="Avenir Next"/>
                <a:cs typeface="Avenir Next"/>
              </a:rPr>
              <a:t>— Dirección ratifica denominación</a:t>
            </a:r>
          </a:p>
          <a:p xmlns:a="http://schemas.openxmlformats.org/drawingml/2006/main">
            <a:pPr algn="l">
              <a:lnSpc>
                <a:spcPct val="117000"/>
              </a:lnSpc>
              <a:buNone/>
              <a:defRPr sz="1125" b="0" i="0">
                <a:solidFill>
                  <a:srgbClr val="FFFFFF">
                    <a:alpha val="72000"/>
                  </a:srgbClr>
                </a:solidFill>
                <a:latin typeface="Avenir Next"/>
                <a:ea typeface="Avenir Next"/>
                <a:cs typeface="Avenir Next"/>
              </a:defRPr>
            </a:pPr>
            <a:r>
              <a:rPr sz="1125" b="0" i="0">
                <a:solidFill>
                  <a:srgbClr val="FFFFFF">
                    <a:alpha val="72000"/>
                  </a:srgbClr>
                </a:solidFill>
                <a:latin typeface="Avenir Next"/>
                <a:ea typeface="Avenir Next"/>
                <a:cs typeface="Avenir Next"/>
              </a:rPr>
              <a:t>— Operación valida zonas/atractivos</a:t>
            </a:r>
          </a:p>
          <a:p xmlns:a="http://schemas.openxmlformats.org/drawingml/2006/main">
            <a:pPr algn="l">
              <a:lnSpc>
                <a:spcPct val="117000"/>
              </a:lnSpc>
              <a:buNone/>
              <a:defRPr sz="1125" b="0" i="0">
                <a:solidFill>
                  <a:srgbClr val="FFFFFF">
                    <a:alpha val="72000"/>
                  </a:srgbClr>
                </a:solidFill>
                <a:latin typeface="Avenir Next"/>
                <a:ea typeface="Avenir Next"/>
                <a:cs typeface="Avenir Next"/>
              </a:defRPr>
            </a:pPr>
            <a:r>
              <a:rPr sz="1125" b="0" i="0">
                <a:solidFill>
                  <a:srgbClr val="FFFFFF">
                    <a:alpha val="72000"/>
                  </a:srgbClr>
                </a:solidFill>
                <a:latin typeface="Avenir Next"/>
                <a:ea typeface="Avenir Next"/>
                <a:cs typeface="Avenir Next"/>
              </a:rPr>
              <a:t>— Finanzas limita premios</a:t>
            </a:r>
          </a:p>
          <a:p xmlns:a="http://schemas.openxmlformats.org/drawingml/2006/main">
            <a:pPr algn="l">
              <a:lnSpc>
                <a:spcPct val="117000"/>
              </a:lnSpc>
              <a:buNone/>
              <a:defRPr sz="1125" b="0" i="0">
                <a:solidFill>
                  <a:srgbClr val="FFFFFF">
                    <a:alpha val="72000"/>
                  </a:srgbClr>
                </a:solidFill>
                <a:latin typeface="Avenir Next"/>
                <a:ea typeface="Avenir Next"/>
                <a:cs typeface="Avenir Next"/>
              </a:defRPr>
            </a:pPr>
            <a:r>
              <a:rPr sz="1125" b="0" i="0">
                <a:solidFill>
                  <a:srgbClr val="FFFFFF">
                    <a:alpha val="72000"/>
                  </a:srgbClr>
                </a:solidFill>
                <a:latin typeface="Avenir Next"/>
                <a:ea typeface="Avenir Next"/>
                <a:cs typeface="Avenir Next"/>
              </a:rPr>
              <a:t>— Cultura/marca y legal revisan bases</a:t>
            </a:r>
          </a:p>
        </p:txBody>
      </p:sp>
      <p:sp>
        <p:nvSpPr>
          <p:cNvPr id="22" name="">
            <a:extLst xmlns:a="http://schemas.openxmlformats.org/drawingml/2006/main">
              <a:ext uri="{FF2B5EF4-FFF2-40B4-BE49-F238E27FC236}">
                <a16:creationId xmlns:a16="http://schemas.microsoft.com/office/drawing/2014/main" id="{D553113A-30C2-4A8C-9511-B46CD07F9F4D}"/>
              </a:ext>
            </a:extLst>
          </p:cNvPr>
          <p:cNvSpPr>
            <a:spLocks xmlns:a="http://schemas.openxmlformats.org/drawingml/2006/main" noGrp="1"/>
          </p:cNvSpPr>
          <p:nvPr/>
        </p:nvSpPr>
        <p:spPr>
          <a:xfrm xmlns:a="http://schemas.openxmlformats.org/drawingml/2006/main">
            <a:off x="1809750" y="5562600"/>
            <a:ext cx="9715500" cy="628650"/>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D426FF29-60D1-4FF9-82AD-1BF4A80F8C07}"/>
              </a:ext>
            </a:extLst>
          </p:cNvPr>
          <p:cNvSpPr>
            <a:spLocks xmlns:a="http://schemas.openxmlformats.org/drawingml/2006/main" noGrp="1"/>
          </p:cNvSpPr>
          <p:nvPr/>
        </p:nvSpPr>
        <p:spPr>
          <a:xfrm xmlns:a="http://schemas.openxmlformats.org/drawingml/2006/main">
            <a:off x="2019300" y="5753100"/>
            <a:ext cx="9296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SE PUEDE CONVERSAR; NO SE PUEDE PROMETER PREMIO, ARTISTA O CAPACIDAD SIN REGLAS Y FUENTE.</a:t>
            </a:r>
          </a:p>
        </p:txBody>
      </p:sp>
      <p:sp>
        <p:nvSpPr>
          <p:cNvPr id="24" name="">
            <a:extLst xmlns:a="http://schemas.openxmlformats.org/drawingml/2006/main">
              <a:ext uri="{FF2B5EF4-FFF2-40B4-BE49-F238E27FC236}">
                <a16:creationId xmlns:a16="http://schemas.microsoft.com/office/drawing/2014/main" id="{0DB42263-DF8E-491B-84AA-14AA55D3AABD}"/>
              </a:ext>
            </a:extLst>
          </p:cNvPr>
          <p:cNvSpPr>
            <a:spLocks xmlns:a="http://schemas.openxmlformats.org/drawingml/2006/main" noGrp="1"/>
          </p:cNvSpPr>
          <p:nvPr/>
        </p:nvSpPr>
        <p:spPr>
          <a:xfrm xmlns:a="http://schemas.openxmlformats.org/drawingml/2006/main">
            <a:off x="1809750" y="6534150"/>
            <a:ext cx="4762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675" b="1" i="0">
                <a:solidFill>
                  <a:srgbClr val="FFFFFF">
                    <a:alpha val="52000"/>
                  </a:srgbClr>
                </a:solidFill>
                <a:latin typeface="Avenir Next"/>
                <a:ea typeface="Avenir Next"/>
                <a:cs typeface="Avenir Next"/>
              </a:defRPr>
            </a:pPr>
            <a:r>
              <a:rPr sz="675" b="1" i="0">
                <a:solidFill>
                  <a:srgbClr val="FFFFFF">
                    <a:alpha val="52000"/>
                  </a:srgbClr>
                </a:solidFill>
                <a:latin typeface="Avenir Next"/>
                <a:ea typeface="Avenir Next"/>
                <a:cs typeface="Avenir Next"/>
              </a:rPr>
              <a:t>DOCUMENTO INTERNO · PROPUESTA EN REVISIÓN</a:t>
            </a:r>
          </a:p>
        </p:txBody>
      </p:sp>
    </p:spTree>
    <p:extLst>
      <p:ext uri="{BB962C8B-B14F-4D97-AF65-F5344CB8AC3E}">
        <p14:creationId xmlns:p14="http://schemas.microsoft.com/office/powerpoint/2010/main" val="1960797866"/>
      </p:ext>
    </p:extLst>
  </p:cSld>
</p:sld>
</file>

<file path=ppt/slides/slide47.xml><?xml version="1.0" encoding="utf-8"?>
<p:sld xmlns:p="http://schemas.openxmlformats.org/presentationml/2006/main">
  <p:cSld>
    <p:bg>
      <p:bgPr>
        <a:solidFill xmlns:a="http://schemas.openxmlformats.org/drawingml/2006/main">
          <a:srgbClr val="160A22"/>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07350EC7-FAFC-48FA-990C-685FFB1EF172}"/>
              </a:ext>
            </a:extLst>
          </p:cNvPr>
          <p:cNvSpPr>
            <a:spLocks xmlns:a="http://schemas.openxmlformats.org/drawingml/2006/main" noGrp="1"/>
          </p:cNvSpPr>
          <p:nvPr/>
        </p:nvSpPr>
        <p:spPr>
          <a:xfrm xmlns:a="http://schemas.openxmlformats.org/drawingml/2006/main">
            <a:off x="0" y="0"/>
            <a:ext cx="2438400" cy="66675"/>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768CC70-F0B7-450B-8F0F-29925C4319CF}"/>
              </a:ext>
            </a:extLst>
          </p:cNvPr>
          <p:cNvSpPr>
            <a:spLocks xmlns:a="http://schemas.openxmlformats.org/drawingml/2006/main" noGrp="1"/>
          </p:cNvSpPr>
          <p:nvPr/>
        </p:nvSpPr>
        <p:spPr>
          <a:xfrm xmlns:a="http://schemas.openxmlformats.org/drawingml/2006/main">
            <a:off x="2438400" y="0"/>
            <a:ext cx="2438400" cy="66675"/>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5FCA3F6-1210-4FBD-B843-E9EF1CEB227C}"/>
              </a:ext>
            </a:extLst>
          </p:cNvPr>
          <p:cNvSpPr>
            <a:spLocks xmlns:a="http://schemas.openxmlformats.org/drawingml/2006/main" noGrp="1"/>
          </p:cNvSpPr>
          <p:nvPr/>
        </p:nvSpPr>
        <p:spPr>
          <a:xfrm xmlns:a="http://schemas.openxmlformats.org/drawingml/2006/main">
            <a:off x="4876800" y="0"/>
            <a:ext cx="2438400" cy="66675"/>
          </a:xfrm>
          <a:prstGeom xmlns:a="http://schemas.openxmlformats.org/drawingml/2006/main" prst="rect">
            <a:avLst/>
          </a:prstGeom>
          <a:solidFill xmlns:a="http://schemas.openxmlformats.org/drawingml/2006/main">
            <a:srgbClr val="FFC92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5A3158A-9706-447F-8326-361956D59C17}"/>
              </a:ext>
            </a:extLst>
          </p:cNvPr>
          <p:cNvSpPr>
            <a:spLocks xmlns:a="http://schemas.openxmlformats.org/drawingml/2006/main" noGrp="1"/>
          </p:cNvSpPr>
          <p:nvPr/>
        </p:nvSpPr>
        <p:spPr>
          <a:xfrm xmlns:a="http://schemas.openxmlformats.org/drawingml/2006/main">
            <a:off x="7315200" y="0"/>
            <a:ext cx="2438400" cy="66675"/>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F634AA8B-1D09-4D2E-A4FA-CDD64B0203B1}"/>
              </a:ext>
            </a:extLst>
          </p:cNvPr>
          <p:cNvSpPr>
            <a:spLocks xmlns:a="http://schemas.openxmlformats.org/drawingml/2006/main" noGrp="1"/>
          </p:cNvSpPr>
          <p:nvPr/>
        </p:nvSpPr>
        <p:spPr>
          <a:xfrm xmlns:a="http://schemas.openxmlformats.org/drawingml/2006/main">
            <a:off x="9753600" y="0"/>
            <a:ext cx="2438400" cy="66675"/>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604CB34A-E51C-4F2D-B65E-A9AA54B65637}"/>
              </a:ext>
            </a:extLst>
          </p:cNvPr>
          <p:cNvSpPr>
            <a:spLocks xmlns:a="http://schemas.openxmlformats.org/drawingml/2006/main" noGrp="1"/>
          </p:cNvSpPr>
          <p:nvPr/>
        </p:nvSpPr>
        <p:spPr>
          <a:xfrm xmlns:a="http://schemas.openxmlformats.org/drawingml/2006/main">
            <a:off x="609600" y="26670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FFC928"/>
                </a:solidFill>
                <a:latin typeface="Avenir Next"/>
                <a:ea typeface="Avenir Next"/>
                <a:cs typeface="Avenir Next"/>
              </a:defRPr>
            </a:pPr>
            <a:r>
              <a:rPr sz="825" b="1" i="0">
                <a:solidFill>
                  <a:srgbClr val="FFC928"/>
                </a:solidFill>
                <a:latin typeface="Avenir Next"/>
                <a:ea typeface="Avenir Next"/>
                <a:cs typeface="Avenir Next"/>
              </a:rPr>
              <a:t>SEMANA 02</a:t>
            </a:r>
          </a:p>
        </p:txBody>
      </p:sp>
      <p:sp>
        <p:nvSpPr>
          <p:cNvPr id="7" name="">
            <a:extLst xmlns:a="http://schemas.openxmlformats.org/drawingml/2006/main">
              <a:ext uri="{FF2B5EF4-FFF2-40B4-BE49-F238E27FC236}">
                <a16:creationId xmlns:a16="http://schemas.microsoft.com/office/drawing/2014/main" id="{0F34D024-102E-47A9-A51B-F3D3A609AC5A}"/>
              </a:ext>
            </a:extLst>
          </p:cNvPr>
          <p:cNvSpPr>
            <a:spLocks xmlns:a="http://schemas.openxmlformats.org/drawingml/2006/main" noGrp="1"/>
          </p:cNvSpPr>
          <p:nvPr/>
        </p:nvSpPr>
        <p:spPr>
          <a:xfrm xmlns:a="http://schemas.openxmlformats.org/drawingml/2006/main">
            <a:off x="11239500" y="6505575"/>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750" b="1" i="0">
                <a:solidFill>
                  <a:srgbClr val="FFFFFF">
                    <a:alpha val="52000"/>
                  </a:srgbClr>
                </a:solidFill>
                <a:latin typeface="Avenir Next"/>
                <a:ea typeface="Avenir Next"/>
                <a:cs typeface="Avenir Next"/>
              </a:defRPr>
            </a:pPr>
            <a:r>
              <a:rPr sz="750" b="1" i="0">
                <a:solidFill>
                  <a:srgbClr val="FFFFFF">
                    <a:alpha val="52000"/>
                  </a:srgbClr>
                </a:solidFill>
                <a:latin typeface="Avenir Next"/>
                <a:ea typeface="Avenir Next"/>
                <a:cs typeface="Avenir Next"/>
              </a:rPr>
              <a:t>47</a:t>
            </a:r>
          </a:p>
        </p:txBody>
      </p:sp>
      <p:sp>
        <p:nvSpPr>
          <p:cNvPr id="8" name="">
            <a:extLst xmlns:a="http://schemas.openxmlformats.org/drawingml/2006/main">
              <a:ext uri="{FF2B5EF4-FFF2-40B4-BE49-F238E27FC236}">
                <a16:creationId xmlns:a16="http://schemas.microsoft.com/office/drawing/2014/main" id="{6E898045-591F-4262-9288-C11A2CA40A3F}"/>
              </a:ext>
            </a:extLst>
          </p:cNvPr>
          <p:cNvSpPr>
            <a:spLocks xmlns:a="http://schemas.openxmlformats.org/drawingml/2006/main" noGrp="1"/>
          </p:cNvSpPr>
          <p:nvPr/>
        </p:nvSpPr>
        <p:spPr>
          <a:xfrm xmlns:a="http://schemas.openxmlformats.org/drawingml/2006/main">
            <a:off x="0" y="66675"/>
            <a:ext cx="1504950" cy="6791325"/>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2352875D-1576-4C14-AA63-4044399ED499}"/>
              </a:ext>
            </a:extLst>
          </p:cNvPr>
          <p:cNvSpPr>
            <a:spLocks xmlns:a="http://schemas.openxmlformats.org/drawingml/2006/main" noGrp="1"/>
          </p:cNvSpPr>
          <p:nvPr/>
        </p:nvSpPr>
        <p:spPr>
          <a:xfrm xmlns:a="http://schemas.openxmlformats.org/drawingml/2006/main">
            <a:off x="190500" y="110490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941"/>
          </a:bodyPr>
          <a:lstStyle xmlns:a="http://schemas.openxmlformats.org/drawingml/2006/main"/>
          <a:p xmlns:a="http://schemas.openxmlformats.org/drawingml/2006/main">
            <a:pPr algn="ctr">
              <a:lnSpc>
                <a:spcPct val="105000"/>
              </a:lnSpc>
              <a:buNone/>
              <a:defRPr sz="2025" b="1" i="0">
                <a:solidFill>
                  <a:srgbClr val="FFFFFF"/>
                </a:solidFill>
                <a:latin typeface="DIN Condensed"/>
                <a:ea typeface="DIN Condensed"/>
                <a:cs typeface="DIN Condensed"/>
              </a:defRPr>
            </a:pPr>
            <a:r>
              <a:rPr sz="2025" b="1" i="0">
                <a:solidFill>
                  <a:srgbClr val="FFFFFF"/>
                </a:solidFill>
                <a:latin typeface="DIN Condensed"/>
                <a:ea typeface="DIN Condensed"/>
                <a:cs typeface="DIN Condensed"/>
              </a:rPr>
              <a:t>SEMANA</a:t>
            </a:r>
          </a:p>
        </p:txBody>
      </p:sp>
      <p:sp>
        <p:nvSpPr>
          <p:cNvPr id="10" name="">
            <a:extLst xmlns:a="http://schemas.openxmlformats.org/drawingml/2006/main">
              <a:ext uri="{FF2B5EF4-FFF2-40B4-BE49-F238E27FC236}">
                <a16:creationId xmlns:a16="http://schemas.microsoft.com/office/drawing/2014/main" id="{974F6A49-AED0-4C82-A948-C79168D9EE37}"/>
              </a:ext>
            </a:extLst>
          </p:cNvPr>
          <p:cNvSpPr>
            <a:spLocks xmlns:a="http://schemas.openxmlformats.org/drawingml/2006/main" noGrp="1"/>
          </p:cNvSpPr>
          <p:nvPr/>
        </p:nvSpPr>
        <p:spPr>
          <a:xfrm xmlns:a="http://schemas.openxmlformats.org/drawingml/2006/main">
            <a:off x="190500" y="1504950"/>
            <a:ext cx="1143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84000"/>
              </a:lnSpc>
              <a:buNone/>
              <a:defRPr sz="4950" b="1" i="0">
                <a:solidFill>
                  <a:srgbClr val="FFFFFF"/>
                </a:solidFill>
                <a:latin typeface="DIN Condensed"/>
                <a:ea typeface="DIN Condensed"/>
                <a:cs typeface="DIN Condensed"/>
              </a:defRPr>
            </a:pPr>
            <a:r>
              <a:rPr sz="4950" b="1" i="0">
                <a:solidFill>
                  <a:srgbClr val="FFFFFF"/>
                </a:solidFill>
                <a:latin typeface="DIN Condensed"/>
                <a:ea typeface="DIN Condensed"/>
                <a:cs typeface="DIN Condensed"/>
              </a:rPr>
              <a:t>02</a:t>
            </a:r>
          </a:p>
        </p:txBody>
      </p:sp>
      <p:sp>
        <p:nvSpPr>
          <p:cNvPr id="11" name="">
            <a:extLst xmlns:a="http://schemas.openxmlformats.org/drawingml/2006/main">
              <a:ext uri="{FF2B5EF4-FFF2-40B4-BE49-F238E27FC236}">
                <a16:creationId xmlns:a16="http://schemas.microsoft.com/office/drawing/2014/main" id="{9E2C77F5-253D-4594-B620-9D9795D681BD}"/>
              </a:ext>
            </a:extLst>
          </p:cNvPr>
          <p:cNvSpPr>
            <a:spLocks xmlns:a="http://schemas.openxmlformats.org/drawingml/2006/main" noGrp="1"/>
          </p:cNvSpPr>
          <p:nvPr/>
        </p:nvSpPr>
        <p:spPr>
          <a:xfrm xmlns:a="http://schemas.openxmlformats.org/drawingml/2006/main">
            <a:off x="190500" y="2590800"/>
            <a:ext cx="114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31 AGO–6 SEP</a:t>
            </a:r>
          </a:p>
        </p:txBody>
      </p:sp>
      <p:sp>
        <p:nvSpPr>
          <p:cNvPr id="12" name="">
            <a:extLst xmlns:a="http://schemas.openxmlformats.org/drawingml/2006/main">
              <a:ext uri="{FF2B5EF4-FFF2-40B4-BE49-F238E27FC236}">
                <a16:creationId xmlns:a16="http://schemas.microsoft.com/office/drawing/2014/main" id="{BB221718-1D29-4726-BCF6-ACD097B8D7F2}"/>
              </a:ext>
            </a:extLst>
          </p:cNvPr>
          <p:cNvSpPr>
            <a:spLocks xmlns:a="http://schemas.openxmlformats.org/drawingml/2006/main" noGrp="1"/>
          </p:cNvSpPr>
          <p:nvPr/>
        </p:nvSpPr>
        <p:spPr>
          <a:xfrm xmlns:a="http://schemas.openxmlformats.org/drawingml/2006/main">
            <a:off x="1809750" y="609600"/>
            <a:ext cx="9334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4050" b="1" i="0">
                <a:solidFill>
                  <a:srgbClr val="FFFFFF"/>
                </a:solidFill>
                <a:latin typeface="DIN Condensed"/>
                <a:ea typeface="DIN Condensed"/>
                <a:cs typeface="DIN Condensed"/>
              </a:defRPr>
            </a:pPr>
            <a:r>
              <a:rPr sz="4050" b="1" i="0">
                <a:solidFill>
                  <a:srgbClr val="FFFFFF"/>
                </a:solidFill>
                <a:latin typeface="DIN Condensed"/>
                <a:ea typeface="DIN Condensed"/>
                <a:cs typeface="DIN Condensed"/>
              </a:rPr>
              <a:t>LANZAR LA LLAMADA</a:t>
            </a:r>
          </a:p>
        </p:txBody>
      </p:sp>
      <p:sp>
        <p:nvSpPr>
          <p:cNvPr id="13" name="">
            <a:extLst xmlns:a="http://schemas.openxmlformats.org/drawingml/2006/main">
              <a:ext uri="{FF2B5EF4-FFF2-40B4-BE49-F238E27FC236}">
                <a16:creationId xmlns:a16="http://schemas.microsoft.com/office/drawing/2014/main" id="{17813DC9-A170-452D-923C-4A4E5EFCD0C7}"/>
              </a:ext>
            </a:extLst>
          </p:cNvPr>
          <p:cNvSpPr>
            <a:spLocks xmlns:a="http://schemas.openxmlformats.org/drawingml/2006/main" noGrp="1"/>
          </p:cNvSpPr>
          <p:nvPr/>
        </p:nvSpPr>
        <p:spPr>
          <a:xfrm xmlns:a="http://schemas.openxmlformats.org/drawingml/2006/main">
            <a:off x="1809750" y="1428750"/>
            <a:ext cx="952500" cy="66675"/>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0975E632-246A-43CE-B674-68DAC640672C}"/>
              </a:ext>
            </a:extLst>
          </p:cNvPr>
          <p:cNvSpPr>
            <a:spLocks xmlns:a="http://schemas.openxmlformats.org/drawingml/2006/main" noGrp="1"/>
          </p:cNvSpPr>
          <p:nvPr/>
        </p:nvSpPr>
        <p:spPr>
          <a:xfrm xmlns:a="http://schemas.openxmlformats.org/drawingml/2006/main">
            <a:off x="1809750" y="1809750"/>
            <a:ext cx="2952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FF6A1A"/>
                </a:solidFill>
                <a:latin typeface="Avenir Next"/>
                <a:ea typeface="Avenir Next"/>
                <a:cs typeface="Avenir Next"/>
              </a:defRPr>
            </a:pPr>
            <a:r>
              <a:rPr sz="825" b="1" i="0">
                <a:solidFill>
                  <a:srgbClr val="FF6A1A"/>
                </a:solidFill>
                <a:latin typeface="Avenir Next"/>
                <a:ea typeface="Avenir Next"/>
                <a:cs typeface="Avenir Next"/>
              </a:rPr>
              <a:t>LO QUE VE Y SIENTE EL PÚBLICO</a:t>
            </a:r>
          </a:p>
        </p:txBody>
      </p:sp>
      <p:sp>
        <p:nvSpPr>
          <p:cNvPr id="15" name="">
            <a:extLst xmlns:a="http://schemas.openxmlformats.org/drawingml/2006/main">
              <a:ext uri="{FF2B5EF4-FFF2-40B4-BE49-F238E27FC236}">
                <a16:creationId xmlns:a16="http://schemas.microsoft.com/office/drawing/2014/main" id="{02B74182-BC87-4644-98C0-71D86A6EFA29}"/>
              </a:ext>
            </a:extLst>
          </p:cNvPr>
          <p:cNvSpPr>
            <a:spLocks xmlns:a="http://schemas.openxmlformats.org/drawingml/2006/main" noGrp="1"/>
          </p:cNvSpPr>
          <p:nvPr/>
        </p:nvSpPr>
        <p:spPr>
          <a:xfrm xmlns:a="http://schemas.openxmlformats.org/drawingml/2006/main">
            <a:off x="1809750" y="2190750"/>
            <a:ext cx="295275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8000"/>
              </a:lnSpc>
              <a:buNone/>
              <a:defRPr sz="1275" b="0" i="0">
                <a:solidFill>
                  <a:srgbClr val="FFFFFF"/>
                </a:solidFill>
                <a:latin typeface="Avenir Next"/>
                <a:ea typeface="Avenir Next"/>
                <a:cs typeface="Avenir Next"/>
              </a:defRPr>
            </a:pPr>
            <a:r>
              <a:rPr sz="1275" b="0" i="0">
                <a:solidFill>
                  <a:srgbClr val="FFFFFF"/>
                </a:solidFill>
                <a:latin typeface="Avenir Next"/>
                <a:ea typeface="Avenir Next"/>
                <a:cs typeface="Avenir Next"/>
              </a:rPr>
              <a:t>— película Nos llama + video corto Volver</a:t>
            </a:r>
          </a:p>
          <a:p xmlns:a="http://schemas.openxmlformats.org/drawingml/2006/main">
            <a:pPr algn="l">
              <a:lnSpc>
                <a:spcPct val="118000"/>
              </a:lnSpc>
              <a:buNone/>
              <a:defRPr sz="1275" b="0" i="0">
                <a:solidFill>
                  <a:srgbClr val="FFFFFF"/>
                </a:solidFill>
                <a:latin typeface="Avenir Next"/>
                <a:ea typeface="Avenir Next"/>
                <a:cs typeface="Avenir Next"/>
              </a:defRPr>
            </a:pPr>
            <a:r>
              <a:rPr sz="1275" b="0" i="0">
                <a:solidFill>
                  <a:srgbClr val="FFFFFF"/>
                </a:solidFill>
                <a:latin typeface="Avenir Next"/>
                <a:ea typeface="Avenir Next"/>
                <a:cs typeface="Avenir Next"/>
              </a:rPr>
              <a:t>— Guardianes del Recuerdo: postula una historia</a:t>
            </a:r>
          </a:p>
          <a:p xmlns:a="http://schemas.openxmlformats.org/drawingml/2006/main">
            <a:pPr algn="l">
              <a:lnSpc>
                <a:spcPct val="118000"/>
              </a:lnSpc>
              <a:buNone/>
              <a:defRPr sz="1275" b="0" i="0">
                <a:solidFill>
                  <a:srgbClr val="FFFFFF"/>
                </a:solidFill>
                <a:latin typeface="Avenir Next"/>
                <a:ea typeface="Avenir Next"/>
                <a:cs typeface="Avenir Next"/>
              </a:defRPr>
            </a:pPr>
            <a:r>
              <a:rPr sz="1275" b="0" i="0">
                <a:solidFill>
                  <a:srgbClr val="FFFFFF"/>
                </a:solidFill>
                <a:latin typeface="Avenir Next"/>
                <a:ea typeface="Avenir Next"/>
                <a:cs typeface="Avenir Next"/>
              </a:rPr>
              <a:t>— abrir Rostros de Finados 2026 desde el 3 SEP</a:t>
            </a:r>
          </a:p>
        </p:txBody>
      </p:sp>
      <p:sp>
        <p:nvSpPr>
          <p:cNvPr id="16" name="">
            <a:extLst xmlns:a="http://schemas.openxmlformats.org/drawingml/2006/main">
              <a:ext uri="{FF2B5EF4-FFF2-40B4-BE49-F238E27FC236}">
                <a16:creationId xmlns:a16="http://schemas.microsoft.com/office/drawing/2014/main" id="{ADECFA72-D59F-4DAC-B995-7D4A7D236BA1}"/>
              </a:ext>
            </a:extLst>
          </p:cNvPr>
          <p:cNvSpPr>
            <a:spLocks xmlns:a="http://schemas.openxmlformats.org/drawingml/2006/main" noGrp="1"/>
          </p:cNvSpPr>
          <p:nvPr/>
        </p:nvSpPr>
        <p:spPr>
          <a:xfrm xmlns:a="http://schemas.openxmlformats.org/drawingml/2006/main">
            <a:off x="4953000" y="1809750"/>
            <a:ext cx="28575" cy="0"/>
          </a:xfrm>
          <a:prstGeom xmlns:a="http://schemas.openxmlformats.org/drawingml/2006/main" prst="rect">
            <a:avLst/>
          </a:prstGeom>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45319F70-EBB4-4B4A-A543-2BAD396A0A6E}"/>
              </a:ext>
            </a:extLst>
          </p:cNvPr>
          <p:cNvSpPr>
            <a:spLocks xmlns:a="http://schemas.openxmlformats.org/drawingml/2006/main" noGrp="1"/>
          </p:cNvSpPr>
          <p:nvPr/>
        </p:nvSpPr>
        <p:spPr>
          <a:xfrm xmlns:a="http://schemas.openxmlformats.org/drawingml/2006/main">
            <a:off x="5276850" y="18097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FF6A1A"/>
                </a:solidFill>
                <a:latin typeface="Avenir Next"/>
                <a:ea typeface="Avenir Next"/>
                <a:cs typeface="Avenir Next"/>
              </a:defRPr>
            </a:pPr>
            <a:r>
              <a:rPr sz="825" b="1" i="0">
                <a:solidFill>
                  <a:srgbClr val="FF6A1A"/>
                </a:solidFill>
                <a:latin typeface="Avenir Next"/>
                <a:ea typeface="Avenir Next"/>
                <a:cs typeface="Avenir Next"/>
              </a:rPr>
              <a:t>ENTREGABLES DE LA SEMANA</a:t>
            </a:r>
          </a:p>
        </p:txBody>
      </p:sp>
      <p:sp>
        <p:nvSpPr>
          <p:cNvPr id="18" name="">
            <a:extLst xmlns:a="http://schemas.openxmlformats.org/drawingml/2006/main">
              <a:ext uri="{FF2B5EF4-FFF2-40B4-BE49-F238E27FC236}">
                <a16:creationId xmlns:a16="http://schemas.microsoft.com/office/drawing/2014/main" id="{3CE4E0E5-6BC9-4E27-A56C-9503FEB1B895}"/>
              </a:ext>
            </a:extLst>
          </p:cNvPr>
          <p:cNvSpPr>
            <a:spLocks xmlns:a="http://schemas.openxmlformats.org/drawingml/2006/main" noGrp="1"/>
          </p:cNvSpPr>
          <p:nvPr/>
        </p:nvSpPr>
        <p:spPr>
          <a:xfrm xmlns:a="http://schemas.openxmlformats.org/drawingml/2006/main">
            <a:off x="5276850" y="2190750"/>
            <a:ext cx="285750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8000"/>
              </a:lnSpc>
              <a:buNone/>
              <a:defRPr sz="1275" b="1" i="0">
                <a:solidFill>
                  <a:srgbClr val="FFFFFF"/>
                </a:solidFill>
                <a:latin typeface="Avenir Next"/>
                <a:ea typeface="Avenir Next"/>
                <a:cs typeface="Avenir Next"/>
              </a:defRPr>
            </a:pPr>
            <a:r>
              <a:rPr sz="1275" b="1" i="0">
                <a:solidFill>
                  <a:srgbClr val="FFFFFF"/>
                </a:solidFill>
                <a:latin typeface="Avenir Next"/>
                <a:ea typeface="Avenir Next"/>
                <a:cs typeface="Avenir Next"/>
              </a:rPr>
              <a:t>— paquete 60/30/15/6 s</a:t>
            </a:r>
          </a:p>
          <a:p xmlns:a="http://schemas.openxmlformats.org/drawingml/2006/main">
            <a:pPr algn="l">
              <a:lnSpc>
                <a:spcPct val="118000"/>
              </a:lnSpc>
              <a:buNone/>
              <a:defRPr sz="1275" b="1" i="0">
                <a:solidFill>
                  <a:srgbClr val="FFFFFF"/>
                </a:solidFill>
                <a:latin typeface="Avenir Next"/>
                <a:ea typeface="Avenir Next"/>
                <a:cs typeface="Avenir Next"/>
              </a:defRPr>
            </a:pPr>
            <a:r>
              <a:rPr sz="1275" b="1" i="0">
                <a:solidFill>
                  <a:srgbClr val="FFFFFF"/>
                </a:solidFill>
                <a:latin typeface="Avenir Next"/>
                <a:ea typeface="Avenir Next"/>
                <a:cs typeface="Avenir Next"/>
              </a:rPr>
              <a:t>— formulario y consentimientos</a:t>
            </a:r>
          </a:p>
          <a:p xmlns:a="http://schemas.openxmlformats.org/drawingml/2006/main">
            <a:pPr algn="l">
              <a:lnSpc>
                <a:spcPct val="118000"/>
              </a:lnSpc>
              <a:buNone/>
              <a:defRPr sz="1275" b="1" i="0">
                <a:solidFill>
                  <a:srgbClr val="FFFFFF"/>
                </a:solidFill>
                <a:latin typeface="Avenir Next"/>
                <a:ea typeface="Avenir Next"/>
                <a:cs typeface="Avenir Next"/>
              </a:defRPr>
            </a:pPr>
            <a:r>
              <a:rPr sz="1275" b="1" i="0">
                <a:solidFill>
                  <a:srgbClr val="FFFFFF"/>
                </a:solidFill>
                <a:latin typeface="Avenir Next"/>
                <a:ea typeface="Avenir Next"/>
                <a:cs typeface="Avenir Next"/>
              </a:rPr>
              <a:t>— bases de embajadores + moderación</a:t>
            </a:r>
          </a:p>
          <a:p xmlns:a="http://schemas.openxmlformats.org/drawingml/2006/main">
            <a:pPr algn="l">
              <a:lnSpc>
                <a:spcPct val="118000"/>
              </a:lnSpc>
              <a:buNone/>
              <a:defRPr sz="1275" b="1" i="0">
                <a:solidFill>
                  <a:srgbClr val="FFFFFF"/>
                </a:solidFill>
                <a:latin typeface="Avenir Next"/>
                <a:ea typeface="Avenir Next"/>
                <a:cs typeface="Avenir Next"/>
              </a:defRPr>
            </a:pPr>
            <a:r>
              <a:rPr sz="1275" b="1" i="0">
                <a:solidFill>
                  <a:srgbClr val="FFFFFF"/>
                </a:solidFill>
                <a:latin typeface="Avenir Next"/>
                <a:ea typeface="Avenir Next"/>
                <a:cs typeface="Avenir Next"/>
              </a:rPr>
              <a:t>— mapa base e inventario de puntos</a:t>
            </a:r>
          </a:p>
        </p:txBody>
      </p:sp>
      <p:sp>
        <p:nvSpPr>
          <p:cNvPr id="19" name="">
            <a:extLst xmlns:a="http://schemas.openxmlformats.org/drawingml/2006/main">
              <a:ext uri="{FF2B5EF4-FFF2-40B4-BE49-F238E27FC236}">
                <a16:creationId xmlns:a16="http://schemas.microsoft.com/office/drawing/2014/main" id="{9DF0F717-CF57-441B-B692-C038D571634C}"/>
              </a:ext>
            </a:extLst>
          </p:cNvPr>
          <p:cNvSpPr>
            <a:spLocks xmlns:a="http://schemas.openxmlformats.org/drawingml/2006/main" noGrp="1"/>
          </p:cNvSpPr>
          <p:nvPr/>
        </p:nvSpPr>
        <p:spPr>
          <a:xfrm xmlns:a="http://schemas.openxmlformats.org/drawingml/2006/main">
            <a:off x="8362950" y="1809750"/>
            <a:ext cx="28575" cy="0"/>
          </a:xfrm>
          <a:prstGeom xmlns:a="http://schemas.openxmlformats.org/drawingml/2006/main" prst="rect">
            <a:avLst/>
          </a:prstGeom>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822049CC-7AB4-4FF3-9398-1E71A24E0366}"/>
              </a:ext>
            </a:extLst>
          </p:cNvPr>
          <p:cNvSpPr>
            <a:spLocks xmlns:a="http://schemas.openxmlformats.org/drawingml/2006/main" noGrp="1"/>
          </p:cNvSpPr>
          <p:nvPr/>
        </p:nvSpPr>
        <p:spPr>
          <a:xfrm xmlns:a="http://schemas.openxmlformats.org/drawingml/2006/main">
            <a:off x="8667750" y="18097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FF6A1A"/>
                </a:solidFill>
                <a:latin typeface="Avenir Next"/>
                <a:ea typeface="Avenir Next"/>
                <a:cs typeface="Avenir Next"/>
              </a:defRPr>
            </a:pPr>
            <a:r>
              <a:rPr sz="825" b="1" i="0">
                <a:solidFill>
                  <a:srgbClr val="FF6A1A"/>
                </a:solidFill>
                <a:latin typeface="Avenir Next"/>
                <a:ea typeface="Avenir Next"/>
                <a:cs typeface="Avenir Next"/>
              </a:rPr>
              <a:t>CONEXIONES QUE LA HABILITAN</a:t>
            </a:r>
          </a:p>
        </p:txBody>
      </p:sp>
      <p:sp>
        <p:nvSpPr>
          <p:cNvPr id="21" name="">
            <a:extLst xmlns:a="http://schemas.openxmlformats.org/drawingml/2006/main">
              <a:ext uri="{FF2B5EF4-FFF2-40B4-BE49-F238E27FC236}">
                <a16:creationId xmlns:a16="http://schemas.microsoft.com/office/drawing/2014/main" id="{5106ED76-4FDA-4FF4-8CB9-2E983725AB09}"/>
              </a:ext>
            </a:extLst>
          </p:cNvPr>
          <p:cNvSpPr>
            <a:spLocks xmlns:a="http://schemas.openxmlformats.org/drawingml/2006/main" noGrp="1"/>
          </p:cNvSpPr>
          <p:nvPr/>
        </p:nvSpPr>
        <p:spPr>
          <a:xfrm xmlns:a="http://schemas.openxmlformats.org/drawingml/2006/main">
            <a:off x="8667750" y="2190750"/>
            <a:ext cx="2857500" cy="2667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7000"/>
              </a:lnSpc>
              <a:buNone/>
              <a:defRPr sz="1125" b="0" i="0">
                <a:solidFill>
                  <a:srgbClr val="FFFFFF">
                    <a:alpha val="72000"/>
                  </a:srgbClr>
                </a:solidFill>
                <a:latin typeface="Avenir Next"/>
                <a:ea typeface="Avenir Next"/>
                <a:cs typeface="Avenir Next"/>
              </a:defRPr>
            </a:pPr>
            <a:r>
              <a:rPr sz="1125" b="0" i="0">
                <a:solidFill>
                  <a:srgbClr val="FFFFFF">
                    <a:alpha val="72000"/>
                  </a:srgbClr>
                </a:solidFill>
                <a:latin typeface="Avenir Next"/>
                <a:ea typeface="Avenir Next"/>
                <a:cs typeface="Avenir Next"/>
              </a:rPr>
              <a:t>— Archivo/derechos habilita edición</a:t>
            </a:r>
          </a:p>
          <a:p xmlns:a="http://schemas.openxmlformats.org/drawingml/2006/main">
            <a:pPr algn="l">
              <a:lnSpc>
                <a:spcPct val="117000"/>
              </a:lnSpc>
              <a:buNone/>
              <a:defRPr sz="1125" b="0" i="0">
                <a:solidFill>
                  <a:srgbClr val="FFFFFF">
                    <a:alpha val="72000"/>
                  </a:srgbClr>
                </a:solidFill>
                <a:latin typeface="Avenir Next"/>
                <a:ea typeface="Avenir Next"/>
                <a:cs typeface="Avenir Next"/>
              </a:defRPr>
            </a:pPr>
            <a:r>
              <a:rPr sz="1125" b="0" i="0">
                <a:solidFill>
                  <a:srgbClr val="FFFFFF">
                    <a:alpha val="72000"/>
                  </a:srgbClr>
                </a:solidFill>
                <a:latin typeface="Avenir Next"/>
                <a:ea typeface="Avenir Next"/>
                <a:cs typeface="Avenir Next"/>
              </a:rPr>
              <a:t>— Comunidad protege datos</a:t>
            </a:r>
          </a:p>
          <a:p xmlns:a="http://schemas.openxmlformats.org/drawingml/2006/main">
            <a:pPr algn="l">
              <a:lnSpc>
                <a:spcPct val="117000"/>
              </a:lnSpc>
              <a:buNone/>
              <a:defRPr sz="1125" b="0" i="0">
                <a:solidFill>
                  <a:srgbClr val="FFFFFF">
                    <a:alpha val="72000"/>
                  </a:srgbClr>
                </a:solidFill>
                <a:latin typeface="Avenir Next"/>
                <a:ea typeface="Avenir Next"/>
                <a:cs typeface="Avenir Next"/>
              </a:defRPr>
            </a:pPr>
            <a:r>
              <a:rPr sz="1125" b="0" i="0">
                <a:solidFill>
                  <a:srgbClr val="FFFFFF">
                    <a:alpha val="72000"/>
                  </a:srgbClr>
                </a:solidFill>
                <a:latin typeface="Avenir Next"/>
                <a:ea typeface="Avenir Next"/>
                <a:cs typeface="Avenir Next"/>
              </a:rPr>
              <a:t>— Relaciones Públicas prepara información factual</a:t>
            </a:r>
          </a:p>
          <a:p xmlns:a="http://schemas.openxmlformats.org/drawingml/2006/main">
            <a:pPr algn="l">
              <a:lnSpc>
                <a:spcPct val="117000"/>
              </a:lnSpc>
              <a:buNone/>
              <a:defRPr sz="1125" b="0" i="0">
                <a:solidFill>
                  <a:srgbClr val="FFFFFF">
                    <a:alpha val="72000"/>
                  </a:srgbClr>
                </a:solidFill>
                <a:latin typeface="Avenir Next"/>
                <a:ea typeface="Avenir Next"/>
                <a:cs typeface="Avenir Next"/>
              </a:defRPr>
            </a:pPr>
            <a:r>
              <a:rPr sz="1125" b="0" i="0">
                <a:solidFill>
                  <a:srgbClr val="FFFFFF">
                    <a:alpha val="72000"/>
                  </a:srgbClr>
                </a:solidFill>
                <a:latin typeface="Avenir Next"/>
                <a:ea typeface="Avenir Next"/>
                <a:cs typeface="Avenir Next"/>
              </a:rPr>
              <a:t>— Tecnología recibe plano</a:t>
            </a:r>
          </a:p>
        </p:txBody>
      </p:sp>
      <p:sp>
        <p:nvSpPr>
          <p:cNvPr id="22" name="">
            <a:extLst xmlns:a="http://schemas.openxmlformats.org/drawingml/2006/main">
              <a:ext uri="{FF2B5EF4-FFF2-40B4-BE49-F238E27FC236}">
                <a16:creationId xmlns:a16="http://schemas.microsoft.com/office/drawing/2014/main" id="{8AB4070D-AC9F-440D-9C72-F16760BE2024}"/>
              </a:ext>
            </a:extLst>
          </p:cNvPr>
          <p:cNvSpPr>
            <a:spLocks xmlns:a="http://schemas.openxmlformats.org/drawingml/2006/main" noGrp="1"/>
          </p:cNvSpPr>
          <p:nvPr/>
        </p:nvSpPr>
        <p:spPr>
          <a:xfrm xmlns:a="http://schemas.openxmlformats.org/drawingml/2006/main">
            <a:off x="1809750" y="5562600"/>
            <a:ext cx="9715500" cy="628650"/>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E08FF544-1E70-42C8-BDE1-F93273BD1DA9}"/>
              </a:ext>
            </a:extLst>
          </p:cNvPr>
          <p:cNvSpPr>
            <a:spLocks xmlns:a="http://schemas.openxmlformats.org/drawingml/2006/main" noGrp="1"/>
          </p:cNvSpPr>
          <p:nvPr/>
        </p:nvSpPr>
        <p:spPr>
          <a:xfrm xmlns:a="http://schemas.openxmlformats.org/drawingml/2006/main">
            <a:off x="2019300" y="5753100"/>
            <a:ext cx="9296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2 SEP: RELATO + DERECHOS + FORMULARIOS + PREMIOS. SIN GATE, SE ITERA.</a:t>
            </a:r>
          </a:p>
        </p:txBody>
      </p:sp>
      <p:sp>
        <p:nvSpPr>
          <p:cNvPr id="24" name="">
            <a:extLst xmlns:a="http://schemas.openxmlformats.org/drawingml/2006/main">
              <a:ext uri="{FF2B5EF4-FFF2-40B4-BE49-F238E27FC236}">
                <a16:creationId xmlns:a16="http://schemas.microsoft.com/office/drawing/2014/main" id="{B2CB363B-E32D-40F2-A655-5EC26D659ADA}"/>
              </a:ext>
            </a:extLst>
          </p:cNvPr>
          <p:cNvSpPr>
            <a:spLocks xmlns:a="http://schemas.openxmlformats.org/drawingml/2006/main" noGrp="1"/>
          </p:cNvSpPr>
          <p:nvPr/>
        </p:nvSpPr>
        <p:spPr>
          <a:xfrm xmlns:a="http://schemas.openxmlformats.org/drawingml/2006/main">
            <a:off x="1809750" y="6534150"/>
            <a:ext cx="4762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675" b="1" i="0">
                <a:solidFill>
                  <a:srgbClr val="FFFFFF">
                    <a:alpha val="52000"/>
                  </a:srgbClr>
                </a:solidFill>
                <a:latin typeface="Avenir Next"/>
                <a:ea typeface="Avenir Next"/>
                <a:cs typeface="Avenir Next"/>
              </a:defRPr>
            </a:pPr>
            <a:r>
              <a:rPr sz="675" b="1" i="0">
                <a:solidFill>
                  <a:srgbClr val="FFFFFF">
                    <a:alpha val="52000"/>
                  </a:srgbClr>
                </a:solidFill>
                <a:latin typeface="Avenir Next"/>
                <a:ea typeface="Avenir Next"/>
                <a:cs typeface="Avenir Next"/>
              </a:rPr>
              <a:t>DOCUMENTO INTERNO · PROPUESTA EN REVISIÓN</a:t>
            </a:r>
          </a:p>
        </p:txBody>
      </p:sp>
    </p:spTree>
    <p:extLst>
      <p:ext uri="{BB962C8B-B14F-4D97-AF65-F5344CB8AC3E}">
        <p14:creationId xmlns:p14="http://schemas.microsoft.com/office/powerpoint/2010/main" val="1588642135"/>
      </p:ext>
    </p:extLst>
  </p:cSld>
</p:sld>
</file>

<file path=ppt/slides/slide48.xml><?xml version="1.0" encoding="utf-8"?>
<p:sld xmlns:p="http://schemas.openxmlformats.org/presentationml/2006/main">
  <p:cSld>
    <p:bg>
      <p:bgPr>
        <a:solidFill xmlns:a="http://schemas.openxmlformats.org/drawingml/2006/main">
          <a:srgbClr val="160A22"/>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F95CEDA2-AFFB-4403-9074-CC131912ECCF}"/>
              </a:ext>
            </a:extLst>
          </p:cNvPr>
          <p:cNvSpPr>
            <a:spLocks xmlns:a="http://schemas.openxmlformats.org/drawingml/2006/main" noGrp="1"/>
          </p:cNvSpPr>
          <p:nvPr/>
        </p:nvSpPr>
        <p:spPr>
          <a:xfrm xmlns:a="http://schemas.openxmlformats.org/drawingml/2006/main">
            <a:off x="0" y="0"/>
            <a:ext cx="2438400" cy="66675"/>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34AB21F-E982-49FA-ABE0-6B79C5E54DD5}"/>
              </a:ext>
            </a:extLst>
          </p:cNvPr>
          <p:cNvSpPr>
            <a:spLocks xmlns:a="http://schemas.openxmlformats.org/drawingml/2006/main" noGrp="1"/>
          </p:cNvSpPr>
          <p:nvPr/>
        </p:nvSpPr>
        <p:spPr>
          <a:xfrm xmlns:a="http://schemas.openxmlformats.org/drawingml/2006/main">
            <a:off x="2438400" y="0"/>
            <a:ext cx="2438400" cy="66675"/>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3444B498-6440-4A51-83EB-4A145C681419}"/>
              </a:ext>
            </a:extLst>
          </p:cNvPr>
          <p:cNvSpPr>
            <a:spLocks xmlns:a="http://schemas.openxmlformats.org/drawingml/2006/main" noGrp="1"/>
          </p:cNvSpPr>
          <p:nvPr/>
        </p:nvSpPr>
        <p:spPr>
          <a:xfrm xmlns:a="http://schemas.openxmlformats.org/drawingml/2006/main">
            <a:off x="4876800" y="0"/>
            <a:ext cx="2438400" cy="66675"/>
          </a:xfrm>
          <a:prstGeom xmlns:a="http://schemas.openxmlformats.org/drawingml/2006/main" prst="rect">
            <a:avLst/>
          </a:prstGeom>
          <a:solidFill xmlns:a="http://schemas.openxmlformats.org/drawingml/2006/main">
            <a:srgbClr val="FFC92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26E214B-5395-4786-B5AB-5B0651764DEA}"/>
              </a:ext>
            </a:extLst>
          </p:cNvPr>
          <p:cNvSpPr>
            <a:spLocks xmlns:a="http://schemas.openxmlformats.org/drawingml/2006/main" noGrp="1"/>
          </p:cNvSpPr>
          <p:nvPr/>
        </p:nvSpPr>
        <p:spPr>
          <a:xfrm xmlns:a="http://schemas.openxmlformats.org/drawingml/2006/main">
            <a:off x="7315200" y="0"/>
            <a:ext cx="2438400" cy="66675"/>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EA491160-3B67-4799-A29B-F45D05186B39}"/>
              </a:ext>
            </a:extLst>
          </p:cNvPr>
          <p:cNvSpPr>
            <a:spLocks xmlns:a="http://schemas.openxmlformats.org/drawingml/2006/main" noGrp="1"/>
          </p:cNvSpPr>
          <p:nvPr/>
        </p:nvSpPr>
        <p:spPr>
          <a:xfrm xmlns:a="http://schemas.openxmlformats.org/drawingml/2006/main">
            <a:off x="9753600" y="0"/>
            <a:ext cx="2438400" cy="66675"/>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70FC7A0A-B0F2-4DC5-959E-376D9D6297E8}"/>
              </a:ext>
            </a:extLst>
          </p:cNvPr>
          <p:cNvSpPr>
            <a:spLocks xmlns:a="http://schemas.openxmlformats.org/drawingml/2006/main" noGrp="1"/>
          </p:cNvSpPr>
          <p:nvPr/>
        </p:nvSpPr>
        <p:spPr>
          <a:xfrm xmlns:a="http://schemas.openxmlformats.org/drawingml/2006/main">
            <a:off x="609600" y="26670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FFC928"/>
                </a:solidFill>
                <a:latin typeface="Avenir Next"/>
                <a:ea typeface="Avenir Next"/>
                <a:cs typeface="Avenir Next"/>
              </a:defRPr>
            </a:pPr>
            <a:r>
              <a:rPr sz="825" b="1" i="0">
                <a:solidFill>
                  <a:srgbClr val="FFC928"/>
                </a:solidFill>
                <a:latin typeface="Avenir Next"/>
                <a:ea typeface="Avenir Next"/>
                <a:cs typeface="Avenir Next"/>
              </a:rPr>
              <a:t>SEMANA 03</a:t>
            </a:r>
          </a:p>
        </p:txBody>
      </p:sp>
      <p:sp>
        <p:nvSpPr>
          <p:cNvPr id="7" name="">
            <a:extLst xmlns:a="http://schemas.openxmlformats.org/drawingml/2006/main">
              <a:ext uri="{FF2B5EF4-FFF2-40B4-BE49-F238E27FC236}">
                <a16:creationId xmlns:a16="http://schemas.microsoft.com/office/drawing/2014/main" id="{00E4E319-703C-4416-8884-44E0EBA0753D}"/>
              </a:ext>
            </a:extLst>
          </p:cNvPr>
          <p:cNvSpPr>
            <a:spLocks xmlns:a="http://schemas.openxmlformats.org/drawingml/2006/main" noGrp="1"/>
          </p:cNvSpPr>
          <p:nvPr/>
        </p:nvSpPr>
        <p:spPr>
          <a:xfrm xmlns:a="http://schemas.openxmlformats.org/drawingml/2006/main">
            <a:off x="11239500" y="6505575"/>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750" b="1" i="0">
                <a:solidFill>
                  <a:srgbClr val="FFFFFF">
                    <a:alpha val="52000"/>
                  </a:srgbClr>
                </a:solidFill>
                <a:latin typeface="Avenir Next"/>
                <a:ea typeface="Avenir Next"/>
                <a:cs typeface="Avenir Next"/>
              </a:defRPr>
            </a:pPr>
            <a:r>
              <a:rPr sz="750" b="1" i="0">
                <a:solidFill>
                  <a:srgbClr val="FFFFFF">
                    <a:alpha val="52000"/>
                  </a:srgbClr>
                </a:solidFill>
                <a:latin typeface="Avenir Next"/>
                <a:ea typeface="Avenir Next"/>
                <a:cs typeface="Avenir Next"/>
              </a:rPr>
              <a:t>48</a:t>
            </a:r>
          </a:p>
        </p:txBody>
      </p:sp>
      <p:sp>
        <p:nvSpPr>
          <p:cNvPr id="8" name="">
            <a:extLst xmlns:a="http://schemas.openxmlformats.org/drawingml/2006/main">
              <a:ext uri="{FF2B5EF4-FFF2-40B4-BE49-F238E27FC236}">
                <a16:creationId xmlns:a16="http://schemas.microsoft.com/office/drawing/2014/main" id="{A1F85E8F-B291-49EC-92DD-059C289312A3}"/>
              </a:ext>
            </a:extLst>
          </p:cNvPr>
          <p:cNvSpPr>
            <a:spLocks xmlns:a="http://schemas.openxmlformats.org/drawingml/2006/main" noGrp="1"/>
          </p:cNvSpPr>
          <p:nvPr/>
        </p:nvSpPr>
        <p:spPr>
          <a:xfrm xmlns:a="http://schemas.openxmlformats.org/drawingml/2006/main">
            <a:off x="0" y="66675"/>
            <a:ext cx="1504950" cy="6791325"/>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75399833-C834-4E51-AC52-6E760D5329E7}"/>
              </a:ext>
            </a:extLst>
          </p:cNvPr>
          <p:cNvSpPr>
            <a:spLocks xmlns:a="http://schemas.openxmlformats.org/drawingml/2006/main" noGrp="1"/>
          </p:cNvSpPr>
          <p:nvPr/>
        </p:nvSpPr>
        <p:spPr>
          <a:xfrm xmlns:a="http://schemas.openxmlformats.org/drawingml/2006/main">
            <a:off x="190500" y="110490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941"/>
          </a:bodyPr>
          <a:lstStyle xmlns:a="http://schemas.openxmlformats.org/drawingml/2006/main"/>
          <a:p xmlns:a="http://schemas.openxmlformats.org/drawingml/2006/main">
            <a:pPr algn="ctr">
              <a:lnSpc>
                <a:spcPct val="105000"/>
              </a:lnSpc>
              <a:buNone/>
              <a:defRPr sz="2025" b="1" i="0">
                <a:solidFill>
                  <a:srgbClr val="FFFFFF"/>
                </a:solidFill>
                <a:latin typeface="DIN Condensed"/>
                <a:ea typeface="DIN Condensed"/>
                <a:cs typeface="DIN Condensed"/>
              </a:defRPr>
            </a:pPr>
            <a:r>
              <a:rPr sz="2025" b="1" i="0">
                <a:solidFill>
                  <a:srgbClr val="FFFFFF"/>
                </a:solidFill>
                <a:latin typeface="DIN Condensed"/>
                <a:ea typeface="DIN Condensed"/>
                <a:cs typeface="DIN Condensed"/>
              </a:rPr>
              <a:t>SEMANA</a:t>
            </a:r>
          </a:p>
        </p:txBody>
      </p:sp>
      <p:sp>
        <p:nvSpPr>
          <p:cNvPr id="10" name="">
            <a:extLst xmlns:a="http://schemas.openxmlformats.org/drawingml/2006/main">
              <a:ext uri="{FF2B5EF4-FFF2-40B4-BE49-F238E27FC236}">
                <a16:creationId xmlns:a16="http://schemas.microsoft.com/office/drawing/2014/main" id="{883A1EE1-D33E-48AC-9611-992E3B469741}"/>
              </a:ext>
            </a:extLst>
          </p:cNvPr>
          <p:cNvSpPr>
            <a:spLocks xmlns:a="http://schemas.openxmlformats.org/drawingml/2006/main" noGrp="1"/>
          </p:cNvSpPr>
          <p:nvPr/>
        </p:nvSpPr>
        <p:spPr>
          <a:xfrm xmlns:a="http://schemas.openxmlformats.org/drawingml/2006/main">
            <a:off x="190500" y="1504950"/>
            <a:ext cx="1143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84000"/>
              </a:lnSpc>
              <a:buNone/>
              <a:defRPr sz="4950" b="1" i="0">
                <a:solidFill>
                  <a:srgbClr val="FFFFFF"/>
                </a:solidFill>
                <a:latin typeface="DIN Condensed"/>
                <a:ea typeface="DIN Condensed"/>
                <a:cs typeface="DIN Condensed"/>
              </a:defRPr>
            </a:pPr>
            <a:r>
              <a:rPr sz="4950" b="1" i="0">
                <a:solidFill>
                  <a:srgbClr val="FFFFFF"/>
                </a:solidFill>
                <a:latin typeface="DIN Condensed"/>
                <a:ea typeface="DIN Condensed"/>
                <a:cs typeface="DIN Condensed"/>
              </a:rPr>
              <a:t>03</a:t>
            </a:r>
          </a:p>
        </p:txBody>
      </p:sp>
      <p:sp>
        <p:nvSpPr>
          <p:cNvPr id="11" name="">
            <a:extLst xmlns:a="http://schemas.openxmlformats.org/drawingml/2006/main">
              <a:ext uri="{FF2B5EF4-FFF2-40B4-BE49-F238E27FC236}">
                <a16:creationId xmlns:a16="http://schemas.microsoft.com/office/drawing/2014/main" id="{AB447FE8-7A2C-4E99-8B4D-9C1B7AC89FE1}"/>
              </a:ext>
            </a:extLst>
          </p:cNvPr>
          <p:cNvSpPr>
            <a:spLocks xmlns:a="http://schemas.openxmlformats.org/drawingml/2006/main" noGrp="1"/>
          </p:cNvSpPr>
          <p:nvPr/>
        </p:nvSpPr>
        <p:spPr>
          <a:xfrm xmlns:a="http://schemas.openxmlformats.org/drawingml/2006/main">
            <a:off x="190500" y="2590800"/>
            <a:ext cx="114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7–13 SEP</a:t>
            </a:r>
          </a:p>
        </p:txBody>
      </p:sp>
      <p:sp>
        <p:nvSpPr>
          <p:cNvPr id="12" name="">
            <a:extLst xmlns:a="http://schemas.openxmlformats.org/drawingml/2006/main">
              <a:ext uri="{FF2B5EF4-FFF2-40B4-BE49-F238E27FC236}">
                <a16:creationId xmlns:a16="http://schemas.microsoft.com/office/drawing/2014/main" id="{9BEF4EC7-23E5-4B83-AFFA-689CC73F65EE}"/>
              </a:ext>
            </a:extLst>
          </p:cNvPr>
          <p:cNvSpPr>
            <a:spLocks xmlns:a="http://schemas.openxmlformats.org/drawingml/2006/main" noGrp="1"/>
          </p:cNvSpPr>
          <p:nvPr/>
        </p:nvSpPr>
        <p:spPr>
          <a:xfrm xmlns:a="http://schemas.openxmlformats.org/drawingml/2006/main">
            <a:off x="1809750" y="609600"/>
            <a:ext cx="9334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4050" b="1" i="0">
                <a:solidFill>
                  <a:srgbClr val="FFFFFF"/>
                </a:solidFill>
                <a:latin typeface="DIN Condensed"/>
                <a:ea typeface="DIN Condensed"/>
                <a:cs typeface="DIN Condensed"/>
              </a:defRPr>
            </a:pPr>
            <a:r>
              <a:rPr sz="4050" b="1" i="0">
                <a:solidFill>
                  <a:srgbClr val="FFFFFF"/>
                </a:solidFill>
                <a:latin typeface="DIN Condensed"/>
                <a:ea typeface="DIN Condensed"/>
                <a:cs typeface="DIN Condensed"/>
              </a:rPr>
              <a:t>ACTIVAR LA PARTICIPACIÓN</a:t>
            </a:r>
          </a:p>
        </p:txBody>
      </p:sp>
      <p:sp>
        <p:nvSpPr>
          <p:cNvPr id="13" name="">
            <a:extLst xmlns:a="http://schemas.openxmlformats.org/drawingml/2006/main">
              <a:ext uri="{FF2B5EF4-FFF2-40B4-BE49-F238E27FC236}">
                <a16:creationId xmlns:a16="http://schemas.microsoft.com/office/drawing/2014/main" id="{59446445-C36D-42BE-850E-CCFA4CB2ABBA}"/>
              </a:ext>
            </a:extLst>
          </p:cNvPr>
          <p:cNvSpPr>
            <a:spLocks xmlns:a="http://schemas.openxmlformats.org/drawingml/2006/main" noGrp="1"/>
          </p:cNvSpPr>
          <p:nvPr/>
        </p:nvSpPr>
        <p:spPr>
          <a:xfrm xmlns:a="http://schemas.openxmlformats.org/drawingml/2006/main">
            <a:off x="1809750" y="1428750"/>
            <a:ext cx="952500" cy="66675"/>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482CF1D7-5152-4154-805E-6F0CDB7273E2}"/>
              </a:ext>
            </a:extLst>
          </p:cNvPr>
          <p:cNvSpPr>
            <a:spLocks xmlns:a="http://schemas.openxmlformats.org/drawingml/2006/main" noGrp="1"/>
          </p:cNvSpPr>
          <p:nvPr/>
        </p:nvSpPr>
        <p:spPr>
          <a:xfrm xmlns:a="http://schemas.openxmlformats.org/drawingml/2006/main">
            <a:off x="1809750" y="1809750"/>
            <a:ext cx="2952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00AFA0"/>
                </a:solidFill>
                <a:latin typeface="Avenir Next"/>
                <a:ea typeface="Avenir Next"/>
                <a:cs typeface="Avenir Next"/>
              </a:defRPr>
            </a:pPr>
            <a:r>
              <a:rPr sz="825" b="1" i="0">
                <a:solidFill>
                  <a:srgbClr val="00AFA0"/>
                </a:solidFill>
                <a:latin typeface="Avenir Next"/>
                <a:ea typeface="Avenir Next"/>
                <a:cs typeface="Avenir Next"/>
              </a:rPr>
              <a:t>LO QUE VE Y SIENTE EL PÚBLICO</a:t>
            </a:r>
          </a:p>
        </p:txBody>
      </p:sp>
      <p:sp>
        <p:nvSpPr>
          <p:cNvPr id="15" name="">
            <a:extLst xmlns:a="http://schemas.openxmlformats.org/drawingml/2006/main">
              <a:ext uri="{FF2B5EF4-FFF2-40B4-BE49-F238E27FC236}">
                <a16:creationId xmlns:a16="http://schemas.microsoft.com/office/drawing/2014/main" id="{4A901CED-7DA5-4065-8FCB-8CB6D732D8CF}"/>
              </a:ext>
            </a:extLst>
          </p:cNvPr>
          <p:cNvSpPr>
            <a:spLocks xmlns:a="http://schemas.openxmlformats.org/drawingml/2006/main" noGrp="1"/>
          </p:cNvSpPr>
          <p:nvPr/>
        </p:nvSpPr>
        <p:spPr>
          <a:xfrm xmlns:a="http://schemas.openxmlformats.org/drawingml/2006/main">
            <a:off x="1809750" y="2190750"/>
            <a:ext cx="295275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8000"/>
              </a:lnSpc>
              <a:buNone/>
              <a:defRPr sz="1275" b="0" i="0">
                <a:solidFill>
                  <a:srgbClr val="FFFFFF"/>
                </a:solidFill>
                <a:latin typeface="Avenir Next"/>
                <a:ea typeface="Avenir Next"/>
                <a:cs typeface="Avenir Next"/>
              </a:defRPr>
            </a:pPr>
            <a:r>
              <a:rPr sz="1275" b="0" i="0">
                <a:solidFill>
                  <a:srgbClr val="FFFFFF"/>
                </a:solidFill>
                <a:latin typeface="Avenir Next"/>
                <a:ea typeface="Avenir Next"/>
                <a:cs typeface="Avenir Next"/>
              </a:rPr>
              <a:t>— Reto ES TRADICIÓN: recuerdo, regreso o descubrimiento</a:t>
            </a:r>
          </a:p>
          <a:p xmlns:a="http://schemas.openxmlformats.org/drawingml/2006/main">
            <a:pPr algn="l">
              <a:lnSpc>
                <a:spcPct val="118000"/>
              </a:lnSpc>
              <a:buNone/>
              <a:defRPr sz="1275" b="0" i="0">
                <a:solidFill>
                  <a:srgbClr val="FFFFFF"/>
                </a:solidFill>
                <a:latin typeface="Avenir Next"/>
                <a:ea typeface="Avenir Next"/>
                <a:cs typeface="Avenir Next"/>
              </a:defRPr>
            </a:pPr>
            <a:r>
              <a:rPr sz="1275" b="0" i="0">
                <a:solidFill>
                  <a:srgbClr val="FFFFFF"/>
                </a:solidFill>
                <a:latin typeface="Avenir Next"/>
                <a:ea typeface="Avenir Next"/>
                <a:cs typeface="Avenir Next"/>
              </a:rPr>
              <a:t>— Rostros: últimas postulaciones</a:t>
            </a:r>
          </a:p>
          <a:p xmlns:a="http://schemas.openxmlformats.org/drawingml/2006/main">
            <a:pPr algn="l">
              <a:lnSpc>
                <a:spcPct val="118000"/>
              </a:lnSpc>
              <a:buNone/>
              <a:defRPr sz="1275" b="0" i="0">
                <a:solidFill>
                  <a:srgbClr val="FFFFFF"/>
                </a:solidFill>
                <a:latin typeface="Avenir Next"/>
                <a:ea typeface="Avenir Next"/>
                <a:cs typeface="Avenir Next"/>
              </a:defRPr>
            </a:pPr>
            <a:r>
              <a:rPr sz="1275" b="0" i="0">
                <a:solidFill>
                  <a:srgbClr val="FFFFFF"/>
                </a:solidFill>
                <a:latin typeface="Avenir Next"/>
                <a:ea typeface="Avenir Next"/>
                <a:cs typeface="Avenir Next"/>
              </a:rPr>
              <a:t>— Hacer feria: personas y productos reales</a:t>
            </a:r>
          </a:p>
        </p:txBody>
      </p:sp>
      <p:sp>
        <p:nvSpPr>
          <p:cNvPr id="16" name="">
            <a:extLst xmlns:a="http://schemas.openxmlformats.org/drawingml/2006/main">
              <a:ext uri="{FF2B5EF4-FFF2-40B4-BE49-F238E27FC236}">
                <a16:creationId xmlns:a16="http://schemas.microsoft.com/office/drawing/2014/main" id="{4023DB53-DC8D-4C6C-8EEE-79D9ACE14638}"/>
              </a:ext>
            </a:extLst>
          </p:cNvPr>
          <p:cNvSpPr>
            <a:spLocks xmlns:a="http://schemas.openxmlformats.org/drawingml/2006/main" noGrp="1"/>
          </p:cNvSpPr>
          <p:nvPr/>
        </p:nvSpPr>
        <p:spPr>
          <a:xfrm xmlns:a="http://schemas.openxmlformats.org/drawingml/2006/main">
            <a:off x="4953000" y="1809750"/>
            <a:ext cx="28575" cy="0"/>
          </a:xfrm>
          <a:prstGeom xmlns:a="http://schemas.openxmlformats.org/drawingml/2006/main" prst="rect">
            <a:avLst/>
          </a:prstGeom>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83E85834-6750-4D85-BB22-90B603570F02}"/>
              </a:ext>
            </a:extLst>
          </p:cNvPr>
          <p:cNvSpPr>
            <a:spLocks xmlns:a="http://schemas.openxmlformats.org/drawingml/2006/main" noGrp="1"/>
          </p:cNvSpPr>
          <p:nvPr/>
        </p:nvSpPr>
        <p:spPr>
          <a:xfrm xmlns:a="http://schemas.openxmlformats.org/drawingml/2006/main">
            <a:off x="5276850" y="18097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00AFA0"/>
                </a:solidFill>
                <a:latin typeface="Avenir Next"/>
                <a:ea typeface="Avenir Next"/>
                <a:cs typeface="Avenir Next"/>
              </a:defRPr>
            </a:pPr>
            <a:r>
              <a:rPr sz="825" b="1" i="0">
                <a:solidFill>
                  <a:srgbClr val="00AFA0"/>
                </a:solidFill>
                <a:latin typeface="Avenir Next"/>
                <a:ea typeface="Avenir Next"/>
                <a:cs typeface="Avenir Next"/>
              </a:rPr>
              <a:t>ENTREGABLES DE LA SEMANA</a:t>
            </a:r>
          </a:p>
        </p:txBody>
      </p:sp>
      <p:sp>
        <p:nvSpPr>
          <p:cNvPr id="18" name="">
            <a:extLst xmlns:a="http://schemas.openxmlformats.org/drawingml/2006/main">
              <a:ext uri="{FF2B5EF4-FFF2-40B4-BE49-F238E27FC236}">
                <a16:creationId xmlns:a16="http://schemas.microsoft.com/office/drawing/2014/main" id="{4DB34D50-812A-4D0A-89F9-E5470706A743}"/>
              </a:ext>
            </a:extLst>
          </p:cNvPr>
          <p:cNvSpPr>
            <a:spLocks xmlns:a="http://schemas.openxmlformats.org/drawingml/2006/main" noGrp="1"/>
          </p:cNvSpPr>
          <p:nvPr/>
        </p:nvSpPr>
        <p:spPr>
          <a:xfrm xmlns:a="http://schemas.openxmlformats.org/drawingml/2006/main">
            <a:off x="5276850" y="2190750"/>
            <a:ext cx="285750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8000"/>
              </a:lnSpc>
              <a:buNone/>
              <a:defRPr sz="1275" b="1" i="0">
                <a:solidFill>
                  <a:srgbClr val="FFFFFF"/>
                </a:solidFill>
                <a:latin typeface="Avenir Next"/>
                <a:ea typeface="Avenir Next"/>
                <a:cs typeface="Avenir Next"/>
              </a:defRPr>
            </a:pPr>
            <a:r>
              <a:rPr sz="1275" b="1" i="0">
                <a:solidFill>
                  <a:srgbClr val="FFFFFF"/>
                </a:solidFill>
                <a:latin typeface="Avenir Next"/>
                <a:ea typeface="Avenir Next"/>
                <a:cs typeface="Avenir Next"/>
              </a:rPr>
              <a:t>— matriz de jurado y verificación</a:t>
            </a:r>
          </a:p>
          <a:p xmlns:a="http://schemas.openxmlformats.org/drawingml/2006/main">
            <a:pPr algn="l">
              <a:lnSpc>
                <a:spcPct val="118000"/>
              </a:lnSpc>
              <a:buNone/>
              <a:defRPr sz="1275" b="1" i="0">
                <a:solidFill>
                  <a:srgbClr val="FFFFFF"/>
                </a:solidFill>
                <a:latin typeface="Avenir Next"/>
                <a:ea typeface="Avenir Next"/>
                <a:cs typeface="Avenir Next"/>
              </a:defRPr>
            </a:pPr>
            <a:r>
              <a:rPr sz="1275" b="1" i="0">
                <a:solidFill>
                  <a:srgbClr val="FFFFFF"/>
                </a:solidFill>
                <a:latin typeface="Avenir Next"/>
                <a:ea typeface="Avenir Next"/>
                <a:cs typeface="Avenir Next"/>
              </a:rPr>
              <a:t>— banco de historias y descubrimientos de expositores</a:t>
            </a:r>
          </a:p>
          <a:p xmlns:a="http://schemas.openxmlformats.org/drawingml/2006/main">
            <a:pPr algn="l">
              <a:lnSpc>
                <a:spcPct val="118000"/>
              </a:lnSpc>
              <a:buNone/>
              <a:defRPr sz="1275" b="1" i="0">
                <a:solidFill>
                  <a:srgbClr val="FFFFFF"/>
                </a:solidFill>
                <a:latin typeface="Avenir Next"/>
                <a:ea typeface="Avenir Next"/>
                <a:cs typeface="Avenir Next"/>
              </a:defRPr>
            </a:pPr>
            <a:r>
              <a:rPr sz="1275" b="1" i="0">
                <a:solidFill>
                  <a:srgbClr val="FFFFFF"/>
                </a:solidFill>
                <a:latin typeface="Avenir Next"/>
                <a:ea typeface="Avenir Next"/>
                <a:cs typeface="Avenir Next"/>
              </a:rPr>
              <a:t>— selección de visitantes y embajadores</a:t>
            </a:r>
          </a:p>
          <a:p xmlns:a="http://schemas.openxmlformats.org/drawingml/2006/main">
            <a:pPr algn="l">
              <a:lnSpc>
                <a:spcPct val="118000"/>
              </a:lnSpc>
              <a:buNone/>
              <a:defRPr sz="1275" b="1" i="0">
                <a:solidFill>
                  <a:srgbClr val="FFFFFF"/>
                </a:solidFill>
                <a:latin typeface="Avenir Next"/>
                <a:ea typeface="Avenir Next"/>
                <a:cs typeface="Avenir Next"/>
              </a:defRPr>
            </a:pPr>
            <a:r>
              <a:rPr sz="1275" b="1" i="0">
                <a:solidFill>
                  <a:srgbClr val="FFFFFF"/>
                </a:solidFill>
                <a:latin typeface="Avenir Next"/>
                <a:ea typeface="Avenir Next"/>
                <a:cs typeface="Avenir Next"/>
              </a:rPr>
              <a:t>— prototipo PWA de una zona</a:t>
            </a:r>
          </a:p>
        </p:txBody>
      </p:sp>
      <p:sp>
        <p:nvSpPr>
          <p:cNvPr id="19" name="">
            <a:extLst xmlns:a="http://schemas.openxmlformats.org/drawingml/2006/main">
              <a:ext uri="{FF2B5EF4-FFF2-40B4-BE49-F238E27FC236}">
                <a16:creationId xmlns:a16="http://schemas.microsoft.com/office/drawing/2014/main" id="{9530465D-B3AA-4DD8-8608-19D0E9555799}"/>
              </a:ext>
            </a:extLst>
          </p:cNvPr>
          <p:cNvSpPr>
            <a:spLocks xmlns:a="http://schemas.openxmlformats.org/drawingml/2006/main" noGrp="1"/>
          </p:cNvSpPr>
          <p:nvPr/>
        </p:nvSpPr>
        <p:spPr>
          <a:xfrm xmlns:a="http://schemas.openxmlformats.org/drawingml/2006/main">
            <a:off x="8362950" y="1809750"/>
            <a:ext cx="28575" cy="0"/>
          </a:xfrm>
          <a:prstGeom xmlns:a="http://schemas.openxmlformats.org/drawingml/2006/main" prst="rect">
            <a:avLst/>
          </a:prstGeom>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5F104C38-C259-4857-85F0-9672220613A9}"/>
              </a:ext>
            </a:extLst>
          </p:cNvPr>
          <p:cNvSpPr>
            <a:spLocks xmlns:a="http://schemas.openxmlformats.org/drawingml/2006/main" noGrp="1"/>
          </p:cNvSpPr>
          <p:nvPr/>
        </p:nvSpPr>
        <p:spPr>
          <a:xfrm xmlns:a="http://schemas.openxmlformats.org/drawingml/2006/main">
            <a:off x="8667750" y="18097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00AFA0"/>
                </a:solidFill>
                <a:latin typeface="Avenir Next"/>
                <a:ea typeface="Avenir Next"/>
                <a:cs typeface="Avenir Next"/>
              </a:defRPr>
            </a:pPr>
            <a:r>
              <a:rPr sz="825" b="1" i="0">
                <a:solidFill>
                  <a:srgbClr val="00AFA0"/>
                </a:solidFill>
                <a:latin typeface="Avenir Next"/>
                <a:ea typeface="Avenir Next"/>
                <a:cs typeface="Avenir Next"/>
              </a:rPr>
              <a:t>CONEXIONES QUE LA HABILITAN</a:t>
            </a:r>
          </a:p>
        </p:txBody>
      </p:sp>
      <p:sp>
        <p:nvSpPr>
          <p:cNvPr id="21" name="">
            <a:extLst xmlns:a="http://schemas.openxmlformats.org/drawingml/2006/main">
              <a:ext uri="{FF2B5EF4-FFF2-40B4-BE49-F238E27FC236}">
                <a16:creationId xmlns:a16="http://schemas.microsoft.com/office/drawing/2014/main" id="{C28A9A6A-672A-4A73-81C1-0405F6B881D0}"/>
              </a:ext>
            </a:extLst>
          </p:cNvPr>
          <p:cNvSpPr>
            <a:spLocks xmlns:a="http://schemas.openxmlformats.org/drawingml/2006/main" noGrp="1"/>
          </p:cNvSpPr>
          <p:nvPr/>
        </p:nvSpPr>
        <p:spPr>
          <a:xfrm xmlns:a="http://schemas.openxmlformats.org/drawingml/2006/main">
            <a:off x="8667750" y="2190750"/>
            <a:ext cx="2857500" cy="2667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7000"/>
              </a:lnSpc>
              <a:buNone/>
              <a:defRPr sz="1125" b="0" i="0">
                <a:solidFill>
                  <a:srgbClr val="FFFFFF">
                    <a:alpha val="72000"/>
                  </a:srgbClr>
                </a:solidFill>
                <a:latin typeface="Avenir Next"/>
                <a:ea typeface="Avenir Next"/>
                <a:cs typeface="Avenir Next"/>
              </a:defRPr>
            </a:pPr>
            <a:r>
              <a:rPr sz="1125" b="0" i="0">
                <a:solidFill>
                  <a:srgbClr val="FFFFFF">
                    <a:alpha val="72000"/>
                  </a:srgbClr>
                </a:solidFill>
                <a:latin typeface="Avenir Next"/>
                <a:ea typeface="Avenir Next"/>
                <a:cs typeface="Avenir Next"/>
              </a:rPr>
              <a:t>— Finanzas confirma premio máximo</a:t>
            </a:r>
          </a:p>
          <a:p xmlns:a="http://schemas.openxmlformats.org/drawingml/2006/main">
            <a:pPr algn="l">
              <a:lnSpc>
                <a:spcPct val="117000"/>
              </a:lnSpc>
              <a:buNone/>
              <a:defRPr sz="1125" b="0" i="0">
                <a:solidFill>
                  <a:srgbClr val="FFFFFF">
                    <a:alpha val="72000"/>
                  </a:srgbClr>
                </a:solidFill>
                <a:latin typeface="Avenir Next"/>
                <a:ea typeface="Avenir Next"/>
                <a:cs typeface="Avenir Next"/>
              </a:defRPr>
            </a:pPr>
            <a:r>
              <a:rPr sz="1125" b="0" i="0">
                <a:solidFill>
                  <a:srgbClr val="FFFFFF">
                    <a:alpha val="72000"/>
                  </a:srgbClr>
                </a:solidFill>
                <a:latin typeface="Avenir Next"/>
                <a:ea typeface="Avenir Next"/>
                <a:cs typeface="Avenir Next"/>
              </a:rPr>
              <a:t>— Datos define tráfico válido</a:t>
            </a:r>
          </a:p>
          <a:p xmlns:a="http://schemas.openxmlformats.org/drawingml/2006/main">
            <a:pPr algn="l">
              <a:lnSpc>
                <a:spcPct val="117000"/>
              </a:lnSpc>
              <a:buNone/>
              <a:defRPr sz="1125" b="0" i="0">
                <a:solidFill>
                  <a:srgbClr val="FFFFFF">
                    <a:alpha val="72000"/>
                  </a:srgbClr>
                </a:solidFill>
                <a:latin typeface="Avenir Next"/>
                <a:ea typeface="Avenir Next"/>
                <a:cs typeface="Avenir Next"/>
              </a:defRPr>
            </a:pPr>
            <a:r>
              <a:rPr sz="1125" b="0" i="0">
                <a:solidFill>
                  <a:srgbClr val="FFFFFF">
                    <a:alpha val="72000"/>
                  </a:srgbClr>
                </a:solidFill>
                <a:latin typeface="Avenir Next"/>
                <a:ea typeface="Avenir Next"/>
                <a:cs typeface="Avenir Next"/>
              </a:rPr>
              <a:t>— Expositores aportan historias</a:t>
            </a:r>
          </a:p>
          <a:p xmlns:a="http://schemas.openxmlformats.org/drawingml/2006/main">
            <a:pPr algn="l">
              <a:lnSpc>
                <a:spcPct val="117000"/>
              </a:lnSpc>
              <a:buNone/>
              <a:defRPr sz="1125" b="0" i="0">
                <a:solidFill>
                  <a:srgbClr val="FFFFFF">
                    <a:alpha val="72000"/>
                  </a:srgbClr>
                </a:solidFill>
                <a:latin typeface="Avenir Next"/>
                <a:ea typeface="Avenir Next"/>
                <a:cs typeface="Avenir Next"/>
              </a:defRPr>
            </a:pPr>
            <a:r>
              <a:rPr sz="1125" b="0" i="0">
                <a:solidFill>
                  <a:srgbClr val="FFFFFF">
                    <a:alpha val="72000"/>
                  </a:srgbClr>
                </a:solidFill>
                <a:latin typeface="Avenir Next"/>
                <a:ea typeface="Avenir Next"/>
                <a:cs typeface="Avenir Next"/>
              </a:rPr>
              <a:t>— Tecnología prueba mapa</a:t>
            </a:r>
          </a:p>
        </p:txBody>
      </p:sp>
      <p:sp>
        <p:nvSpPr>
          <p:cNvPr id="22" name="">
            <a:extLst xmlns:a="http://schemas.openxmlformats.org/drawingml/2006/main">
              <a:ext uri="{FF2B5EF4-FFF2-40B4-BE49-F238E27FC236}">
                <a16:creationId xmlns:a16="http://schemas.microsoft.com/office/drawing/2014/main" id="{D828FF64-2AB5-4B66-A05E-070FD5F09BF6}"/>
              </a:ext>
            </a:extLst>
          </p:cNvPr>
          <p:cNvSpPr>
            <a:spLocks xmlns:a="http://schemas.openxmlformats.org/drawingml/2006/main" noGrp="1"/>
          </p:cNvSpPr>
          <p:nvPr/>
        </p:nvSpPr>
        <p:spPr>
          <a:xfrm xmlns:a="http://schemas.openxmlformats.org/drawingml/2006/main">
            <a:off x="1809750" y="5562600"/>
            <a:ext cx="9715500" cy="628650"/>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7A8F6945-0E98-405B-9F18-03495DA215C6}"/>
              </a:ext>
            </a:extLst>
          </p:cNvPr>
          <p:cNvSpPr>
            <a:spLocks xmlns:a="http://schemas.openxmlformats.org/drawingml/2006/main" noGrp="1"/>
          </p:cNvSpPr>
          <p:nvPr/>
        </p:nvSpPr>
        <p:spPr>
          <a:xfrm xmlns:a="http://schemas.openxmlformats.org/drawingml/2006/main">
            <a:off x="2019300" y="5753100"/>
            <a:ext cx="9296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LOS LIKES AMPLIFICAN; NO DECIDEN. NO HAY PAGO ABIERTO POR CADA MILLÓN.</a:t>
            </a:r>
          </a:p>
        </p:txBody>
      </p:sp>
      <p:sp>
        <p:nvSpPr>
          <p:cNvPr id="24" name="">
            <a:extLst xmlns:a="http://schemas.openxmlformats.org/drawingml/2006/main">
              <a:ext uri="{FF2B5EF4-FFF2-40B4-BE49-F238E27FC236}">
                <a16:creationId xmlns:a16="http://schemas.microsoft.com/office/drawing/2014/main" id="{5E4060A4-4185-4B3D-B634-AA1496CE1F38}"/>
              </a:ext>
            </a:extLst>
          </p:cNvPr>
          <p:cNvSpPr>
            <a:spLocks xmlns:a="http://schemas.openxmlformats.org/drawingml/2006/main" noGrp="1"/>
          </p:cNvSpPr>
          <p:nvPr/>
        </p:nvSpPr>
        <p:spPr>
          <a:xfrm xmlns:a="http://schemas.openxmlformats.org/drawingml/2006/main">
            <a:off x="1809750" y="6534150"/>
            <a:ext cx="4762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675" b="1" i="0">
                <a:solidFill>
                  <a:srgbClr val="FFFFFF">
                    <a:alpha val="52000"/>
                  </a:srgbClr>
                </a:solidFill>
                <a:latin typeface="Avenir Next"/>
                <a:ea typeface="Avenir Next"/>
                <a:cs typeface="Avenir Next"/>
              </a:defRPr>
            </a:pPr>
            <a:r>
              <a:rPr sz="675" b="1" i="0">
                <a:solidFill>
                  <a:srgbClr val="FFFFFF">
                    <a:alpha val="52000"/>
                  </a:srgbClr>
                </a:solidFill>
                <a:latin typeface="Avenir Next"/>
                <a:ea typeface="Avenir Next"/>
                <a:cs typeface="Avenir Next"/>
              </a:rPr>
              <a:t>DOCUMENTO INTERNO · PROPUESTA EN REVISIÓN</a:t>
            </a:r>
          </a:p>
        </p:txBody>
      </p:sp>
    </p:spTree>
    <p:extLst>
      <p:ext uri="{BB962C8B-B14F-4D97-AF65-F5344CB8AC3E}">
        <p14:creationId xmlns:p14="http://schemas.microsoft.com/office/powerpoint/2010/main" val="1420148988"/>
      </p:ext>
    </p:extLst>
  </p:cSld>
</p:sld>
</file>

<file path=ppt/slides/slide49.xml><?xml version="1.0" encoding="utf-8"?>
<p:sld xmlns:p="http://schemas.openxmlformats.org/presentationml/2006/main">
  <p:cSld>
    <p:bg>
      <p:bgPr>
        <a:solidFill xmlns:a="http://schemas.openxmlformats.org/drawingml/2006/main">
          <a:srgbClr val="160A22"/>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45463FCE-D2F6-49FC-B6F4-9224C8675A4F}"/>
              </a:ext>
            </a:extLst>
          </p:cNvPr>
          <p:cNvSpPr>
            <a:spLocks xmlns:a="http://schemas.openxmlformats.org/drawingml/2006/main" noGrp="1"/>
          </p:cNvSpPr>
          <p:nvPr/>
        </p:nvSpPr>
        <p:spPr>
          <a:xfrm xmlns:a="http://schemas.openxmlformats.org/drawingml/2006/main">
            <a:off x="0" y="0"/>
            <a:ext cx="2438400" cy="66675"/>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E7B98F2-8290-4EE2-879F-D130661EDC30}"/>
              </a:ext>
            </a:extLst>
          </p:cNvPr>
          <p:cNvSpPr>
            <a:spLocks xmlns:a="http://schemas.openxmlformats.org/drawingml/2006/main" noGrp="1"/>
          </p:cNvSpPr>
          <p:nvPr/>
        </p:nvSpPr>
        <p:spPr>
          <a:xfrm xmlns:a="http://schemas.openxmlformats.org/drawingml/2006/main">
            <a:off x="2438400" y="0"/>
            <a:ext cx="2438400" cy="66675"/>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4075D1E-7F93-4485-A6DA-F5DCDED6831B}"/>
              </a:ext>
            </a:extLst>
          </p:cNvPr>
          <p:cNvSpPr>
            <a:spLocks xmlns:a="http://schemas.openxmlformats.org/drawingml/2006/main" noGrp="1"/>
          </p:cNvSpPr>
          <p:nvPr/>
        </p:nvSpPr>
        <p:spPr>
          <a:xfrm xmlns:a="http://schemas.openxmlformats.org/drawingml/2006/main">
            <a:off x="4876800" y="0"/>
            <a:ext cx="2438400" cy="66675"/>
          </a:xfrm>
          <a:prstGeom xmlns:a="http://schemas.openxmlformats.org/drawingml/2006/main" prst="rect">
            <a:avLst/>
          </a:prstGeom>
          <a:solidFill xmlns:a="http://schemas.openxmlformats.org/drawingml/2006/main">
            <a:srgbClr val="FFC92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6A041C7-CA83-4D22-AF95-404FE752D010}"/>
              </a:ext>
            </a:extLst>
          </p:cNvPr>
          <p:cNvSpPr>
            <a:spLocks xmlns:a="http://schemas.openxmlformats.org/drawingml/2006/main" noGrp="1"/>
          </p:cNvSpPr>
          <p:nvPr/>
        </p:nvSpPr>
        <p:spPr>
          <a:xfrm xmlns:a="http://schemas.openxmlformats.org/drawingml/2006/main">
            <a:off x="7315200" y="0"/>
            <a:ext cx="2438400" cy="66675"/>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985B1A86-2D4B-43A7-9A0F-5BB5109072EF}"/>
              </a:ext>
            </a:extLst>
          </p:cNvPr>
          <p:cNvSpPr>
            <a:spLocks xmlns:a="http://schemas.openxmlformats.org/drawingml/2006/main" noGrp="1"/>
          </p:cNvSpPr>
          <p:nvPr/>
        </p:nvSpPr>
        <p:spPr>
          <a:xfrm xmlns:a="http://schemas.openxmlformats.org/drawingml/2006/main">
            <a:off x="9753600" y="0"/>
            <a:ext cx="2438400" cy="66675"/>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F0A9D8D4-8F49-4C25-8FBA-0B8E727DBFF7}"/>
              </a:ext>
            </a:extLst>
          </p:cNvPr>
          <p:cNvSpPr>
            <a:spLocks xmlns:a="http://schemas.openxmlformats.org/drawingml/2006/main" noGrp="1"/>
          </p:cNvSpPr>
          <p:nvPr/>
        </p:nvSpPr>
        <p:spPr>
          <a:xfrm xmlns:a="http://schemas.openxmlformats.org/drawingml/2006/main">
            <a:off x="609600" y="26670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FFC928"/>
                </a:solidFill>
                <a:latin typeface="Avenir Next"/>
                <a:ea typeface="Avenir Next"/>
                <a:cs typeface="Avenir Next"/>
              </a:defRPr>
            </a:pPr>
            <a:r>
              <a:rPr sz="825" b="1" i="0">
                <a:solidFill>
                  <a:srgbClr val="FFC928"/>
                </a:solidFill>
                <a:latin typeface="Avenir Next"/>
                <a:ea typeface="Avenir Next"/>
                <a:cs typeface="Avenir Next"/>
              </a:rPr>
              <a:t>SEMANA 04</a:t>
            </a:r>
          </a:p>
        </p:txBody>
      </p:sp>
      <p:sp>
        <p:nvSpPr>
          <p:cNvPr id="7" name="">
            <a:extLst xmlns:a="http://schemas.openxmlformats.org/drawingml/2006/main">
              <a:ext uri="{FF2B5EF4-FFF2-40B4-BE49-F238E27FC236}">
                <a16:creationId xmlns:a16="http://schemas.microsoft.com/office/drawing/2014/main" id="{F55299A9-3BA0-4941-9EBC-358926B7FE5E}"/>
              </a:ext>
            </a:extLst>
          </p:cNvPr>
          <p:cNvSpPr>
            <a:spLocks xmlns:a="http://schemas.openxmlformats.org/drawingml/2006/main" noGrp="1"/>
          </p:cNvSpPr>
          <p:nvPr/>
        </p:nvSpPr>
        <p:spPr>
          <a:xfrm xmlns:a="http://schemas.openxmlformats.org/drawingml/2006/main">
            <a:off x="11239500" y="6505575"/>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750" b="1" i="0">
                <a:solidFill>
                  <a:srgbClr val="FFFFFF">
                    <a:alpha val="52000"/>
                  </a:srgbClr>
                </a:solidFill>
                <a:latin typeface="Avenir Next"/>
                <a:ea typeface="Avenir Next"/>
                <a:cs typeface="Avenir Next"/>
              </a:defRPr>
            </a:pPr>
            <a:r>
              <a:rPr sz="750" b="1" i="0">
                <a:solidFill>
                  <a:srgbClr val="FFFFFF">
                    <a:alpha val="52000"/>
                  </a:srgbClr>
                </a:solidFill>
                <a:latin typeface="Avenir Next"/>
                <a:ea typeface="Avenir Next"/>
                <a:cs typeface="Avenir Next"/>
              </a:rPr>
              <a:t>49</a:t>
            </a:r>
          </a:p>
        </p:txBody>
      </p:sp>
      <p:sp>
        <p:nvSpPr>
          <p:cNvPr id="8" name="">
            <a:extLst xmlns:a="http://schemas.openxmlformats.org/drawingml/2006/main">
              <a:ext uri="{FF2B5EF4-FFF2-40B4-BE49-F238E27FC236}">
                <a16:creationId xmlns:a16="http://schemas.microsoft.com/office/drawing/2014/main" id="{12DF2B23-AED1-4B59-B097-809CB05AE8EB}"/>
              </a:ext>
            </a:extLst>
          </p:cNvPr>
          <p:cNvSpPr>
            <a:spLocks xmlns:a="http://schemas.openxmlformats.org/drawingml/2006/main" noGrp="1"/>
          </p:cNvSpPr>
          <p:nvPr/>
        </p:nvSpPr>
        <p:spPr>
          <a:xfrm xmlns:a="http://schemas.openxmlformats.org/drawingml/2006/main">
            <a:off x="0" y="66675"/>
            <a:ext cx="1504950" cy="6791325"/>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816DACCC-23F9-4CA6-9B23-E9DBED4C8374}"/>
              </a:ext>
            </a:extLst>
          </p:cNvPr>
          <p:cNvSpPr>
            <a:spLocks xmlns:a="http://schemas.openxmlformats.org/drawingml/2006/main" noGrp="1"/>
          </p:cNvSpPr>
          <p:nvPr/>
        </p:nvSpPr>
        <p:spPr>
          <a:xfrm xmlns:a="http://schemas.openxmlformats.org/drawingml/2006/main">
            <a:off x="190500" y="110490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941"/>
          </a:bodyPr>
          <a:lstStyle xmlns:a="http://schemas.openxmlformats.org/drawingml/2006/main"/>
          <a:p xmlns:a="http://schemas.openxmlformats.org/drawingml/2006/main">
            <a:pPr algn="ctr">
              <a:lnSpc>
                <a:spcPct val="105000"/>
              </a:lnSpc>
              <a:buNone/>
              <a:defRPr sz="2025" b="1" i="0">
                <a:solidFill>
                  <a:srgbClr val="FFFFFF"/>
                </a:solidFill>
                <a:latin typeface="DIN Condensed"/>
                <a:ea typeface="DIN Condensed"/>
                <a:cs typeface="DIN Condensed"/>
              </a:defRPr>
            </a:pPr>
            <a:r>
              <a:rPr sz="2025" b="1" i="0">
                <a:solidFill>
                  <a:srgbClr val="FFFFFF"/>
                </a:solidFill>
                <a:latin typeface="DIN Condensed"/>
                <a:ea typeface="DIN Condensed"/>
                <a:cs typeface="DIN Condensed"/>
              </a:rPr>
              <a:t>SEMANA</a:t>
            </a:r>
          </a:p>
        </p:txBody>
      </p:sp>
      <p:sp>
        <p:nvSpPr>
          <p:cNvPr id="10" name="">
            <a:extLst xmlns:a="http://schemas.openxmlformats.org/drawingml/2006/main">
              <a:ext uri="{FF2B5EF4-FFF2-40B4-BE49-F238E27FC236}">
                <a16:creationId xmlns:a16="http://schemas.microsoft.com/office/drawing/2014/main" id="{5BA92567-8B4D-4A28-ABBE-5B61F4BE388A}"/>
              </a:ext>
            </a:extLst>
          </p:cNvPr>
          <p:cNvSpPr>
            <a:spLocks xmlns:a="http://schemas.openxmlformats.org/drawingml/2006/main" noGrp="1"/>
          </p:cNvSpPr>
          <p:nvPr/>
        </p:nvSpPr>
        <p:spPr>
          <a:xfrm xmlns:a="http://schemas.openxmlformats.org/drawingml/2006/main">
            <a:off x="190500" y="1504950"/>
            <a:ext cx="1143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84000"/>
              </a:lnSpc>
              <a:buNone/>
              <a:defRPr sz="4950" b="1" i="0">
                <a:solidFill>
                  <a:srgbClr val="FFFFFF"/>
                </a:solidFill>
                <a:latin typeface="DIN Condensed"/>
                <a:ea typeface="DIN Condensed"/>
                <a:cs typeface="DIN Condensed"/>
              </a:defRPr>
            </a:pPr>
            <a:r>
              <a:rPr sz="4950" b="1" i="0">
                <a:solidFill>
                  <a:srgbClr val="FFFFFF"/>
                </a:solidFill>
                <a:latin typeface="DIN Condensed"/>
                <a:ea typeface="DIN Condensed"/>
                <a:cs typeface="DIN Condensed"/>
              </a:rPr>
              <a:t>04</a:t>
            </a:r>
          </a:p>
        </p:txBody>
      </p:sp>
      <p:sp>
        <p:nvSpPr>
          <p:cNvPr id="11" name="">
            <a:extLst xmlns:a="http://schemas.openxmlformats.org/drawingml/2006/main">
              <a:ext uri="{FF2B5EF4-FFF2-40B4-BE49-F238E27FC236}">
                <a16:creationId xmlns:a16="http://schemas.microsoft.com/office/drawing/2014/main" id="{A3996460-A84D-4246-A468-42056078BB0D}"/>
              </a:ext>
            </a:extLst>
          </p:cNvPr>
          <p:cNvSpPr>
            <a:spLocks xmlns:a="http://schemas.openxmlformats.org/drawingml/2006/main" noGrp="1"/>
          </p:cNvSpPr>
          <p:nvPr/>
        </p:nvSpPr>
        <p:spPr>
          <a:xfrm xmlns:a="http://schemas.openxmlformats.org/drawingml/2006/main">
            <a:off x="190500" y="2590800"/>
            <a:ext cx="114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14–20 SEP</a:t>
            </a:r>
          </a:p>
        </p:txBody>
      </p:sp>
      <p:sp>
        <p:nvSpPr>
          <p:cNvPr id="12" name="">
            <a:extLst xmlns:a="http://schemas.openxmlformats.org/drawingml/2006/main">
              <a:ext uri="{FF2B5EF4-FFF2-40B4-BE49-F238E27FC236}">
                <a16:creationId xmlns:a16="http://schemas.microsoft.com/office/drawing/2014/main" id="{A49AF069-96D6-4EFE-9C4C-A409E33B3172}"/>
              </a:ext>
            </a:extLst>
          </p:cNvPr>
          <p:cNvSpPr>
            <a:spLocks xmlns:a="http://schemas.openxmlformats.org/drawingml/2006/main" noGrp="1"/>
          </p:cNvSpPr>
          <p:nvPr/>
        </p:nvSpPr>
        <p:spPr>
          <a:xfrm xmlns:a="http://schemas.openxmlformats.org/drawingml/2006/main">
            <a:off x="1809750" y="609600"/>
            <a:ext cx="9334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4050" b="1" i="0">
                <a:solidFill>
                  <a:srgbClr val="FFFFFF"/>
                </a:solidFill>
                <a:latin typeface="DIN Condensed"/>
                <a:ea typeface="DIN Condensed"/>
                <a:cs typeface="DIN Condensed"/>
              </a:defRPr>
            </a:pPr>
            <a:r>
              <a:rPr sz="4050" b="1" i="0">
                <a:solidFill>
                  <a:srgbClr val="FFFFFF"/>
                </a:solidFill>
                <a:latin typeface="DIN Condensed"/>
                <a:ea typeface="DIN Condensed"/>
                <a:cs typeface="DIN Condensed"/>
              </a:rPr>
              <a:t>PRESENTAR ROSTROS Y ABRIR PREVENTA</a:t>
            </a:r>
          </a:p>
        </p:txBody>
      </p:sp>
      <p:sp>
        <p:nvSpPr>
          <p:cNvPr id="13" name="">
            <a:extLst xmlns:a="http://schemas.openxmlformats.org/drawingml/2006/main">
              <a:ext uri="{FF2B5EF4-FFF2-40B4-BE49-F238E27FC236}">
                <a16:creationId xmlns:a16="http://schemas.microsoft.com/office/drawing/2014/main" id="{1572363C-8860-48B6-B09F-3BF66EFF65A2}"/>
              </a:ext>
            </a:extLst>
          </p:cNvPr>
          <p:cNvSpPr>
            <a:spLocks xmlns:a="http://schemas.openxmlformats.org/drawingml/2006/main" noGrp="1"/>
          </p:cNvSpPr>
          <p:nvPr/>
        </p:nvSpPr>
        <p:spPr>
          <a:xfrm xmlns:a="http://schemas.openxmlformats.org/drawingml/2006/main">
            <a:off x="1809750" y="1428750"/>
            <a:ext cx="952500" cy="66675"/>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2312DB70-1564-4844-828C-BABC08EA61E0}"/>
              </a:ext>
            </a:extLst>
          </p:cNvPr>
          <p:cNvSpPr>
            <a:spLocks xmlns:a="http://schemas.openxmlformats.org/drawingml/2006/main" noGrp="1"/>
          </p:cNvSpPr>
          <p:nvPr/>
        </p:nvSpPr>
        <p:spPr>
          <a:xfrm xmlns:a="http://schemas.openxmlformats.org/drawingml/2006/main">
            <a:off x="1809750" y="1809750"/>
            <a:ext cx="2952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315BFF"/>
                </a:solidFill>
                <a:latin typeface="Avenir Next"/>
                <a:ea typeface="Avenir Next"/>
                <a:cs typeface="Avenir Next"/>
              </a:defRPr>
            </a:pPr>
            <a:r>
              <a:rPr sz="825" b="1" i="0">
                <a:solidFill>
                  <a:srgbClr val="315BFF"/>
                </a:solidFill>
                <a:latin typeface="Avenir Next"/>
                <a:ea typeface="Avenir Next"/>
                <a:cs typeface="Avenir Next"/>
              </a:rPr>
              <a:t>LO QUE VE Y SIENTE EL PÚBLICO</a:t>
            </a:r>
          </a:p>
        </p:txBody>
      </p:sp>
      <p:sp>
        <p:nvSpPr>
          <p:cNvPr id="15" name="">
            <a:extLst xmlns:a="http://schemas.openxmlformats.org/drawingml/2006/main">
              <a:ext uri="{FF2B5EF4-FFF2-40B4-BE49-F238E27FC236}">
                <a16:creationId xmlns:a16="http://schemas.microsoft.com/office/drawing/2014/main" id="{F447466E-E2FA-464A-85AF-778A178AD953}"/>
              </a:ext>
            </a:extLst>
          </p:cNvPr>
          <p:cNvSpPr>
            <a:spLocks xmlns:a="http://schemas.openxmlformats.org/drawingml/2006/main" noGrp="1"/>
          </p:cNvSpPr>
          <p:nvPr/>
        </p:nvSpPr>
        <p:spPr>
          <a:xfrm xmlns:a="http://schemas.openxmlformats.org/drawingml/2006/main">
            <a:off x="1809750" y="2190750"/>
            <a:ext cx="295275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8000"/>
              </a:lnSpc>
              <a:buNone/>
              <a:defRPr sz="1275" b="0" i="0">
                <a:solidFill>
                  <a:srgbClr val="FFFFFF"/>
                </a:solidFill>
                <a:latin typeface="Avenir Next"/>
                <a:ea typeface="Avenir Next"/>
                <a:cs typeface="Avenir Next"/>
              </a:defRPr>
            </a:pPr>
            <a:r>
              <a:rPr sz="1275" b="0" i="0">
                <a:solidFill>
                  <a:srgbClr val="FFFFFF"/>
                </a:solidFill>
                <a:latin typeface="Avenir Next"/>
                <a:ea typeface="Avenir Next"/>
                <a:cs typeface="Avenir Next"/>
              </a:rPr>
              <a:t>— presentar embajadores y Guardianes</a:t>
            </a:r>
          </a:p>
          <a:p xmlns:a="http://schemas.openxmlformats.org/drawingml/2006/main">
            <a:pPr algn="l">
              <a:lnSpc>
                <a:spcPct val="118000"/>
              </a:lnSpc>
              <a:buNone/>
              <a:defRPr sz="1275" b="0" i="0">
                <a:solidFill>
                  <a:srgbClr val="FFFFFF"/>
                </a:solidFill>
                <a:latin typeface="Avenir Next"/>
                <a:ea typeface="Avenir Next"/>
                <a:cs typeface="Avenir Next"/>
              </a:defRPr>
            </a:pPr>
            <a:r>
              <a:rPr sz="1275" b="0" i="0">
                <a:solidFill>
                  <a:srgbClr val="FFFFFF"/>
                </a:solidFill>
                <a:latin typeface="Avenir Next"/>
                <a:ea typeface="Avenir Next"/>
                <a:cs typeface="Avenir Next"/>
              </a:rPr>
              <a:t>— finalistas del reto con historia</a:t>
            </a:r>
          </a:p>
          <a:p xmlns:a="http://schemas.openxmlformats.org/drawingml/2006/main">
            <a:pPr algn="l">
              <a:lnSpc>
                <a:spcPct val="118000"/>
              </a:lnSpc>
              <a:buNone/>
              <a:defRPr sz="1275" b="0" i="0">
                <a:solidFill>
                  <a:srgbClr val="FFFFFF"/>
                </a:solidFill>
                <a:latin typeface="Avenir Next"/>
                <a:ea typeface="Avenir Next"/>
                <a:cs typeface="Avenir Next"/>
              </a:defRPr>
            </a:pPr>
            <a:r>
              <a:rPr sz="1275" b="0" i="0">
                <a:solidFill>
                  <a:srgbClr val="FFFFFF"/>
                </a:solidFill>
                <a:latin typeface="Avenir Next"/>
                <a:ea typeface="Avenir Next"/>
                <a:cs typeface="Avenir Next"/>
              </a:rPr>
              <a:t>— primera revelación/preventa desde el 17 SEP si pasa el control</a:t>
            </a:r>
          </a:p>
        </p:txBody>
      </p:sp>
      <p:sp>
        <p:nvSpPr>
          <p:cNvPr id="16" name="">
            <a:extLst xmlns:a="http://schemas.openxmlformats.org/drawingml/2006/main">
              <a:ext uri="{FF2B5EF4-FFF2-40B4-BE49-F238E27FC236}">
                <a16:creationId xmlns:a16="http://schemas.microsoft.com/office/drawing/2014/main" id="{DA28E5A0-332C-49BD-8E7B-AE0FF2AC8198}"/>
              </a:ext>
            </a:extLst>
          </p:cNvPr>
          <p:cNvSpPr>
            <a:spLocks xmlns:a="http://schemas.openxmlformats.org/drawingml/2006/main" noGrp="1"/>
          </p:cNvSpPr>
          <p:nvPr/>
        </p:nvSpPr>
        <p:spPr>
          <a:xfrm xmlns:a="http://schemas.openxmlformats.org/drawingml/2006/main">
            <a:off x="4953000" y="1809750"/>
            <a:ext cx="28575" cy="0"/>
          </a:xfrm>
          <a:prstGeom xmlns:a="http://schemas.openxmlformats.org/drawingml/2006/main" prst="rect">
            <a:avLst/>
          </a:prstGeom>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A7261A6A-8349-4406-AD14-8E4E7EFDBDC0}"/>
              </a:ext>
            </a:extLst>
          </p:cNvPr>
          <p:cNvSpPr>
            <a:spLocks xmlns:a="http://schemas.openxmlformats.org/drawingml/2006/main" noGrp="1"/>
          </p:cNvSpPr>
          <p:nvPr/>
        </p:nvSpPr>
        <p:spPr>
          <a:xfrm xmlns:a="http://schemas.openxmlformats.org/drawingml/2006/main">
            <a:off x="5276850" y="18097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315BFF"/>
                </a:solidFill>
                <a:latin typeface="Avenir Next"/>
                <a:ea typeface="Avenir Next"/>
                <a:cs typeface="Avenir Next"/>
              </a:defRPr>
            </a:pPr>
            <a:r>
              <a:rPr sz="825" b="1" i="0">
                <a:solidFill>
                  <a:srgbClr val="315BFF"/>
                </a:solidFill>
                <a:latin typeface="Avenir Next"/>
                <a:ea typeface="Avenir Next"/>
                <a:cs typeface="Avenir Next"/>
              </a:rPr>
              <a:t>ENTREGABLES DE LA SEMANA</a:t>
            </a:r>
          </a:p>
        </p:txBody>
      </p:sp>
      <p:sp>
        <p:nvSpPr>
          <p:cNvPr id="18" name="">
            <a:extLst xmlns:a="http://schemas.openxmlformats.org/drawingml/2006/main">
              <a:ext uri="{FF2B5EF4-FFF2-40B4-BE49-F238E27FC236}">
                <a16:creationId xmlns:a16="http://schemas.microsoft.com/office/drawing/2014/main" id="{BC775D2C-01BE-4FF8-86AA-AB56EDCDF36B}"/>
              </a:ext>
            </a:extLst>
          </p:cNvPr>
          <p:cNvSpPr>
            <a:spLocks xmlns:a="http://schemas.openxmlformats.org/drawingml/2006/main" noGrp="1"/>
          </p:cNvSpPr>
          <p:nvPr/>
        </p:nvSpPr>
        <p:spPr>
          <a:xfrm xmlns:a="http://schemas.openxmlformats.org/drawingml/2006/main">
            <a:off x="5276850" y="2190750"/>
            <a:ext cx="285750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8000"/>
              </a:lnSpc>
              <a:buNone/>
              <a:defRPr sz="1275" b="1" i="0">
                <a:solidFill>
                  <a:srgbClr val="FFFFFF"/>
                </a:solidFill>
                <a:latin typeface="Avenir Next"/>
                <a:ea typeface="Avenir Next"/>
                <a:cs typeface="Avenir Next"/>
              </a:defRPr>
            </a:pPr>
            <a:r>
              <a:rPr sz="1275" b="1" i="0">
                <a:solidFill>
                  <a:srgbClr val="FFFFFF"/>
                </a:solidFill>
                <a:latin typeface="Avenir Next"/>
                <a:ea typeface="Avenir Next"/>
                <a:cs typeface="Avenir Next"/>
              </a:rPr>
              <a:t>— kits, encargos, códigos y derechos</a:t>
            </a:r>
          </a:p>
          <a:p xmlns:a="http://schemas.openxmlformats.org/drawingml/2006/main">
            <a:pPr algn="l">
              <a:lnSpc>
                <a:spcPct val="118000"/>
              </a:lnSpc>
              <a:buNone/>
              <a:defRPr sz="1275" b="1" i="0">
                <a:solidFill>
                  <a:srgbClr val="FFFFFF"/>
                </a:solidFill>
                <a:latin typeface="Avenir Next"/>
                <a:ea typeface="Avenir Next"/>
                <a:cs typeface="Avenir Next"/>
              </a:defRPr>
            </a:pPr>
            <a:r>
              <a:rPr sz="1275" b="1" i="0">
                <a:solidFill>
                  <a:srgbClr val="FFFFFF"/>
                </a:solidFill>
                <a:latin typeface="Avenir Next"/>
                <a:ea typeface="Avenir Next"/>
                <a:cs typeface="Avenir Next"/>
              </a:rPr>
              <a:t>— compra de prueba con reembolso</a:t>
            </a:r>
          </a:p>
          <a:p xmlns:a="http://schemas.openxmlformats.org/drawingml/2006/main">
            <a:pPr algn="l">
              <a:lnSpc>
                <a:spcPct val="118000"/>
              </a:lnSpc>
              <a:buNone/>
              <a:defRPr sz="1275" b="1" i="0">
                <a:solidFill>
                  <a:srgbClr val="FFFFFF"/>
                </a:solidFill>
                <a:latin typeface="Avenir Next"/>
                <a:ea typeface="Avenir Next"/>
                <a:cs typeface="Avenir Next"/>
              </a:defRPr>
            </a:pPr>
            <a:r>
              <a:rPr sz="1275" b="1" i="0">
                <a:solidFill>
                  <a:srgbClr val="FFFFFF"/>
                </a:solidFill>
                <a:latin typeface="Avenir Next"/>
                <a:ea typeface="Avenir Next"/>
                <a:cs typeface="Avenir Next"/>
              </a:rPr>
              <a:t>— video de revelación + itinerario</a:t>
            </a:r>
          </a:p>
          <a:p xmlns:a="http://schemas.openxmlformats.org/drawingml/2006/main">
            <a:pPr algn="l">
              <a:lnSpc>
                <a:spcPct val="118000"/>
              </a:lnSpc>
              <a:buNone/>
              <a:defRPr sz="1275" b="1" i="0">
                <a:solidFill>
                  <a:srgbClr val="FFFFFF"/>
                </a:solidFill>
                <a:latin typeface="Avenir Next"/>
                <a:ea typeface="Avenir Next"/>
                <a:cs typeface="Avenir Next"/>
              </a:defRPr>
            </a:pPr>
            <a:r>
              <a:rPr sz="1275" b="1" i="0">
                <a:solidFill>
                  <a:srgbClr val="FFFFFF"/>
                </a:solidFill>
                <a:latin typeface="Avenir Next"/>
                <a:ea typeface="Avenir Next"/>
                <a:cs typeface="Avenir Next"/>
              </a:rPr>
              <a:t>— preguntas frecuentes de premios, producto y reclamos</a:t>
            </a:r>
          </a:p>
        </p:txBody>
      </p:sp>
      <p:sp>
        <p:nvSpPr>
          <p:cNvPr id="19" name="">
            <a:extLst xmlns:a="http://schemas.openxmlformats.org/drawingml/2006/main">
              <a:ext uri="{FF2B5EF4-FFF2-40B4-BE49-F238E27FC236}">
                <a16:creationId xmlns:a16="http://schemas.microsoft.com/office/drawing/2014/main" id="{078C32E7-8184-4FA6-B422-9F3E2EC9EFAF}"/>
              </a:ext>
            </a:extLst>
          </p:cNvPr>
          <p:cNvSpPr>
            <a:spLocks xmlns:a="http://schemas.openxmlformats.org/drawingml/2006/main" noGrp="1"/>
          </p:cNvSpPr>
          <p:nvPr/>
        </p:nvSpPr>
        <p:spPr>
          <a:xfrm xmlns:a="http://schemas.openxmlformats.org/drawingml/2006/main">
            <a:off x="8362950" y="1809750"/>
            <a:ext cx="28575" cy="0"/>
          </a:xfrm>
          <a:prstGeom xmlns:a="http://schemas.openxmlformats.org/drawingml/2006/main" prst="rect">
            <a:avLst/>
          </a:prstGeom>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4565B61E-6AA5-4BE7-999A-201764371C08}"/>
              </a:ext>
            </a:extLst>
          </p:cNvPr>
          <p:cNvSpPr>
            <a:spLocks xmlns:a="http://schemas.openxmlformats.org/drawingml/2006/main" noGrp="1"/>
          </p:cNvSpPr>
          <p:nvPr/>
        </p:nvSpPr>
        <p:spPr>
          <a:xfrm xmlns:a="http://schemas.openxmlformats.org/drawingml/2006/main">
            <a:off x="8667750" y="18097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315BFF"/>
                </a:solidFill>
                <a:latin typeface="Avenir Next"/>
                <a:ea typeface="Avenir Next"/>
                <a:cs typeface="Avenir Next"/>
              </a:defRPr>
            </a:pPr>
            <a:r>
              <a:rPr sz="825" b="1" i="0">
                <a:solidFill>
                  <a:srgbClr val="315BFF"/>
                </a:solidFill>
                <a:latin typeface="Avenir Next"/>
                <a:ea typeface="Avenir Next"/>
                <a:cs typeface="Avenir Next"/>
              </a:rPr>
              <a:t>CONEXIONES QUE LA HABILITAN</a:t>
            </a:r>
          </a:p>
        </p:txBody>
      </p:sp>
      <p:sp>
        <p:nvSpPr>
          <p:cNvPr id="21" name="">
            <a:extLst xmlns:a="http://schemas.openxmlformats.org/drawingml/2006/main">
              <a:ext uri="{FF2B5EF4-FFF2-40B4-BE49-F238E27FC236}">
                <a16:creationId xmlns:a16="http://schemas.microsoft.com/office/drawing/2014/main" id="{BDD3D160-D48A-4648-B467-FCA0C72CA16D}"/>
              </a:ext>
            </a:extLst>
          </p:cNvPr>
          <p:cNvSpPr>
            <a:spLocks xmlns:a="http://schemas.openxmlformats.org/drawingml/2006/main" noGrp="1"/>
          </p:cNvSpPr>
          <p:nvPr/>
        </p:nvSpPr>
        <p:spPr>
          <a:xfrm xmlns:a="http://schemas.openxmlformats.org/drawingml/2006/main">
            <a:off x="8667750" y="2190750"/>
            <a:ext cx="2857500" cy="2667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7000"/>
              </a:lnSpc>
              <a:buNone/>
              <a:defRPr sz="1125" b="0" i="0">
                <a:solidFill>
                  <a:srgbClr val="FFFFFF">
                    <a:alpha val="72000"/>
                  </a:srgbClr>
                </a:solidFill>
                <a:latin typeface="Avenir Next"/>
                <a:ea typeface="Avenir Next"/>
                <a:cs typeface="Avenir Next"/>
              </a:defRPr>
            </a:pPr>
            <a:r>
              <a:rPr sz="1125" b="0" i="0">
                <a:solidFill>
                  <a:srgbClr val="FFFFFF">
                    <a:alpha val="72000"/>
                  </a:srgbClr>
                </a:solidFill>
                <a:latin typeface="Avenir Next"/>
                <a:ea typeface="Avenir Next"/>
                <a:cs typeface="Avenir Next"/>
              </a:rPr>
              <a:t>— Programación valida contrato y grafía</a:t>
            </a:r>
          </a:p>
          <a:p xmlns:a="http://schemas.openxmlformats.org/drawingml/2006/main">
            <a:pPr algn="l">
              <a:lnSpc>
                <a:spcPct val="117000"/>
              </a:lnSpc>
              <a:buNone/>
              <a:defRPr sz="1125" b="0" i="0">
                <a:solidFill>
                  <a:srgbClr val="FFFFFF">
                    <a:alpha val="72000"/>
                  </a:srgbClr>
                </a:solidFill>
                <a:latin typeface="Avenir Next"/>
                <a:ea typeface="Avenir Next"/>
                <a:cs typeface="Avenir Next"/>
              </a:defRPr>
            </a:pPr>
            <a:r>
              <a:rPr sz="1125" b="0" i="0">
                <a:solidFill>
                  <a:srgbClr val="FFFFFF">
                    <a:alpha val="72000"/>
                  </a:srgbClr>
                </a:solidFill>
                <a:latin typeface="Avenir Next"/>
                <a:ea typeface="Avenir Next"/>
                <a:cs typeface="Avenir Next"/>
              </a:rPr>
              <a:t>— Comercial valida precio total, inclusiones y términos</a:t>
            </a:r>
          </a:p>
          <a:p xmlns:a="http://schemas.openxmlformats.org/drawingml/2006/main">
            <a:pPr algn="l">
              <a:lnSpc>
                <a:spcPct val="117000"/>
              </a:lnSpc>
              <a:buNone/>
              <a:defRPr sz="1125" b="0" i="0">
                <a:solidFill>
                  <a:srgbClr val="FFFFFF">
                    <a:alpha val="72000"/>
                  </a:srgbClr>
                </a:solidFill>
                <a:latin typeface="Avenir Next"/>
                <a:ea typeface="Avenir Next"/>
                <a:cs typeface="Avenir Next"/>
              </a:defRPr>
            </a:pPr>
            <a:r>
              <a:rPr sz="1125" b="0" i="0">
                <a:solidFill>
                  <a:srgbClr val="FFFFFF">
                    <a:alpha val="72000"/>
                  </a:srgbClr>
                </a:solidFill>
                <a:latin typeface="Avenir Next"/>
                <a:ea typeface="Avenir Next"/>
                <a:cs typeface="Avenir Next"/>
              </a:rPr>
              <a:t>— Tecnología prueba destino</a:t>
            </a:r>
          </a:p>
          <a:p xmlns:a="http://schemas.openxmlformats.org/drawingml/2006/main">
            <a:pPr algn="l">
              <a:lnSpc>
                <a:spcPct val="117000"/>
              </a:lnSpc>
              <a:buNone/>
              <a:defRPr sz="1125" b="0" i="0">
                <a:solidFill>
                  <a:srgbClr val="FFFFFF">
                    <a:alpha val="72000"/>
                  </a:srgbClr>
                </a:solidFill>
                <a:latin typeface="Avenir Next"/>
                <a:ea typeface="Avenir Next"/>
                <a:cs typeface="Avenir Next"/>
              </a:defRPr>
            </a:pPr>
            <a:r>
              <a:rPr sz="1125" b="0" i="0">
                <a:solidFill>
                  <a:srgbClr val="FFFFFF">
                    <a:alpha val="72000"/>
                  </a:srgbClr>
                </a:solidFill>
                <a:latin typeface="Avenir Next"/>
                <a:ea typeface="Avenir Next"/>
                <a:cs typeface="Avenir Next"/>
              </a:rPr>
              <a:t>— Relaciones Públicas coordina presentación</a:t>
            </a:r>
          </a:p>
        </p:txBody>
      </p:sp>
      <p:sp>
        <p:nvSpPr>
          <p:cNvPr id="22" name="">
            <a:extLst xmlns:a="http://schemas.openxmlformats.org/drawingml/2006/main">
              <a:ext uri="{FF2B5EF4-FFF2-40B4-BE49-F238E27FC236}">
                <a16:creationId xmlns:a16="http://schemas.microsoft.com/office/drawing/2014/main" id="{7A444405-0B4D-44A6-B680-E06BE35884C9}"/>
              </a:ext>
            </a:extLst>
          </p:cNvPr>
          <p:cNvSpPr>
            <a:spLocks xmlns:a="http://schemas.openxmlformats.org/drawingml/2006/main" noGrp="1"/>
          </p:cNvSpPr>
          <p:nvPr/>
        </p:nvSpPr>
        <p:spPr>
          <a:xfrm xmlns:a="http://schemas.openxmlformats.org/drawingml/2006/main">
            <a:off x="1809750" y="5562600"/>
            <a:ext cx="9715500" cy="628650"/>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22BF2A6D-85A9-4DF0-BE58-937C41A45E68}"/>
              </a:ext>
            </a:extLst>
          </p:cNvPr>
          <p:cNvSpPr>
            <a:spLocks xmlns:a="http://schemas.openxmlformats.org/drawingml/2006/main" noGrp="1"/>
          </p:cNvSpPr>
          <p:nvPr/>
        </p:nvSpPr>
        <p:spPr>
          <a:xfrm xmlns:a="http://schemas.openxmlformats.org/drawingml/2006/main">
            <a:off x="2019300" y="5753100"/>
            <a:ext cx="9296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CONTRATO + DÍA + PRECIO + DERECHOS + COMPRA DE PRUEBA. SI FALTA UNO, SE MUEVE.</a:t>
            </a:r>
          </a:p>
        </p:txBody>
      </p:sp>
      <p:sp>
        <p:nvSpPr>
          <p:cNvPr id="24" name="">
            <a:extLst xmlns:a="http://schemas.openxmlformats.org/drawingml/2006/main">
              <a:ext uri="{FF2B5EF4-FFF2-40B4-BE49-F238E27FC236}">
                <a16:creationId xmlns:a16="http://schemas.microsoft.com/office/drawing/2014/main" id="{2B6DCE04-D541-4858-A756-53D64246185E}"/>
              </a:ext>
            </a:extLst>
          </p:cNvPr>
          <p:cNvSpPr>
            <a:spLocks xmlns:a="http://schemas.openxmlformats.org/drawingml/2006/main" noGrp="1"/>
          </p:cNvSpPr>
          <p:nvPr/>
        </p:nvSpPr>
        <p:spPr>
          <a:xfrm xmlns:a="http://schemas.openxmlformats.org/drawingml/2006/main">
            <a:off x="1809750" y="6534150"/>
            <a:ext cx="4762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675" b="1" i="0">
                <a:solidFill>
                  <a:srgbClr val="FFFFFF">
                    <a:alpha val="52000"/>
                  </a:srgbClr>
                </a:solidFill>
                <a:latin typeface="Avenir Next"/>
                <a:ea typeface="Avenir Next"/>
                <a:cs typeface="Avenir Next"/>
              </a:defRPr>
            </a:pPr>
            <a:r>
              <a:rPr sz="675" b="1" i="0">
                <a:solidFill>
                  <a:srgbClr val="FFFFFF">
                    <a:alpha val="52000"/>
                  </a:srgbClr>
                </a:solidFill>
                <a:latin typeface="Avenir Next"/>
                <a:ea typeface="Avenir Next"/>
                <a:cs typeface="Avenir Next"/>
              </a:rPr>
              <a:t>DOCUMENTO INTERNO · PROPUESTA EN REVISIÓN</a:t>
            </a:r>
          </a:p>
        </p:txBody>
      </p:sp>
    </p:spTree>
    <p:extLst>
      <p:ext uri="{BB962C8B-B14F-4D97-AF65-F5344CB8AC3E}">
        <p14:creationId xmlns:p14="http://schemas.microsoft.com/office/powerpoint/2010/main" val="1615901651"/>
      </p:ext>
    </p:extLst>
  </p:cSld>
</p:sld>
</file>

<file path=ppt/slides/slide50.xml><?xml version="1.0" encoding="utf-8"?>
<p:sld xmlns:p="http://schemas.openxmlformats.org/presentationml/2006/main">
  <p:cSld>
    <p:bg>
      <p:bgPr>
        <a:solidFill xmlns:a="http://schemas.openxmlformats.org/drawingml/2006/main">
          <a:srgbClr val="160A22"/>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B165FAFF-EE5C-425B-AA22-7FE845F78893}"/>
              </a:ext>
            </a:extLst>
          </p:cNvPr>
          <p:cNvSpPr>
            <a:spLocks xmlns:a="http://schemas.openxmlformats.org/drawingml/2006/main" noGrp="1"/>
          </p:cNvSpPr>
          <p:nvPr/>
        </p:nvSpPr>
        <p:spPr>
          <a:xfrm xmlns:a="http://schemas.openxmlformats.org/drawingml/2006/main">
            <a:off x="0" y="0"/>
            <a:ext cx="2438400" cy="66675"/>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4082CBF-14A3-4D35-8810-B667FD898B96}"/>
              </a:ext>
            </a:extLst>
          </p:cNvPr>
          <p:cNvSpPr>
            <a:spLocks xmlns:a="http://schemas.openxmlformats.org/drawingml/2006/main" noGrp="1"/>
          </p:cNvSpPr>
          <p:nvPr/>
        </p:nvSpPr>
        <p:spPr>
          <a:xfrm xmlns:a="http://schemas.openxmlformats.org/drawingml/2006/main">
            <a:off x="2438400" y="0"/>
            <a:ext cx="2438400" cy="66675"/>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FE23DFD-3F64-4317-965B-D56F7F1EFEA6}"/>
              </a:ext>
            </a:extLst>
          </p:cNvPr>
          <p:cNvSpPr>
            <a:spLocks xmlns:a="http://schemas.openxmlformats.org/drawingml/2006/main" noGrp="1"/>
          </p:cNvSpPr>
          <p:nvPr/>
        </p:nvSpPr>
        <p:spPr>
          <a:xfrm xmlns:a="http://schemas.openxmlformats.org/drawingml/2006/main">
            <a:off x="4876800" y="0"/>
            <a:ext cx="2438400" cy="66675"/>
          </a:xfrm>
          <a:prstGeom xmlns:a="http://schemas.openxmlformats.org/drawingml/2006/main" prst="rect">
            <a:avLst/>
          </a:prstGeom>
          <a:solidFill xmlns:a="http://schemas.openxmlformats.org/drawingml/2006/main">
            <a:srgbClr val="FFC92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224F327-955D-4A76-8DEA-72C8480AB5C0}"/>
              </a:ext>
            </a:extLst>
          </p:cNvPr>
          <p:cNvSpPr>
            <a:spLocks xmlns:a="http://schemas.openxmlformats.org/drawingml/2006/main" noGrp="1"/>
          </p:cNvSpPr>
          <p:nvPr/>
        </p:nvSpPr>
        <p:spPr>
          <a:xfrm xmlns:a="http://schemas.openxmlformats.org/drawingml/2006/main">
            <a:off x="7315200" y="0"/>
            <a:ext cx="2438400" cy="66675"/>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7BA2091D-4B74-45A1-80F1-0E70AEED1140}"/>
              </a:ext>
            </a:extLst>
          </p:cNvPr>
          <p:cNvSpPr>
            <a:spLocks xmlns:a="http://schemas.openxmlformats.org/drawingml/2006/main" noGrp="1"/>
          </p:cNvSpPr>
          <p:nvPr/>
        </p:nvSpPr>
        <p:spPr>
          <a:xfrm xmlns:a="http://schemas.openxmlformats.org/drawingml/2006/main">
            <a:off x="9753600" y="0"/>
            <a:ext cx="2438400" cy="66675"/>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8E97D31E-DA6B-4A56-B6E2-9D2452021FB9}"/>
              </a:ext>
            </a:extLst>
          </p:cNvPr>
          <p:cNvSpPr>
            <a:spLocks xmlns:a="http://schemas.openxmlformats.org/drawingml/2006/main" noGrp="1"/>
          </p:cNvSpPr>
          <p:nvPr/>
        </p:nvSpPr>
        <p:spPr>
          <a:xfrm xmlns:a="http://schemas.openxmlformats.org/drawingml/2006/main">
            <a:off x="609600" y="26670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FFC928"/>
                </a:solidFill>
                <a:latin typeface="Avenir Next"/>
                <a:ea typeface="Avenir Next"/>
                <a:cs typeface="Avenir Next"/>
              </a:defRPr>
            </a:pPr>
            <a:r>
              <a:rPr sz="825" b="1" i="0">
                <a:solidFill>
                  <a:srgbClr val="FFC928"/>
                </a:solidFill>
                <a:latin typeface="Avenir Next"/>
                <a:ea typeface="Avenir Next"/>
                <a:cs typeface="Avenir Next"/>
              </a:rPr>
              <a:t>SEMANA 05</a:t>
            </a:r>
          </a:p>
        </p:txBody>
      </p:sp>
      <p:sp>
        <p:nvSpPr>
          <p:cNvPr id="7" name="">
            <a:extLst xmlns:a="http://schemas.openxmlformats.org/drawingml/2006/main">
              <a:ext uri="{FF2B5EF4-FFF2-40B4-BE49-F238E27FC236}">
                <a16:creationId xmlns:a16="http://schemas.microsoft.com/office/drawing/2014/main" id="{B2D77D94-F6BF-4892-8CDB-247827375542}"/>
              </a:ext>
            </a:extLst>
          </p:cNvPr>
          <p:cNvSpPr>
            <a:spLocks xmlns:a="http://schemas.openxmlformats.org/drawingml/2006/main" noGrp="1"/>
          </p:cNvSpPr>
          <p:nvPr/>
        </p:nvSpPr>
        <p:spPr>
          <a:xfrm xmlns:a="http://schemas.openxmlformats.org/drawingml/2006/main">
            <a:off x="11239500" y="6505575"/>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750" b="1" i="0">
                <a:solidFill>
                  <a:srgbClr val="FFFFFF">
                    <a:alpha val="52000"/>
                  </a:srgbClr>
                </a:solidFill>
                <a:latin typeface="Avenir Next"/>
                <a:ea typeface="Avenir Next"/>
                <a:cs typeface="Avenir Next"/>
              </a:defRPr>
            </a:pPr>
            <a:r>
              <a:rPr sz="750" b="1" i="0">
                <a:solidFill>
                  <a:srgbClr val="FFFFFF">
                    <a:alpha val="52000"/>
                  </a:srgbClr>
                </a:solidFill>
                <a:latin typeface="Avenir Next"/>
                <a:ea typeface="Avenir Next"/>
                <a:cs typeface="Avenir Next"/>
              </a:rPr>
              <a:t>50</a:t>
            </a:r>
          </a:p>
        </p:txBody>
      </p:sp>
      <p:sp>
        <p:nvSpPr>
          <p:cNvPr id="8" name="">
            <a:extLst xmlns:a="http://schemas.openxmlformats.org/drawingml/2006/main">
              <a:ext uri="{FF2B5EF4-FFF2-40B4-BE49-F238E27FC236}">
                <a16:creationId xmlns:a16="http://schemas.microsoft.com/office/drawing/2014/main" id="{68039897-B0DD-4544-A714-99AA60A23F0E}"/>
              </a:ext>
            </a:extLst>
          </p:cNvPr>
          <p:cNvSpPr>
            <a:spLocks xmlns:a="http://schemas.openxmlformats.org/drawingml/2006/main" noGrp="1"/>
          </p:cNvSpPr>
          <p:nvPr/>
        </p:nvSpPr>
        <p:spPr>
          <a:xfrm xmlns:a="http://schemas.openxmlformats.org/drawingml/2006/main">
            <a:off x="0" y="66675"/>
            <a:ext cx="1504950" cy="6791325"/>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22FA8447-5AC8-403C-9D0E-5E7FF5ED9CB5}"/>
              </a:ext>
            </a:extLst>
          </p:cNvPr>
          <p:cNvSpPr>
            <a:spLocks xmlns:a="http://schemas.openxmlformats.org/drawingml/2006/main" noGrp="1"/>
          </p:cNvSpPr>
          <p:nvPr/>
        </p:nvSpPr>
        <p:spPr>
          <a:xfrm xmlns:a="http://schemas.openxmlformats.org/drawingml/2006/main">
            <a:off x="190500" y="110490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941"/>
          </a:bodyPr>
          <a:lstStyle xmlns:a="http://schemas.openxmlformats.org/drawingml/2006/main"/>
          <a:p xmlns:a="http://schemas.openxmlformats.org/drawingml/2006/main">
            <a:pPr algn="ctr">
              <a:lnSpc>
                <a:spcPct val="105000"/>
              </a:lnSpc>
              <a:buNone/>
              <a:defRPr sz="2025" b="1" i="0">
                <a:solidFill>
                  <a:srgbClr val="FFFFFF"/>
                </a:solidFill>
                <a:latin typeface="DIN Condensed"/>
                <a:ea typeface="DIN Condensed"/>
                <a:cs typeface="DIN Condensed"/>
              </a:defRPr>
            </a:pPr>
            <a:r>
              <a:rPr sz="2025" b="1" i="0">
                <a:solidFill>
                  <a:srgbClr val="FFFFFF"/>
                </a:solidFill>
                <a:latin typeface="DIN Condensed"/>
                <a:ea typeface="DIN Condensed"/>
                <a:cs typeface="DIN Condensed"/>
              </a:rPr>
              <a:t>SEMANA</a:t>
            </a:r>
          </a:p>
        </p:txBody>
      </p:sp>
      <p:sp>
        <p:nvSpPr>
          <p:cNvPr id="10" name="">
            <a:extLst xmlns:a="http://schemas.openxmlformats.org/drawingml/2006/main">
              <a:ext uri="{FF2B5EF4-FFF2-40B4-BE49-F238E27FC236}">
                <a16:creationId xmlns:a16="http://schemas.microsoft.com/office/drawing/2014/main" id="{51EE7F3E-AFA7-49B7-A1F6-C5DA00FDFBC0}"/>
              </a:ext>
            </a:extLst>
          </p:cNvPr>
          <p:cNvSpPr>
            <a:spLocks xmlns:a="http://schemas.openxmlformats.org/drawingml/2006/main" noGrp="1"/>
          </p:cNvSpPr>
          <p:nvPr/>
        </p:nvSpPr>
        <p:spPr>
          <a:xfrm xmlns:a="http://schemas.openxmlformats.org/drawingml/2006/main">
            <a:off x="190500" y="1504950"/>
            <a:ext cx="1143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84000"/>
              </a:lnSpc>
              <a:buNone/>
              <a:defRPr sz="4950" b="1" i="0">
                <a:solidFill>
                  <a:srgbClr val="FFFFFF"/>
                </a:solidFill>
                <a:latin typeface="DIN Condensed"/>
                <a:ea typeface="DIN Condensed"/>
                <a:cs typeface="DIN Condensed"/>
              </a:defRPr>
            </a:pPr>
            <a:r>
              <a:rPr sz="4950" b="1" i="0">
                <a:solidFill>
                  <a:srgbClr val="FFFFFF"/>
                </a:solidFill>
                <a:latin typeface="DIN Condensed"/>
                <a:ea typeface="DIN Condensed"/>
                <a:cs typeface="DIN Condensed"/>
              </a:rPr>
              <a:t>05</a:t>
            </a:r>
          </a:p>
        </p:txBody>
      </p:sp>
      <p:sp>
        <p:nvSpPr>
          <p:cNvPr id="11" name="">
            <a:extLst xmlns:a="http://schemas.openxmlformats.org/drawingml/2006/main">
              <a:ext uri="{FF2B5EF4-FFF2-40B4-BE49-F238E27FC236}">
                <a16:creationId xmlns:a16="http://schemas.microsoft.com/office/drawing/2014/main" id="{C446FFEC-3CB3-45DB-8478-939FE4093E60}"/>
              </a:ext>
            </a:extLst>
          </p:cNvPr>
          <p:cNvSpPr>
            <a:spLocks xmlns:a="http://schemas.openxmlformats.org/drawingml/2006/main" noGrp="1"/>
          </p:cNvSpPr>
          <p:nvPr/>
        </p:nvSpPr>
        <p:spPr>
          <a:xfrm xmlns:a="http://schemas.openxmlformats.org/drawingml/2006/main">
            <a:off x="190500" y="2590800"/>
            <a:ext cx="114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21–27 SEP</a:t>
            </a:r>
          </a:p>
        </p:txBody>
      </p:sp>
      <p:sp>
        <p:nvSpPr>
          <p:cNvPr id="12" name="">
            <a:extLst xmlns:a="http://schemas.openxmlformats.org/drawingml/2006/main">
              <a:ext uri="{FF2B5EF4-FFF2-40B4-BE49-F238E27FC236}">
                <a16:creationId xmlns:a16="http://schemas.microsoft.com/office/drawing/2014/main" id="{F3A51DCA-288D-4CDA-8886-21D08E374822}"/>
              </a:ext>
            </a:extLst>
          </p:cNvPr>
          <p:cNvSpPr>
            <a:spLocks xmlns:a="http://schemas.openxmlformats.org/drawingml/2006/main" noGrp="1"/>
          </p:cNvSpPr>
          <p:nvPr/>
        </p:nvSpPr>
        <p:spPr>
          <a:xfrm xmlns:a="http://schemas.openxmlformats.org/drawingml/2006/main">
            <a:off x="1809750" y="609600"/>
            <a:ext cx="9334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4050" b="1" i="0">
                <a:solidFill>
                  <a:srgbClr val="FFFFFF"/>
                </a:solidFill>
                <a:latin typeface="DIN Condensed"/>
                <a:ea typeface="DIN Condensed"/>
                <a:cs typeface="DIN Condensed"/>
              </a:defRPr>
            </a:pPr>
            <a:r>
              <a:rPr sz="4050" b="1" i="0">
                <a:solidFill>
                  <a:srgbClr val="FFFFFF"/>
                </a:solidFill>
                <a:latin typeface="DIN Condensed"/>
                <a:ea typeface="DIN Condensed"/>
                <a:cs typeface="DIN Condensed"/>
              </a:rPr>
              <a:t>HACER QUE LA COMUNIDAD AMPLIFIQUE</a:t>
            </a:r>
          </a:p>
        </p:txBody>
      </p:sp>
      <p:sp>
        <p:nvSpPr>
          <p:cNvPr id="13" name="">
            <a:extLst xmlns:a="http://schemas.openxmlformats.org/drawingml/2006/main">
              <a:ext uri="{FF2B5EF4-FFF2-40B4-BE49-F238E27FC236}">
                <a16:creationId xmlns:a16="http://schemas.microsoft.com/office/drawing/2014/main" id="{EB46C5BB-9B3D-47E6-8C8B-831C8CBAEAF8}"/>
              </a:ext>
            </a:extLst>
          </p:cNvPr>
          <p:cNvSpPr>
            <a:spLocks xmlns:a="http://schemas.openxmlformats.org/drawingml/2006/main" noGrp="1"/>
          </p:cNvSpPr>
          <p:nvPr/>
        </p:nvSpPr>
        <p:spPr>
          <a:xfrm xmlns:a="http://schemas.openxmlformats.org/drawingml/2006/main">
            <a:off x="1809750" y="1428750"/>
            <a:ext cx="952500" cy="66675"/>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A9B19A69-3F64-4A60-B066-479BBFE9EED1}"/>
              </a:ext>
            </a:extLst>
          </p:cNvPr>
          <p:cNvSpPr>
            <a:spLocks xmlns:a="http://schemas.openxmlformats.org/drawingml/2006/main" noGrp="1"/>
          </p:cNvSpPr>
          <p:nvPr/>
        </p:nvSpPr>
        <p:spPr>
          <a:xfrm xmlns:a="http://schemas.openxmlformats.org/drawingml/2006/main">
            <a:off x="1809750" y="1809750"/>
            <a:ext cx="2952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E72D78"/>
                </a:solidFill>
                <a:latin typeface="Avenir Next"/>
                <a:ea typeface="Avenir Next"/>
                <a:cs typeface="Avenir Next"/>
              </a:defRPr>
            </a:pPr>
            <a:r>
              <a:rPr sz="825" b="1" i="0">
                <a:solidFill>
                  <a:srgbClr val="E72D78"/>
                </a:solidFill>
                <a:latin typeface="Avenir Next"/>
                <a:ea typeface="Avenir Next"/>
                <a:cs typeface="Avenir Next"/>
              </a:rPr>
              <a:t>LO QUE VE Y SIENTE EL PÚBLICO</a:t>
            </a:r>
          </a:p>
        </p:txBody>
      </p:sp>
      <p:sp>
        <p:nvSpPr>
          <p:cNvPr id="15" name="">
            <a:extLst xmlns:a="http://schemas.openxmlformats.org/drawingml/2006/main">
              <a:ext uri="{FF2B5EF4-FFF2-40B4-BE49-F238E27FC236}">
                <a16:creationId xmlns:a16="http://schemas.microsoft.com/office/drawing/2014/main" id="{3F59195D-AF88-42CF-9A09-D98AF30237DE}"/>
              </a:ext>
            </a:extLst>
          </p:cNvPr>
          <p:cNvSpPr>
            <a:spLocks xmlns:a="http://schemas.openxmlformats.org/drawingml/2006/main" noGrp="1"/>
          </p:cNvSpPr>
          <p:nvPr/>
        </p:nvSpPr>
        <p:spPr>
          <a:xfrm xmlns:a="http://schemas.openxmlformats.org/drawingml/2006/main">
            <a:off x="1809750" y="2190750"/>
            <a:ext cx="295275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8000"/>
              </a:lnSpc>
              <a:buNone/>
              <a:defRPr sz="1275" b="0" i="0">
                <a:solidFill>
                  <a:srgbClr val="FFFFFF"/>
                </a:solidFill>
                <a:latin typeface="Avenir Next"/>
                <a:ea typeface="Avenir Next"/>
                <a:cs typeface="Avenir Next"/>
              </a:defRPr>
            </a:pPr>
            <a:r>
              <a:rPr sz="1275" b="0" i="0">
                <a:solidFill>
                  <a:srgbClr val="FFFFFF"/>
                </a:solidFill>
                <a:latin typeface="Avenir Next"/>
                <a:ea typeface="Avenir Next"/>
                <a:cs typeface="Avenir Next"/>
              </a:rPr>
              <a:t>— premiar reto con acta y verificación</a:t>
            </a:r>
          </a:p>
          <a:p xmlns:a="http://schemas.openxmlformats.org/drawingml/2006/main">
            <a:pPr algn="l">
              <a:lnSpc>
                <a:spcPct val="118000"/>
              </a:lnSpc>
              <a:buNone/>
              <a:defRPr sz="1275" b="0" i="0">
                <a:solidFill>
                  <a:srgbClr val="FFFFFF"/>
                </a:solidFill>
                <a:latin typeface="Avenir Next"/>
                <a:ea typeface="Avenir Next"/>
                <a:cs typeface="Avenir Next"/>
              </a:defRPr>
            </a:pPr>
            <a:r>
              <a:rPr sz="1275" b="0" i="0">
                <a:solidFill>
                  <a:srgbClr val="FFFFFF"/>
                </a:solidFill>
                <a:latin typeface="Avenir Next"/>
                <a:ea typeface="Avenir Next"/>
                <a:cs typeface="Avenir Next"/>
              </a:rPr>
              <a:t>— abrir bases de Rey Pan y Srta. Colada Morada</a:t>
            </a:r>
          </a:p>
          <a:p xmlns:a="http://schemas.openxmlformats.org/drawingml/2006/main">
            <a:pPr algn="l">
              <a:lnSpc>
                <a:spcPct val="118000"/>
              </a:lnSpc>
              <a:buNone/>
              <a:defRPr sz="1275" b="0" i="0">
                <a:solidFill>
                  <a:srgbClr val="FFFFFF"/>
                </a:solidFill>
                <a:latin typeface="Avenir Next"/>
                <a:ea typeface="Avenir Next"/>
                <a:cs typeface="Avenir Next"/>
              </a:defRPr>
            </a:pPr>
            <a:r>
              <a:rPr sz="1275" b="0" i="0">
                <a:solidFill>
                  <a:srgbClr val="FFFFFF"/>
                </a:solidFill>
                <a:latin typeface="Avenir Next"/>
                <a:ea typeface="Avenir Next"/>
                <a:cs typeface="Avenir Next"/>
              </a:rPr>
              <a:t>— foto/ruta familiar + descubrimientos del territorio</a:t>
            </a:r>
          </a:p>
          <a:p xmlns:a="http://schemas.openxmlformats.org/drawingml/2006/main">
            <a:pPr algn="l">
              <a:lnSpc>
                <a:spcPct val="118000"/>
              </a:lnSpc>
              <a:buNone/>
              <a:defRPr sz="1275" b="0" i="0">
                <a:solidFill>
                  <a:srgbClr val="FFFFFF"/>
                </a:solidFill>
                <a:latin typeface="Avenir Next"/>
                <a:ea typeface="Avenir Next"/>
                <a:cs typeface="Avenir Next"/>
              </a:defRPr>
            </a:pPr>
            <a:r>
              <a:rPr sz="1275" b="0" i="0">
                <a:solidFill>
                  <a:srgbClr val="FFFFFF"/>
                </a:solidFill>
                <a:latin typeface="Avenir Next"/>
                <a:ea typeface="Avenir Next"/>
                <a:cs typeface="Avenir Next"/>
              </a:rPr>
              <a:t>— segunda/tercera revelación</a:t>
            </a:r>
          </a:p>
        </p:txBody>
      </p:sp>
      <p:sp>
        <p:nvSpPr>
          <p:cNvPr id="16" name="">
            <a:extLst xmlns:a="http://schemas.openxmlformats.org/drawingml/2006/main">
              <a:ext uri="{FF2B5EF4-FFF2-40B4-BE49-F238E27FC236}">
                <a16:creationId xmlns:a16="http://schemas.microsoft.com/office/drawing/2014/main" id="{8D46B9E1-32A1-457A-9500-2DA5CC9907AE}"/>
              </a:ext>
            </a:extLst>
          </p:cNvPr>
          <p:cNvSpPr>
            <a:spLocks xmlns:a="http://schemas.openxmlformats.org/drawingml/2006/main" noGrp="1"/>
          </p:cNvSpPr>
          <p:nvPr/>
        </p:nvSpPr>
        <p:spPr>
          <a:xfrm xmlns:a="http://schemas.openxmlformats.org/drawingml/2006/main">
            <a:off x="4953000" y="1809750"/>
            <a:ext cx="28575" cy="0"/>
          </a:xfrm>
          <a:prstGeom xmlns:a="http://schemas.openxmlformats.org/drawingml/2006/main" prst="rect">
            <a:avLst/>
          </a:prstGeom>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6554298A-2A17-4029-8E85-A933BD07EEDE}"/>
              </a:ext>
            </a:extLst>
          </p:cNvPr>
          <p:cNvSpPr>
            <a:spLocks xmlns:a="http://schemas.openxmlformats.org/drawingml/2006/main" noGrp="1"/>
          </p:cNvSpPr>
          <p:nvPr/>
        </p:nvSpPr>
        <p:spPr>
          <a:xfrm xmlns:a="http://schemas.openxmlformats.org/drawingml/2006/main">
            <a:off x="5276850" y="18097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E72D78"/>
                </a:solidFill>
                <a:latin typeface="Avenir Next"/>
                <a:ea typeface="Avenir Next"/>
                <a:cs typeface="Avenir Next"/>
              </a:defRPr>
            </a:pPr>
            <a:r>
              <a:rPr sz="825" b="1" i="0">
                <a:solidFill>
                  <a:srgbClr val="E72D78"/>
                </a:solidFill>
                <a:latin typeface="Avenir Next"/>
                <a:ea typeface="Avenir Next"/>
                <a:cs typeface="Avenir Next"/>
              </a:rPr>
              <a:t>ENTREGABLES DE LA SEMANA</a:t>
            </a:r>
          </a:p>
        </p:txBody>
      </p:sp>
      <p:sp>
        <p:nvSpPr>
          <p:cNvPr id="18" name="">
            <a:extLst xmlns:a="http://schemas.openxmlformats.org/drawingml/2006/main">
              <a:ext uri="{FF2B5EF4-FFF2-40B4-BE49-F238E27FC236}">
                <a16:creationId xmlns:a16="http://schemas.microsoft.com/office/drawing/2014/main" id="{A12ED0A3-C525-4ACE-8072-A85330927472}"/>
              </a:ext>
            </a:extLst>
          </p:cNvPr>
          <p:cNvSpPr>
            <a:spLocks xmlns:a="http://schemas.openxmlformats.org/drawingml/2006/main" noGrp="1"/>
          </p:cNvSpPr>
          <p:nvPr/>
        </p:nvSpPr>
        <p:spPr>
          <a:xfrm xmlns:a="http://schemas.openxmlformats.org/drawingml/2006/main">
            <a:off x="5276850" y="2190750"/>
            <a:ext cx="285750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8000"/>
              </a:lnSpc>
              <a:buNone/>
              <a:defRPr sz="1275" b="1" i="0">
                <a:solidFill>
                  <a:srgbClr val="FFFFFF"/>
                </a:solidFill>
                <a:latin typeface="Avenir Next"/>
                <a:ea typeface="Avenir Next"/>
                <a:cs typeface="Avenir Next"/>
              </a:defRPr>
            </a:pPr>
            <a:r>
              <a:rPr sz="1275" b="1" i="0">
                <a:solidFill>
                  <a:srgbClr val="FFFFFF"/>
                </a:solidFill>
                <a:latin typeface="Avenir Next"/>
                <a:ea typeface="Avenir Next"/>
                <a:cs typeface="Avenir Next"/>
              </a:rPr>
              <a:t>— acta de jurado y premios</a:t>
            </a:r>
          </a:p>
          <a:p xmlns:a="http://schemas.openxmlformats.org/drawingml/2006/main">
            <a:pPr algn="l">
              <a:lnSpc>
                <a:spcPct val="118000"/>
              </a:lnSpc>
              <a:buNone/>
              <a:defRPr sz="1275" b="1" i="0">
                <a:solidFill>
                  <a:srgbClr val="FFFFFF"/>
                </a:solidFill>
                <a:latin typeface="Avenir Next"/>
                <a:ea typeface="Avenir Next"/>
                <a:cs typeface="Avenir Next"/>
              </a:defRPr>
            </a:pPr>
            <a:r>
              <a:rPr sz="1275" b="1" i="0">
                <a:solidFill>
                  <a:srgbClr val="FFFFFF"/>
                </a:solidFill>
                <a:latin typeface="Avenir Next"/>
                <a:ea typeface="Avenir Next"/>
                <a:cs typeface="Avenir Next"/>
              </a:rPr>
              <a:t>— bases: categorías, criterios, jurado, consentimiento, premios y antifraude</a:t>
            </a:r>
          </a:p>
          <a:p xmlns:a="http://schemas.openxmlformats.org/drawingml/2006/main">
            <a:pPr algn="l">
              <a:lnSpc>
                <a:spcPct val="118000"/>
              </a:lnSpc>
              <a:buNone/>
              <a:defRPr sz="1275" b="1" i="0">
                <a:solidFill>
                  <a:srgbClr val="FFFFFF"/>
                </a:solidFill>
                <a:latin typeface="Avenir Next"/>
                <a:ea typeface="Avenir Next"/>
                <a:cs typeface="Avenir Next"/>
              </a:defRPr>
            </a:pPr>
            <a:r>
              <a:rPr sz="1275" b="1" i="0">
                <a:solidFill>
                  <a:srgbClr val="FFFFFF"/>
                </a:solidFill>
                <a:latin typeface="Avenir Next"/>
                <a:ea typeface="Avenir Next"/>
                <a:cs typeface="Avenir Next"/>
              </a:rPr>
              <a:t>— prueba de campo PWA 25 SEP</a:t>
            </a:r>
          </a:p>
          <a:p xmlns:a="http://schemas.openxmlformats.org/drawingml/2006/main">
            <a:pPr algn="l">
              <a:lnSpc>
                <a:spcPct val="118000"/>
              </a:lnSpc>
              <a:buNone/>
              <a:defRPr sz="1275" b="1" i="0">
                <a:solidFill>
                  <a:srgbClr val="FFFFFF"/>
                </a:solidFill>
                <a:latin typeface="Avenir Next"/>
                <a:ea typeface="Avenir Next"/>
                <a:cs typeface="Avenir Next"/>
              </a:defRPr>
            </a:pPr>
            <a:r>
              <a:rPr sz="1275" b="1" i="0">
                <a:solidFill>
                  <a:srgbClr val="FFFFFF"/>
                </a:solidFill>
                <a:latin typeface="Avenir Next"/>
                <a:ea typeface="Avenir Next"/>
                <a:cs typeface="Avenir Next"/>
              </a:rPr>
              <a:t>— encargos de embajadores y creadores</a:t>
            </a:r>
          </a:p>
        </p:txBody>
      </p:sp>
      <p:sp>
        <p:nvSpPr>
          <p:cNvPr id="19" name="">
            <a:extLst xmlns:a="http://schemas.openxmlformats.org/drawingml/2006/main">
              <a:ext uri="{FF2B5EF4-FFF2-40B4-BE49-F238E27FC236}">
                <a16:creationId xmlns:a16="http://schemas.microsoft.com/office/drawing/2014/main" id="{F4353E25-7F76-4C63-AE1B-2D67B5FC71E4}"/>
              </a:ext>
            </a:extLst>
          </p:cNvPr>
          <p:cNvSpPr>
            <a:spLocks xmlns:a="http://schemas.openxmlformats.org/drawingml/2006/main" noGrp="1"/>
          </p:cNvSpPr>
          <p:nvPr/>
        </p:nvSpPr>
        <p:spPr>
          <a:xfrm xmlns:a="http://schemas.openxmlformats.org/drawingml/2006/main">
            <a:off x="8362950" y="1809750"/>
            <a:ext cx="28575" cy="0"/>
          </a:xfrm>
          <a:prstGeom xmlns:a="http://schemas.openxmlformats.org/drawingml/2006/main" prst="rect">
            <a:avLst/>
          </a:prstGeom>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CD87956C-FE32-47F9-AEF4-FF14D138744B}"/>
              </a:ext>
            </a:extLst>
          </p:cNvPr>
          <p:cNvSpPr>
            <a:spLocks xmlns:a="http://schemas.openxmlformats.org/drawingml/2006/main" noGrp="1"/>
          </p:cNvSpPr>
          <p:nvPr/>
        </p:nvSpPr>
        <p:spPr>
          <a:xfrm xmlns:a="http://schemas.openxmlformats.org/drawingml/2006/main">
            <a:off x="8667750" y="18097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E72D78"/>
                </a:solidFill>
                <a:latin typeface="Avenir Next"/>
                <a:ea typeface="Avenir Next"/>
                <a:cs typeface="Avenir Next"/>
              </a:defRPr>
            </a:pPr>
            <a:r>
              <a:rPr sz="825" b="1" i="0">
                <a:solidFill>
                  <a:srgbClr val="E72D78"/>
                </a:solidFill>
                <a:latin typeface="Avenir Next"/>
                <a:ea typeface="Avenir Next"/>
                <a:cs typeface="Avenir Next"/>
              </a:rPr>
              <a:t>CONEXIONES QUE LA HABILITAN</a:t>
            </a:r>
          </a:p>
        </p:txBody>
      </p:sp>
      <p:sp>
        <p:nvSpPr>
          <p:cNvPr id="21" name="">
            <a:extLst xmlns:a="http://schemas.openxmlformats.org/drawingml/2006/main">
              <a:ext uri="{FF2B5EF4-FFF2-40B4-BE49-F238E27FC236}">
                <a16:creationId xmlns:a16="http://schemas.microsoft.com/office/drawing/2014/main" id="{7AE1DFE0-1688-46D5-B567-2D3C8D4EA40A}"/>
              </a:ext>
            </a:extLst>
          </p:cNvPr>
          <p:cNvSpPr>
            <a:spLocks xmlns:a="http://schemas.openxmlformats.org/drawingml/2006/main" noGrp="1"/>
          </p:cNvSpPr>
          <p:nvPr/>
        </p:nvSpPr>
        <p:spPr>
          <a:xfrm xmlns:a="http://schemas.openxmlformats.org/drawingml/2006/main">
            <a:off x="8667750" y="2190750"/>
            <a:ext cx="2857500" cy="2667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7000"/>
              </a:lnSpc>
              <a:buNone/>
              <a:defRPr sz="1125" b="0" i="0">
                <a:solidFill>
                  <a:srgbClr val="FFFFFF">
                    <a:alpha val="72000"/>
                  </a:srgbClr>
                </a:solidFill>
                <a:latin typeface="Avenir Next"/>
                <a:ea typeface="Avenir Next"/>
                <a:cs typeface="Avenir Next"/>
              </a:defRPr>
            </a:pPr>
            <a:r>
              <a:rPr sz="1125" b="0" i="0">
                <a:solidFill>
                  <a:srgbClr val="FFFFFF">
                    <a:alpha val="72000"/>
                  </a:srgbClr>
                </a:solidFill>
                <a:latin typeface="Avenir Next"/>
                <a:ea typeface="Avenir Next"/>
                <a:cs typeface="Avenir Next"/>
              </a:rPr>
              <a:t>— Cultura y legal validan bases</a:t>
            </a:r>
          </a:p>
          <a:p xmlns:a="http://schemas.openxmlformats.org/drawingml/2006/main">
            <a:pPr algn="l">
              <a:lnSpc>
                <a:spcPct val="117000"/>
              </a:lnSpc>
              <a:buNone/>
              <a:defRPr sz="1125" b="0" i="0">
                <a:solidFill>
                  <a:srgbClr val="FFFFFF">
                    <a:alpha val="72000"/>
                  </a:srgbClr>
                </a:solidFill>
                <a:latin typeface="Avenir Next"/>
                <a:ea typeface="Avenir Next"/>
                <a:cs typeface="Avenir Next"/>
              </a:defRPr>
            </a:pPr>
            <a:r>
              <a:rPr sz="1125" b="0" i="0">
                <a:solidFill>
                  <a:srgbClr val="FFFFFF">
                    <a:alpha val="72000"/>
                  </a:srgbClr>
                </a:solidFill>
                <a:latin typeface="Avenir Next"/>
                <a:ea typeface="Avenir Next"/>
                <a:cs typeface="Avenir Next"/>
              </a:rPr>
              <a:t>— Experiencia define rutas</a:t>
            </a:r>
          </a:p>
          <a:p xmlns:a="http://schemas.openxmlformats.org/drawingml/2006/main">
            <a:pPr algn="l">
              <a:lnSpc>
                <a:spcPct val="117000"/>
              </a:lnSpc>
              <a:buNone/>
              <a:defRPr sz="1125" b="0" i="0">
                <a:solidFill>
                  <a:srgbClr val="FFFFFF">
                    <a:alpha val="72000"/>
                  </a:srgbClr>
                </a:solidFill>
                <a:latin typeface="Avenir Next"/>
                <a:ea typeface="Avenir Next"/>
                <a:cs typeface="Avenir Next"/>
              </a:defRPr>
            </a:pPr>
            <a:r>
              <a:rPr sz="1125" b="0" i="0">
                <a:solidFill>
                  <a:srgbClr val="FFFFFF">
                    <a:alpha val="72000"/>
                  </a:srgbClr>
                </a:solidFill>
                <a:latin typeface="Avenir Next"/>
                <a:ea typeface="Avenir Next"/>
                <a:cs typeface="Avenir Next"/>
              </a:rPr>
              <a:t>— Datos concilia participación</a:t>
            </a:r>
          </a:p>
          <a:p xmlns:a="http://schemas.openxmlformats.org/drawingml/2006/main">
            <a:pPr algn="l">
              <a:lnSpc>
                <a:spcPct val="117000"/>
              </a:lnSpc>
              <a:buNone/>
              <a:defRPr sz="1125" b="0" i="0">
                <a:solidFill>
                  <a:srgbClr val="FFFFFF">
                    <a:alpha val="72000"/>
                  </a:srgbClr>
                </a:solidFill>
                <a:latin typeface="Avenir Next"/>
                <a:ea typeface="Avenir Next"/>
                <a:cs typeface="Avenir Next"/>
              </a:defRPr>
            </a:pPr>
            <a:r>
              <a:rPr sz="1125" b="0" i="0">
                <a:solidFill>
                  <a:srgbClr val="FFFFFF">
                    <a:alpha val="72000"/>
                  </a:srgbClr>
                </a:solidFill>
                <a:latin typeface="Avenir Next"/>
                <a:ea typeface="Avenir Next"/>
                <a:cs typeface="Avenir Next"/>
              </a:rPr>
              <a:t>— Relaciones Públicas protege embargo</a:t>
            </a:r>
          </a:p>
        </p:txBody>
      </p:sp>
      <p:sp>
        <p:nvSpPr>
          <p:cNvPr id="22" name="">
            <a:extLst xmlns:a="http://schemas.openxmlformats.org/drawingml/2006/main">
              <a:ext uri="{FF2B5EF4-FFF2-40B4-BE49-F238E27FC236}">
                <a16:creationId xmlns:a16="http://schemas.microsoft.com/office/drawing/2014/main" id="{3B1F67AD-10AA-4D3D-8201-8E7A40FABADE}"/>
              </a:ext>
            </a:extLst>
          </p:cNvPr>
          <p:cNvSpPr>
            <a:spLocks xmlns:a="http://schemas.openxmlformats.org/drawingml/2006/main" noGrp="1"/>
          </p:cNvSpPr>
          <p:nvPr/>
        </p:nvSpPr>
        <p:spPr>
          <a:xfrm xmlns:a="http://schemas.openxmlformats.org/drawingml/2006/main">
            <a:off x="1809750" y="5562600"/>
            <a:ext cx="9715500" cy="628650"/>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301B209C-F0D0-413C-AF32-5ACB42E93B05}"/>
              </a:ext>
            </a:extLst>
          </p:cNvPr>
          <p:cNvSpPr>
            <a:spLocks xmlns:a="http://schemas.openxmlformats.org/drawingml/2006/main" noGrp="1"/>
          </p:cNvSpPr>
          <p:nvPr/>
        </p:nvSpPr>
        <p:spPr>
          <a:xfrm xmlns:a="http://schemas.openxmlformats.org/drawingml/2006/main">
            <a:off x="2019300" y="5753100"/>
            <a:ext cx="9296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PREMIO ENTREGADO = RESULTADO DOCUMENTADO. REVELACIÓN = DÍA COMPLETO, NO SOLO NOMBRE.</a:t>
            </a:r>
          </a:p>
        </p:txBody>
      </p:sp>
      <p:sp>
        <p:nvSpPr>
          <p:cNvPr id="24" name="">
            <a:extLst xmlns:a="http://schemas.openxmlformats.org/drawingml/2006/main">
              <a:ext uri="{FF2B5EF4-FFF2-40B4-BE49-F238E27FC236}">
                <a16:creationId xmlns:a16="http://schemas.microsoft.com/office/drawing/2014/main" id="{282E8D18-2E35-467E-A07D-DB8A81DD7F3A}"/>
              </a:ext>
            </a:extLst>
          </p:cNvPr>
          <p:cNvSpPr>
            <a:spLocks xmlns:a="http://schemas.openxmlformats.org/drawingml/2006/main" noGrp="1"/>
          </p:cNvSpPr>
          <p:nvPr/>
        </p:nvSpPr>
        <p:spPr>
          <a:xfrm xmlns:a="http://schemas.openxmlformats.org/drawingml/2006/main">
            <a:off x="1809750" y="6534150"/>
            <a:ext cx="4762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675" b="1" i="0">
                <a:solidFill>
                  <a:srgbClr val="FFFFFF">
                    <a:alpha val="52000"/>
                  </a:srgbClr>
                </a:solidFill>
                <a:latin typeface="Avenir Next"/>
                <a:ea typeface="Avenir Next"/>
                <a:cs typeface="Avenir Next"/>
              </a:defRPr>
            </a:pPr>
            <a:r>
              <a:rPr sz="675" b="1" i="0">
                <a:solidFill>
                  <a:srgbClr val="FFFFFF">
                    <a:alpha val="52000"/>
                  </a:srgbClr>
                </a:solidFill>
                <a:latin typeface="Avenir Next"/>
                <a:ea typeface="Avenir Next"/>
                <a:cs typeface="Avenir Next"/>
              </a:rPr>
              <a:t>DOCUMENTO INTERNO · PROPUESTA EN REVISIÓN</a:t>
            </a:r>
          </a:p>
        </p:txBody>
      </p:sp>
    </p:spTree>
    <p:extLst>
      <p:ext uri="{BB962C8B-B14F-4D97-AF65-F5344CB8AC3E}">
        <p14:creationId xmlns:p14="http://schemas.microsoft.com/office/powerpoint/2010/main" val="2079910045"/>
      </p:ext>
    </p:extLst>
  </p:cSld>
</p:sld>
</file>

<file path=ppt/slides/slide51.xml><?xml version="1.0" encoding="utf-8"?>
<p:sld xmlns:p="http://schemas.openxmlformats.org/presentationml/2006/main">
  <p:cSld>
    <p:bg>
      <p:bgPr>
        <a:solidFill xmlns:a="http://schemas.openxmlformats.org/drawingml/2006/main">
          <a:srgbClr val="160A22"/>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3040AAAE-CBE5-4C91-A7C7-191176771795}"/>
              </a:ext>
            </a:extLst>
          </p:cNvPr>
          <p:cNvSpPr>
            <a:spLocks xmlns:a="http://schemas.openxmlformats.org/drawingml/2006/main" noGrp="1"/>
          </p:cNvSpPr>
          <p:nvPr/>
        </p:nvSpPr>
        <p:spPr>
          <a:xfrm xmlns:a="http://schemas.openxmlformats.org/drawingml/2006/main">
            <a:off x="0" y="0"/>
            <a:ext cx="2438400" cy="66675"/>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302C68E-243C-470C-B398-FFE5FC6AF9E6}"/>
              </a:ext>
            </a:extLst>
          </p:cNvPr>
          <p:cNvSpPr>
            <a:spLocks xmlns:a="http://schemas.openxmlformats.org/drawingml/2006/main" noGrp="1"/>
          </p:cNvSpPr>
          <p:nvPr/>
        </p:nvSpPr>
        <p:spPr>
          <a:xfrm xmlns:a="http://schemas.openxmlformats.org/drawingml/2006/main">
            <a:off x="2438400" y="0"/>
            <a:ext cx="2438400" cy="66675"/>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6DD52B8-6A11-4692-959F-4BD5531C461B}"/>
              </a:ext>
            </a:extLst>
          </p:cNvPr>
          <p:cNvSpPr>
            <a:spLocks xmlns:a="http://schemas.openxmlformats.org/drawingml/2006/main" noGrp="1"/>
          </p:cNvSpPr>
          <p:nvPr/>
        </p:nvSpPr>
        <p:spPr>
          <a:xfrm xmlns:a="http://schemas.openxmlformats.org/drawingml/2006/main">
            <a:off x="4876800" y="0"/>
            <a:ext cx="2438400" cy="66675"/>
          </a:xfrm>
          <a:prstGeom xmlns:a="http://schemas.openxmlformats.org/drawingml/2006/main" prst="rect">
            <a:avLst/>
          </a:prstGeom>
          <a:solidFill xmlns:a="http://schemas.openxmlformats.org/drawingml/2006/main">
            <a:srgbClr val="FFC92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150DFA8D-612E-46F4-BB2C-1C230F7BA0D1}"/>
              </a:ext>
            </a:extLst>
          </p:cNvPr>
          <p:cNvSpPr>
            <a:spLocks xmlns:a="http://schemas.openxmlformats.org/drawingml/2006/main" noGrp="1"/>
          </p:cNvSpPr>
          <p:nvPr/>
        </p:nvSpPr>
        <p:spPr>
          <a:xfrm xmlns:a="http://schemas.openxmlformats.org/drawingml/2006/main">
            <a:off x="7315200" y="0"/>
            <a:ext cx="2438400" cy="66675"/>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A20075B1-8403-4D91-A8BA-971BF2C61FE9}"/>
              </a:ext>
            </a:extLst>
          </p:cNvPr>
          <p:cNvSpPr>
            <a:spLocks xmlns:a="http://schemas.openxmlformats.org/drawingml/2006/main" noGrp="1"/>
          </p:cNvSpPr>
          <p:nvPr/>
        </p:nvSpPr>
        <p:spPr>
          <a:xfrm xmlns:a="http://schemas.openxmlformats.org/drawingml/2006/main">
            <a:off x="9753600" y="0"/>
            <a:ext cx="2438400" cy="66675"/>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F320585-2AE6-4FFC-953A-EE91F1424566}"/>
              </a:ext>
            </a:extLst>
          </p:cNvPr>
          <p:cNvSpPr>
            <a:spLocks xmlns:a="http://schemas.openxmlformats.org/drawingml/2006/main" noGrp="1"/>
          </p:cNvSpPr>
          <p:nvPr/>
        </p:nvSpPr>
        <p:spPr>
          <a:xfrm xmlns:a="http://schemas.openxmlformats.org/drawingml/2006/main">
            <a:off x="609600" y="26670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FFC928"/>
                </a:solidFill>
                <a:latin typeface="Avenir Next"/>
                <a:ea typeface="Avenir Next"/>
                <a:cs typeface="Avenir Next"/>
              </a:defRPr>
            </a:pPr>
            <a:r>
              <a:rPr sz="825" b="1" i="0">
                <a:solidFill>
                  <a:srgbClr val="FFC928"/>
                </a:solidFill>
                <a:latin typeface="Avenir Next"/>
                <a:ea typeface="Avenir Next"/>
                <a:cs typeface="Avenir Next"/>
              </a:rPr>
              <a:t>SEMANA 06</a:t>
            </a:r>
          </a:p>
        </p:txBody>
      </p:sp>
      <p:sp>
        <p:nvSpPr>
          <p:cNvPr id="7" name="">
            <a:extLst xmlns:a="http://schemas.openxmlformats.org/drawingml/2006/main">
              <a:ext uri="{FF2B5EF4-FFF2-40B4-BE49-F238E27FC236}">
                <a16:creationId xmlns:a16="http://schemas.microsoft.com/office/drawing/2014/main" id="{A2432EE8-76DC-4FEB-96D6-618167BFA96E}"/>
              </a:ext>
            </a:extLst>
          </p:cNvPr>
          <p:cNvSpPr>
            <a:spLocks xmlns:a="http://schemas.openxmlformats.org/drawingml/2006/main" noGrp="1"/>
          </p:cNvSpPr>
          <p:nvPr/>
        </p:nvSpPr>
        <p:spPr>
          <a:xfrm xmlns:a="http://schemas.openxmlformats.org/drawingml/2006/main">
            <a:off x="11239500" y="6505575"/>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750" b="1" i="0">
                <a:solidFill>
                  <a:srgbClr val="FFFFFF">
                    <a:alpha val="52000"/>
                  </a:srgbClr>
                </a:solidFill>
                <a:latin typeface="Avenir Next"/>
                <a:ea typeface="Avenir Next"/>
                <a:cs typeface="Avenir Next"/>
              </a:defRPr>
            </a:pPr>
            <a:r>
              <a:rPr sz="750" b="1" i="0">
                <a:solidFill>
                  <a:srgbClr val="FFFFFF">
                    <a:alpha val="52000"/>
                  </a:srgbClr>
                </a:solidFill>
                <a:latin typeface="Avenir Next"/>
                <a:ea typeface="Avenir Next"/>
                <a:cs typeface="Avenir Next"/>
              </a:rPr>
              <a:t>51</a:t>
            </a:r>
          </a:p>
        </p:txBody>
      </p:sp>
      <p:sp>
        <p:nvSpPr>
          <p:cNvPr id="8" name="">
            <a:extLst xmlns:a="http://schemas.openxmlformats.org/drawingml/2006/main">
              <a:ext uri="{FF2B5EF4-FFF2-40B4-BE49-F238E27FC236}">
                <a16:creationId xmlns:a16="http://schemas.microsoft.com/office/drawing/2014/main" id="{DA4CCE9A-396D-4C5A-BFB6-6D34B347AA69}"/>
              </a:ext>
            </a:extLst>
          </p:cNvPr>
          <p:cNvSpPr>
            <a:spLocks xmlns:a="http://schemas.openxmlformats.org/drawingml/2006/main" noGrp="1"/>
          </p:cNvSpPr>
          <p:nvPr/>
        </p:nvSpPr>
        <p:spPr>
          <a:xfrm xmlns:a="http://schemas.openxmlformats.org/drawingml/2006/main">
            <a:off x="0" y="66675"/>
            <a:ext cx="1504950" cy="6791325"/>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EF1E904D-9EE3-4427-B42B-E3A290AEA6F0}"/>
              </a:ext>
            </a:extLst>
          </p:cNvPr>
          <p:cNvSpPr>
            <a:spLocks xmlns:a="http://schemas.openxmlformats.org/drawingml/2006/main" noGrp="1"/>
          </p:cNvSpPr>
          <p:nvPr/>
        </p:nvSpPr>
        <p:spPr>
          <a:xfrm xmlns:a="http://schemas.openxmlformats.org/drawingml/2006/main">
            <a:off x="190500" y="110490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941"/>
          </a:bodyPr>
          <a:lstStyle xmlns:a="http://schemas.openxmlformats.org/drawingml/2006/main"/>
          <a:p xmlns:a="http://schemas.openxmlformats.org/drawingml/2006/main">
            <a:pPr algn="ctr">
              <a:lnSpc>
                <a:spcPct val="105000"/>
              </a:lnSpc>
              <a:buNone/>
              <a:defRPr sz="2025" b="1" i="0">
                <a:solidFill>
                  <a:srgbClr val="FFFFFF"/>
                </a:solidFill>
                <a:latin typeface="DIN Condensed"/>
                <a:ea typeface="DIN Condensed"/>
                <a:cs typeface="DIN Condensed"/>
              </a:defRPr>
            </a:pPr>
            <a:r>
              <a:rPr sz="2025" b="1" i="0">
                <a:solidFill>
                  <a:srgbClr val="FFFFFF"/>
                </a:solidFill>
                <a:latin typeface="DIN Condensed"/>
                <a:ea typeface="DIN Condensed"/>
                <a:cs typeface="DIN Condensed"/>
              </a:rPr>
              <a:t>SEMANA</a:t>
            </a:r>
          </a:p>
        </p:txBody>
      </p:sp>
      <p:sp>
        <p:nvSpPr>
          <p:cNvPr id="10" name="">
            <a:extLst xmlns:a="http://schemas.openxmlformats.org/drawingml/2006/main">
              <a:ext uri="{FF2B5EF4-FFF2-40B4-BE49-F238E27FC236}">
                <a16:creationId xmlns:a16="http://schemas.microsoft.com/office/drawing/2014/main" id="{7E423D96-925E-440E-81CE-207867F17EE8}"/>
              </a:ext>
            </a:extLst>
          </p:cNvPr>
          <p:cNvSpPr>
            <a:spLocks xmlns:a="http://schemas.openxmlformats.org/drawingml/2006/main" noGrp="1"/>
          </p:cNvSpPr>
          <p:nvPr/>
        </p:nvSpPr>
        <p:spPr>
          <a:xfrm xmlns:a="http://schemas.openxmlformats.org/drawingml/2006/main">
            <a:off x="190500" y="1504950"/>
            <a:ext cx="1143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84000"/>
              </a:lnSpc>
              <a:buNone/>
              <a:defRPr sz="4950" b="1" i="0">
                <a:solidFill>
                  <a:srgbClr val="FFFFFF"/>
                </a:solidFill>
                <a:latin typeface="DIN Condensed"/>
                <a:ea typeface="DIN Condensed"/>
                <a:cs typeface="DIN Condensed"/>
              </a:defRPr>
            </a:pPr>
            <a:r>
              <a:rPr sz="4950" b="1" i="0">
                <a:solidFill>
                  <a:srgbClr val="FFFFFF"/>
                </a:solidFill>
                <a:latin typeface="DIN Condensed"/>
                <a:ea typeface="DIN Condensed"/>
                <a:cs typeface="DIN Condensed"/>
              </a:rPr>
              <a:t>06</a:t>
            </a:r>
          </a:p>
        </p:txBody>
      </p:sp>
      <p:sp>
        <p:nvSpPr>
          <p:cNvPr id="11" name="">
            <a:extLst xmlns:a="http://schemas.openxmlformats.org/drawingml/2006/main">
              <a:ext uri="{FF2B5EF4-FFF2-40B4-BE49-F238E27FC236}">
                <a16:creationId xmlns:a16="http://schemas.microsoft.com/office/drawing/2014/main" id="{FDD8276F-3DF2-44E2-A4A4-3236DB5C48A8}"/>
              </a:ext>
            </a:extLst>
          </p:cNvPr>
          <p:cNvSpPr>
            <a:spLocks xmlns:a="http://schemas.openxmlformats.org/drawingml/2006/main" noGrp="1"/>
          </p:cNvSpPr>
          <p:nvPr/>
        </p:nvSpPr>
        <p:spPr>
          <a:xfrm xmlns:a="http://schemas.openxmlformats.org/drawingml/2006/main">
            <a:off x="190500" y="2590800"/>
            <a:ext cx="114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28 SEP–4 OCT</a:t>
            </a:r>
          </a:p>
        </p:txBody>
      </p:sp>
      <p:sp>
        <p:nvSpPr>
          <p:cNvPr id="12" name="">
            <a:extLst xmlns:a="http://schemas.openxmlformats.org/drawingml/2006/main">
              <a:ext uri="{FF2B5EF4-FFF2-40B4-BE49-F238E27FC236}">
                <a16:creationId xmlns:a16="http://schemas.microsoft.com/office/drawing/2014/main" id="{9486DB46-70EF-48C2-864C-56F63B17F8F4}"/>
              </a:ext>
            </a:extLst>
          </p:cNvPr>
          <p:cNvSpPr>
            <a:spLocks xmlns:a="http://schemas.openxmlformats.org/drawingml/2006/main" noGrp="1"/>
          </p:cNvSpPr>
          <p:nvPr/>
        </p:nvSpPr>
        <p:spPr>
          <a:xfrm xmlns:a="http://schemas.openxmlformats.org/drawingml/2006/main">
            <a:off x="1809750" y="609600"/>
            <a:ext cx="9334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4050" b="1" i="0">
                <a:solidFill>
                  <a:srgbClr val="FFFFFF"/>
                </a:solidFill>
                <a:latin typeface="DIN Condensed"/>
                <a:ea typeface="DIN Condensed"/>
                <a:cs typeface="DIN Condensed"/>
              </a:defRPr>
            </a:pPr>
            <a:r>
              <a:rPr sz="4050" b="1" i="0">
                <a:solidFill>
                  <a:srgbClr val="FFFFFF"/>
                </a:solidFill>
                <a:latin typeface="DIN Condensed"/>
                <a:ea typeface="DIN Condensed"/>
                <a:cs typeface="DIN Condensed"/>
              </a:rPr>
              <a:t>MOSTRAR EL TERRITORIO COMPLETO</a:t>
            </a:r>
          </a:p>
        </p:txBody>
      </p:sp>
      <p:sp>
        <p:nvSpPr>
          <p:cNvPr id="13" name="">
            <a:extLst xmlns:a="http://schemas.openxmlformats.org/drawingml/2006/main">
              <a:ext uri="{FF2B5EF4-FFF2-40B4-BE49-F238E27FC236}">
                <a16:creationId xmlns:a16="http://schemas.microsoft.com/office/drawing/2014/main" id="{D3EFD9E7-7706-4B4E-81B1-FB0CAB731EB3}"/>
              </a:ext>
            </a:extLst>
          </p:cNvPr>
          <p:cNvSpPr>
            <a:spLocks xmlns:a="http://schemas.openxmlformats.org/drawingml/2006/main" noGrp="1"/>
          </p:cNvSpPr>
          <p:nvPr/>
        </p:nvSpPr>
        <p:spPr>
          <a:xfrm xmlns:a="http://schemas.openxmlformats.org/drawingml/2006/main">
            <a:off x="1809750" y="1428750"/>
            <a:ext cx="952500" cy="66675"/>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B271470D-A7A5-4F12-A391-FD2978727562}"/>
              </a:ext>
            </a:extLst>
          </p:cNvPr>
          <p:cNvSpPr>
            <a:spLocks xmlns:a="http://schemas.openxmlformats.org/drawingml/2006/main" noGrp="1"/>
          </p:cNvSpPr>
          <p:nvPr/>
        </p:nvSpPr>
        <p:spPr>
          <a:xfrm xmlns:a="http://schemas.openxmlformats.org/drawingml/2006/main">
            <a:off x="1809750" y="1809750"/>
            <a:ext cx="2952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FF6A1A"/>
                </a:solidFill>
                <a:latin typeface="Avenir Next"/>
                <a:ea typeface="Avenir Next"/>
                <a:cs typeface="Avenir Next"/>
              </a:defRPr>
            </a:pPr>
            <a:r>
              <a:rPr sz="825" b="1" i="0">
                <a:solidFill>
                  <a:srgbClr val="FF6A1A"/>
                </a:solidFill>
                <a:latin typeface="Avenir Next"/>
                <a:ea typeface="Avenir Next"/>
                <a:cs typeface="Avenir Next"/>
              </a:rPr>
              <a:t>LO QUE VE Y SIENTE EL PÚBLICO</a:t>
            </a:r>
          </a:p>
        </p:txBody>
      </p:sp>
      <p:sp>
        <p:nvSpPr>
          <p:cNvPr id="15" name="">
            <a:extLst xmlns:a="http://schemas.openxmlformats.org/drawingml/2006/main">
              <a:ext uri="{FF2B5EF4-FFF2-40B4-BE49-F238E27FC236}">
                <a16:creationId xmlns:a16="http://schemas.microsoft.com/office/drawing/2014/main" id="{F507C4ED-57A5-44B1-BA84-552ABE090ADE}"/>
              </a:ext>
            </a:extLst>
          </p:cNvPr>
          <p:cNvSpPr>
            <a:spLocks xmlns:a="http://schemas.openxmlformats.org/drawingml/2006/main" noGrp="1"/>
          </p:cNvSpPr>
          <p:nvPr/>
        </p:nvSpPr>
        <p:spPr>
          <a:xfrm xmlns:a="http://schemas.openxmlformats.org/drawingml/2006/main">
            <a:off x="1809750" y="2190750"/>
            <a:ext cx="295275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8000"/>
              </a:lnSpc>
              <a:buNone/>
              <a:defRPr sz="1275" b="0" i="0">
                <a:solidFill>
                  <a:srgbClr val="FFFFFF"/>
                </a:solidFill>
                <a:latin typeface="Avenir Next"/>
                <a:ea typeface="Avenir Next"/>
                <a:cs typeface="Avenir Next"/>
              </a:defRPr>
            </a:pPr>
            <a:r>
              <a:rPr sz="1275" b="0" i="0">
                <a:solidFill>
                  <a:srgbClr val="FFFFFF"/>
                </a:solidFill>
                <a:latin typeface="Avenir Next"/>
                <a:ea typeface="Avenir Next"/>
                <a:cs typeface="Avenir Next"/>
              </a:rPr>
              <a:t>— programación por plaza y jornada</a:t>
            </a:r>
          </a:p>
          <a:p xmlns:a="http://schemas.openxmlformats.org/drawingml/2006/main">
            <a:pPr algn="l">
              <a:lnSpc>
                <a:spcPct val="118000"/>
              </a:lnSpc>
              <a:buNone/>
              <a:defRPr sz="1275" b="0" i="0">
                <a:solidFill>
                  <a:srgbClr val="FFFFFF"/>
                </a:solidFill>
                <a:latin typeface="Avenir Next"/>
                <a:ea typeface="Avenir Next"/>
                <a:cs typeface="Avenir Next"/>
              </a:defRPr>
            </a:pPr>
            <a:r>
              <a:rPr sz="1275" b="0" i="0">
                <a:solidFill>
                  <a:srgbClr val="FFFFFF"/>
                </a:solidFill>
                <a:latin typeface="Avenir Next"/>
                <a:ea typeface="Avenir Next"/>
                <a:cs typeface="Avenir Next"/>
              </a:rPr>
              <a:t>— atractivos confirmados + descubrimientos del territorio</a:t>
            </a:r>
          </a:p>
          <a:p xmlns:a="http://schemas.openxmlformats.org/drawingml/2006/main">
            <a:pPr algn="l">
              <a:lnSpc>
                <a:spcPct val="118000"/>
              </a:lnSpc>
              <a:buNone/>
              <a:defRPr sz="1275" b="0" i="0">
                <a:solidFill>
                  <a:srgbClr val="FFFFFF"/>
                </a:solidFill>
                <a:latin typeface="Avenir Next"/>
                <a:ea typeface="Avenir Next"/>
                <a:cs typeface="Avenir Next"/>
              </a:defRPr>
            </a:pPr>
            <a:r>
              <a:rPr sz="1275" b="0" i="0">
                <a:solidFill>
                  <a:srgbClr val="FFFFFF"/>
                </a:solidFill>
                <a:latin typeface="Avenir Next"/>
                <a:ea typeface="Avenir Next"/>
                <a:cs typeface="Avenir Next"/>
              </a:rPr>
              <a:t>— postulaciones Rey Pan/Srta. Colada Morada</a:t>
            </a:r>
          </a:p>
          <a:p xmlns:a="http://schemas.openxmlformats.org/drawingml/2006/main">
            <a:pPr algn="l">
              <a:lnSpc>
                <a:spcPct val="118000"/>
              </a:lnSpc>
              <a:buNone/>
              <a:defRPr sz="1275" b="0" i="0">
                <a:solidFill>
                  <a:srgbClr val="FFFFFF"/>
                </a:solidFill>
                <a:latin typeface="Avenir Next"/>
                <a:ea typeface="Avenir Next"/>
                <a:cs typeface="Avenir Next"/>
              </a:defRPr>
            </a:pPr>
            <a:r>
              <a:rPr sz="1275" b="0" i="0">
                <a:solidFill>
                  <a:srgbClr val="FFFFFF"/>
                </a:solidFill>
                <a:latin typeface="Avenir Next"/>
                <a:ea typeface="Avenir Next"/>
                <a:cs typeface="Avenir Next"/>
              </a:rPr>
              <a:t>— cartel completo desde 2 OCT si está validado</a:t>
            </a:r>
          </a:p>
        </p:txBody>
      </p:sp>
      <p:sp>
        <p:nvSpPr>
          <p:cNvPr id="16" name="">
            <a:extLst xmlns:a="http://schemas.openxmlformats.org/drawingml/2006/main">
              <a:ext uri="{FF2B5EF4-FFF2-40B4-BE49-F238E27FC236}">
                <a16:creationId xmlns:a16="http://schemas.microsoft.com/office/drawing/2014/main" id="{84FD682A-2225-42C5-8EE8-2657E66C1FD0}"/>
              </a:ext>
            </a:extLst>
          </p:cNvPr>
          <p:cNvSpPr>
            <a:spLocks xmlns:a="http://schemas.openxmlformats.org/drawingml/2006/main" noGrp="1"/>
          </p:cNvSpPr>
          <p:nvPr/>
        </p:nvSpPr>
        <p:spPr>
          <a:xfrm xmlns:a="http://schemas.openxmlformats.org/drawingml/2006/main">
            <a:off x="4953000" y="1809750"/>
            <a:ext cx="28575" cy="0"/>
          </a:xfrm>
          <a:prstGeom xmlns:a="http://schemas.openxmlformats.org/drawingml/2006/main" prst="rect">
            <a:avLst/>
          </a:prstGeom>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9ABE804B-9D91-4645-B409-B6A96D1B47D0}"/>
              </a:ext>
            </a:extLst>
          </p:cNvPr>
          <p:cNvSpPr>
            <a:spLocks xmlns:a="http://schemas.openxmlformats.org/drawingml/2006/main" noGrp="1"/>
          </p:cNvSpPr>
          <p:nvPr/>
        </p:nvSpPr>
        <p:spPr>
          <a:xfrm xmlns:a="http://schemas.openxmlformats.org/drawingml/2006/main">
            <a:off x="5276850" y="18097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FF6A1A"/>
                </a:solidFill>
                <a:latin typeface="Avenir Next"/>
                <a:ea typeface="Avenir Next"/>
                <a:cs typeface="Avenir Next"/>
              </a:defRPr>
            </a:pPr>
            <a:r>
              <a:rPr sz="825" b="1" i="0">
                <a:solidFill>
                  <a:srgbClr val="FF6A1A"/>
                </a:solidFill>
                <a:latin typeface="Avenir Next"/>
                <a:ea typeface="Avenir Next"/>
                <a:cs typeface="Avenir Next"/>
              </a:rPr>
              <a:t>ENTREGABLES DE LA SEMANA</a:t>
            </a:r>
          </a:p>
        </p:txBody>
      </p:sp>
      <p:sp>
        <p:nvSpPr>
          <p:cNvPr id="18" name="">
            <a:extLst xmlns:a="http://schemas.openxmlformats.org/drawingml/2006/main">
              <a:ext uri="{FF2B5EF4-FFF2-40B4-BE49-F238E27FC236}">
                <a16:creationId xmlns:a16="http://schemas.microsoft.com/office/drawing/2014/main" id="{53B78BB1-35A4-4C88-9E43-661FEBFF93EB}"/>
              </a:ext>
            </a:extLst>
          </p:cNvPr>
          <p:cNvSpPr>
            <a:spLocks xmlns:a="http://schemas.openxmlformats.org/drawingml/2006/main" noGrp="1"/>
          </p:cNvSpPr>
          <p:nvPr/>
        </p:nvSpPr>
        <p:spPr>
          <a:xfrm xmlns:a="http://schemas.openxmlformats.org/drawingml/2006/main">
            <a:off x="5276850" y="2190750"/>
            <a:ext cx="285750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8000"/>
              </a:lnSpc>
              <a:buNone/>
              <a:defRPr sz="1275" b="1" i="0">
                <a:solidFill>
                  <a:srgbClr val="FFFFFF"/>
                </a:solidFill>
                <a:latin typeface="Avenir Next"/>
                <a:ea typeface="Avenir Next"/>
                <a:cs typeface="Avenir Next"/>
              </a:defRPr>
            </a:pPr>
            <a:r>
              <a:rPr sz="1275" b="1" i="0">
                <a:solidFill>
                  <a:srgbClr val="FFFFFF"/>
                </a:solidFill>
                <a:latin typeface="Avenir Next"/>
                <a:ea typeface="Avenir Next"/>
                <a:cs typeface="Avenir Next"/>
              </a:rPr>
              <a:t>— versión candidata PWA con modo offline</a:t>
            </a:r>
          </a:p>
          <a:p xmlns:a="http://schemas.openxmlformats.org/drawingml/2006/main">
            <a:pPr algn="l">
              <a:lnSpc>
                <a:spcPct val="118000"/>
              </a:lnSpc>
              <a:buNone/>
              <a:defRPr sz="1275" b="1" i="0">
                <a:solidFill>
                  <a:srgbClr val="FFFFFF"/>
                </a:solidFill>
                <a:latin typeface="Avenir Next"/>
                <a:ea typeface="Avenir Next"/>
                <a:cs typeface="Avenir Next"/>
              </a:defRPr>
            </a:pPr>
            <a:r>
              <a:rPr sz="1275" b="1" i="0">
                <a:solidFill>
                  <a:srgbClr val="FFFFFF"/>
                </a:solidFill>
                <a:latin typeface="Avenir Next"/>
                <a:ea typeface="Avenir Next"/>
                <a:cs typeface="Avenir Next"/>
              </a:rPr>
              <a:t>— agenda maestra versionada</a:t>
            </a:r>
          </a:p>
          <a:p xmlns:a="http://schemas.openxmlformats.org/drawingml/2006/main">
            <a:pPr algn="l">
              <a:lnSpc>
                <a:spcPct val="118000"/>
              </a:lnSpc>
              <a:buNone/>
              <a:defRPr sz="1275" b="1" i="0">
                <a:solidFill>
                  <a:srgbClr val="FFFFFF"/>
                </a:solidFill>
                <a:latin typeface="Avenir Next"/>
                <a:ea typeface="Avenir Next"/>
                <a:cs typeface="Avenir Next"/>
              </a:defRPr>
            </a:pPr>
            <a:r>
              <a:rPr sz="1275" b="1" i="0">
                <a:solidFill>
                  <a:srgbClr val="FFFFFF"/>
                </a:solidFill>
                <a:latin typeface="Avenir Next"/>
                <a:ea typeface="Avenir Next"/>
                <a:cs typeface="Avenir Next"/>
              </a:rPr>
              <a:t>— guías de compra y rutas</a:t>
            </a:r>
          </a:p>
          <a:p xmlns:a="http://schemas.openxmlformats.org/drawingml/2006/main">
            <a:pPr algn="l">
              <a:lnSpc>
                <a:spcPct val="118000"/>
              </a:lnSpc>
              <a:buNone/>
              <a:defRPr sz="1275" b="1" i="0">
                <a:solidFill>
                  <a:srgbClr val="FFFFFF"/>
                </a:solidFill>
                <a:latin typeface="Avenir Next"/>
                <a:ea typeface="Avenir Next"/>
                <a:cs typeface="Avenir Next"/>
              </a:defRPr>
            </a:pPr>
            <a:r>
              <a:rPr sz="1275" b="1" i="0">
                <a:solidFill>
                  <a:srgbClr val="FFFFFF"/>
                </a:solidFill>
                <a:latin typeface="Avenir Next"/>
                <a:ea typeface="Avenir Next"/>
                <a:cs typeface="Avenir Next"/>
              </a:rPr>
              <a:t>— plano, capacidad y espacios de estacionamiento verificados</a:t>
            </a:r>
          </a:p>
        </p:txBody>
      </p:sp>
      <p:sp>
        <p:nvSpPr>
          <p:cNvPr id="19" name="">
            <a:extLst xmlns:a="http://schemas.openxmlformats.org/drawingml/2006/main">
              <a:ext uri="{FF2B5EF4-FFF2-40B4-BE49-F238E27FC236}">
                <a16:creationId xmlns:a16="http://schemas.microsoft.com/office/drawing/2014/main" id="{5C499FC6-91C6-49D1-A861-4E9337943550}"/>
              </a:ext>
            </a:extLst>
          </p:cNvPr>
          <p:cNvSpPr>
            <a:spLocks xmlns:a="http://schemas.openxmlformats.org/drawingml/2006/main" noGrp="1"/>
          </p:cNvSpPr>
          <p:nvPr/>
        </p:nvSpPr>
        <p:spPr>
          <a:xfrm xmlns:a="http://schemas.openxmlformats.org/drawingml/2006/main">
            <a:off x="8362950" y="1809750"/>
            <a:ext cx="28575" cy="0"/>
          </a:xfrm>
          <a:prstGeom xmlns:a="http://schemas.openxmlformats.org/drawingml/2006/main" prst="rect">
            <a:avLst/>
          </a:prstGeom>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57276C0D-14C8-4F35-A291-E19B227EE732}"/>
              </a:ext>
            </a:extLst>
          </p:cNvPr>
          <p:cNvSpPr>
            <a:spLocks xmlns:a="http://schemas.openxmlformats.org/drawingml/2006/main" noGrp="1"/>
          </p:cNvSpPr>
          <p:nvPr/>
        </p:nvSpPr>
        <p:spPr>
          <a:xfrm xmlns:a="http://schemas.openxmlformats.org/drawingml/2006/main">
            <a:off x="8667750" y="18097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FF6A1A"/>
                </a:solidFill>
                <a:latin typeface="Avenir Next"/>
                <a:ea typeface="Avenir Next"/>
                <a:cs typeface="Avenir Next"/>
              </a:defRPr>
            </a:pPr>
            <a:r>
              <a:rPr sz="825" b="1" i="0">
                <a:solidFill>
                  <a:srgbClr val="FF6A1A"/>
                </a:solidFill>
                <a:latin typeface="Avenir Next"/>
                <a:ea typeface="Avenir Next"/>
                <a:cs typeface="Avenir Next"/>
              </a:rPr>
              <a:t>CONEXIONES QUE LA HABILITAN</a:t>
            </a:r>
          </a:p>
        </p:txBody>
      </p:sp>
      <p:sp>
        <p:nvSpPr>
          <p:cNvPr id="21" name="">
            <a:extLst xmlns:a="http://schemas.openxmlformats.org/drawingml/2006/main">
              <a:ext uri="{FF2B5EF4-FFF2-40B4-BE49-F238E27FC236}">
                <a16:creationId xmlns:a16="http://schemas.microsoft.com/office/drawing/2014/main" id="{9794D25D-718A-4447-A0F8-69051807D369}"/>
              </a:ext>
            </a:extLst>
          </p:cNvPr>
          <p:cNvSpPr>
            <a:spLocks xmlns:a="http://schemas.openxmlformats.org/drawingml/2006/main" noGrp="1"/>
          </p:cNvSpPr>
          <p:nvPr/>
        </p:nvSpPr>
        <p:spPr>
          <a:xfrm xmlns:a="http://schemas.openxmlformats.org/drawingml/2006/main">
            <a:off x="8667750" y="2190750"/>
            <a:ext cx="2857500" cy="2667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7000"/>
              </a:lnSpc>
              <a:buNone/>
              <a:defRPr sz="1125" b="0" i="0">
                <a:solidFill>
                  <a:srgbClr val="FFFFFF">
                    <a:alpha val="72000"/>
                  </a:srgbClr>
                </a:solidFill>
                <a:latin typeface="Avenir Next"/>
                <a:ea typeface="Avenir Next"/>
                <a:cs typeface="Avenir Next"/>
              </a:defRPr>
            </a:pPr>
            <a:r>
              <a:rPr sz="1125" b="0" i="0">
                <a:solidFill>
                  <a:srgbClr val="FFFFFF">
                    <a:alpha val="72000"/>
                  </a:srgbClr>
                </a:solidFill>
                <a:latin typeface="Avenir Next"/>
                <a:ea typeface="Avenir Next"/>
                <a:cs typeface="Avenir Next"/>
              </a:rPr>
              <a:t>— Operación firma plano</a:t>
            </a:r>
          </a:p>
          <a:p xmlns:a="http://schemas.openxmlformats.org/drawingml/2006/main">
            <a:pPr algn="l">
              <a:lnSpc>
                <a:spcPct val="117000"/>
              </a:lnSpc>
              <a:buNone/>
              <a:defRPr sz="1125" b="0" i="0">
                <a:solidFill>
                  <a:srgbClr val="FFFFFF">
                    <a:alpha val="72000"/>
                  </a:srgbClr>
                </a:solidFill>
                <a:latin typeface="Avenir Next"/>
                <a:ea typeface="Avenir Next"/>
                <a:cs typeface="Avenir Next"/>
              </a:defRPr>
            </a:pPr>
            <a:r>
              <a:rPr sz="1125" b="0" i="0">
                <a:solidFill>
                  <a:srgbClr val="FFFFFF">
                    <a:alpha val="72000"/>
                  </a:srgbClr>
                </a:solidFill>
                <a:latin typeface="Avenir Next"/>
                <a:ea typeface="Avenir Next"/>
                <a:cs typeface="Avenir Next"/>
              </a:rPr>
              <a:t>— Programación cierra horarios</a:t>
            </a:r>
          </a:p>
          <a:p xmlns:a="http://schemas.openxmlformats.org/drawingml/2006/main">
            <a:pPr algn="l">
              <a:lnSpc>
                <a:spcPct val="117000"/>
              </a:lnSpc>
              <a:buNone/>
              <a:defRPr sz="1125" b="0" i="0">
                <a:solidFill>
                  <a:srgbClr val="FFFFFF">
                    <a:alpha val="72000"/>
                  </a:srgbClr>
                </a:solidFill>
                <a:latin typeface="Avenir Next"/>
                <a:ea typeface="Avenir Next"/>
                <a:cs typeface="Avenir Next"/>
              </a:defRPr>
            </a:pPr>
            <a:r>
              <a:rPr sz="1125" b="0" i="0">
                <a:solidFill>
                  <a:srgbClr val="FFFFFF">
                    <a:alpha val="72000"/>
                  </a:srgbClr>
                </a:solidFill>
                <a:latin typeface="Avenir Next"/>
                <a:ea typeface="Avenir Next"/>
                <a:cs typeface="Avenir Next"/>
              </a:rPr>
              <a:t>— Diseño coordina QR/señalética</a:t>
            </a:r>
          </a:p>
          <a:p xmlns:a="http://schemas.openxmlformats.org/drawingml/2006/main">
            <a:pPr algn="l">
              <a:lnSpc>
                <a:spcPct val="117000"/>
              </a:lnSpc>
              <a:buNone/>
              <a:defRPr sz="1125" b="0" i="0">
                <a:solidFill>
                  <a:srgbClr val="FFFFFF">
                    <a:alpha val="72000"/>
                  </a:srgbClr>
                </a:solidFill>
                <a:latin typeface="Avenir Next"/>
                <a:ea typeface="Avenir Next"/>
                <a:cs typeface="Avenir Next"/>
              </a:defRPr>
            </a:pPr>
            <a:r>
              <a:rPr sz="1125" b="0" i="0">
                <a:solidFill>
                  <a:srgbClr val="FFFFFF">
                    <a:alpha val="72000"/>
                  </a:srgbClr>
                </a:solidFill>
                <a:latin typeface="Avenir Next"/>
                <a:ea typeface="Avenir Next"/>
                <a:cs typeface="Avenir Next"/>
              </a:rPr>
              <a:t>— Servicio arma FAQ</a:t>
            </a:r>
          </a:p>
        </p:txBody>
      </p:sp>
      <p:sp>
        <p:nvSpPr>
          <p:cNvPr id="22" name="">
            <a:extLst xmlns:a="http://schemas.openxmlformats.org/drawingml/2006/main">
              <a:ext uri="{FF2B5EF4-FFF2-40B4-BE49-F238E27FC236}">
                <a16:creationId xmlns:a16="http://schemas.microsoft.com/office/drawing/2014/main" id="{F7EE47C8-619A-4EB6-AB6C-BF269CD91995}"/>
              </a:ext>
            </a:extLst>
          </p:cNvPr>
          <p:cNvSpPr>
            <a:spLocks xmlns:a="http://schemas.openxmlformats.org/drawingml/2006/main" noGrp="1"/>
          </p:cNvSpPr>
          <p:nvPr/>
        </p:nvSpPr>
        <p:spPr>
          <a:xfrm xmlns:a="http://schemas.openxmlformats.org/drawingml/2006/main">
            <a:off x="1809750" y="5562600"/>
            <a:ext cx="9715500" cy="628650"/>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E85026F7-4C10-43DE-AF4A-217DD0AE6AC2}"/>
              </a:ext>
            </a:extLst>
          </p:cNvPr>
          <p:cNvSpPr>
            <a:spLocks xmlns:a="http://schemas.openxmlformats.org/drawingml/2006/main" noGrp="1"/>
          </p:cNvSpPr>
          <p:nvPr/>
        </p:nvSpPr>
        <p:spPr>
          <a:xfrm xmlns:a="http://schemas.openxmlformats.org/drawingml/2006/main">
            <a:off x="2019300" y="5753100"/>
            <a:ext cx="9296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EL 2 OCT ES UNA VENTANA. NO SE PUBLICA ATRACTIVO, ZONA O CUPO SIN VALIDACIÓN.</a:t>
            </a:r>
          </a:p>
        </p:txBody>
      </p:sp>
      <p:sp>
        <p:nvSpPr>
          <p:cNvPr id="24" name="">
            <a:extLst xmlns:a="http://schemas.openxmlformats.org/drawingml/2006/main">
              <a:ext uri="{FF2B5EF4-FFF2-40B4-BE49-F238E27FC236}">
                <a16:creationId xmlns:a16="http://schemas.microsoft.com/office/drawing/2014/main" id="{2EE3A692-CA3D-4EDB-A3D4-EAB8FB65C1BB}"/>
              </a:ext>
            </a:extLst>
          </p:cNvPr>
          <p:cNvSpPr>
            <a:spLocks xmlns:a="http://schemas.openxmlformats.org/drawingml/2006/main" noGrp="1"/>
          </p:cNvSpPr>
          <p:nvPr/>
        </p:nvSpPr>
        <p:spPr>
          <a:xfrm xmlns:a="http://schemas.openxmlformats.org/drawingml/2006/main">
            <a:off x="1809750" y="6534150"/>
            <a:ext cx="4762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675" b="1" i="0">
                <a:solidFill>
                  <a:srgbClr val="FFFFFF">
                    <a:alpha val="52000"/>
                  </a:srgbClr>
                </a:solidFill>
                <a:latin typeface="Avenir Next"/>
                <a:ea typeface="Avenir Next"/>
                <a:cs typeface="Avenir Next"/>
              </a:defRPr>
            </a:pPr>
            <a:r>
              <a:rPr sz="675" b="1" i="0">
                <a:solidFill>
                  <a:srgbClr val="FFFFFF">
                    <a:alpha val="52000"/>
                  </a:srgbClr>
                </a:solidFill>
                <a:latin typeface="Avenir Next"/>
                <a:ea typeface="Avenir Next"/>
                <a:cs typeface="Avenir Next"/>
              </a:rPr>
              <a:t>DOCUMENTO INTERNO · PROPUESTA EN REVISIÓN</a:t>
            </a:r>
          </a:p>
        </p:txBody>
      </p:sp>
    </p:spTree>
    <p:extLst>
      <p:ext uri="{BB962C8B-B14F-4D97-AF65-F5344CB8AC3E}">
        <p14:creationId xmlns:p14="http://schemas.microsoft.com/office/powerpoint/2010/main" val="10927414"/>
      </p:ext>
    </p:extLst>
  </p:cSld>
</p:sld>
</file>

<file path=ppt/slides/slide52.xml><?xml version="1.0" encoding="utf-8"?>
<p:sld xmlns:p="http://schemas.openxmlformats.org/presentationml/2006/main">
  <p:cSld>
    <p:bg>
      <p:bgPr>
        <a:solidFill xmlns:a="http://schemas.openxmlformats.org/drawingml/2006/main">
          <a:srgbClr val="160A22"/>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A028C2AC-C2F1-4411-B930-ADE57179CC01}"/>
              </a:ext>
            </a:extLst>
          </p:cNvPr>
          <p:cNvSpPr>
            <a:spLocks xmlns:a="http://schemas.openxmlformats.org/drawingml/2006/main" noGrp="1"/>
          </p:cNvSpPr>
          <p:nvPr/>
        </p:nvSpPr>
        <p:spPr>
          <a:xfrm xmlns:a="http://schemas.openxmlformats.org/drawingml/2006/main">
            <a:off x="0" y="0"/>
            <a:ext cx="2438400" cy="66675"/>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C125670-3A7F-4207-94CF-891F2D43FBE0}"/>
              </a:ext>
            </a:extLst>
          </p:cNvPr>
          <p:cNvSpPr>
            <a:spLocks xmlns:a="http://schemas.openxmlformats.org/drawingml/2006/main" noGrp="1"/>
          </p:cNvSpPr>
          <p:nvPr/>
        </p:nvSpPr>
        <p:spPr>
          <a:xfrm xmlns:a="http://schemas.openxmlformats.org/drawingml/2006/main">
            <a:off x="2438400" y="0"/>
            <a:ext cx="2438400" cy="66675"/>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7B6A6757-03DC-480B-969D-33AA8189C7A4}"/>
              </a:ext>
            </a:extLst>
          </p:cNvPr>
          <p:cNvSpPr>
            <a:spLocks xmlns:a="http://schemas.openxmlformats.org/drawingml/2006/main" noGrp="1"/>
          </p:cNvSpPr>
          <p:nvPr/>
        </p:nvSpPr>
        <p:spPr>
          <a:xfrm xmlns:a="http://schemas.openxmlformats.org/drawingml/2006/main">
            <a:off x="4876800" y="0"/>
            <a:ext cx="2438400" cy="66675"/>
          </a:xfrm>
          <a:prstGeom xmlns:a="http://schemas.openxmlformats.org/drawingml/2006/main" prst="rect">
            <a:avLst/>
          </a:prstGeom>
          <a:solidFill xmlns:a="http://schemas.openxmlformats.org/drawingml/2006/main">
            <a:srgbClr val="FFC92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A3BC1E3-4220-4265-8D9A-BBD13792C20B}"/>
              </a:ext>
            </a:extLst>
          </p:cNvPr>
          <p:cNvSpPr>
            <a:spLocks xmlns:a="http://schemas.openxmlformats.org/drawingml/2006/main" noGrp="1"/>
          </p:cNvSpPr>
          <p:nvPr/>
        </p:nvSpPr>
        <p:spPr>
          <a:xfrm xmlns:a="http://schemas.openxmlformats.org/drawingml/2006/main">
            <a:off x="7315200" y="0"/>
            <a:ext cx="2438400" cy="66675"/>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E5A7D11A-819B-4431-84F7-3839F34C2F30}"/>
              </a:ext>
            </a:extLst>
          </p:cNvPr>
          <p:cNvSpPr>
            <a:spLocks xmlns:a="http://schemas.openxmlformats.org/drawingml/2006/main" noGrp="1"/>
          </p:cNvSpPr>
          <p:nvPr/>
        </p:nvSpPr>
        <p:spPr>
          <a:xfrm xmlns:a="http://schemas.openxmlformats.org/drawingml/2006/main">
            <a:off x="9753600" y="0"/>
            <a:ext cx="2438400" cy="66675"/>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7A865EEE-D6FD-4B92-835B-9F34F5EE6FEA}"/>
              </a:ext>
            </a:extLst>
          </p:cNvPr>
          <p:cNvSpPr>
            <a:spLocks xmlns:a="http://schemas.openxmlformats.org/drawingml/2006/main" noGrp="1"/>
          </p:cNvSpPr>
          <p:nvPr/>
        </p:nvSpPr>
        <p:spPr>
          <a:xfrm xmlns:a="http://schemas.openxmlformats.org/drawingml/2006/main">
            <a:off x="609600" y="26670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FFC928"/>
                </a:solidFill>
                <a:latin typeface="Avenir Next"/>
                <a:ea typeface="Avenir Next"/>
                <a:cs typeface="Avenir Next"/>
              </a:defRPr>
            </a:pPr>
            <a:r>
              <a:rPr sz="825" b="1" i="0">
                <a:solidFill>
                  <a:srgbClr val="FFC928"/>
                </a:solidFill>
                <a:latin typeface="Avenir Next"/>
                <a:ea typeface="Avenir Next"/>
                <a:cs typeface="Avenir Next"/>
              </a:rPr>
              <a:t>SEMANA 07</a:t>
            </a:r>
          </a:p>
        </p:txBody>
      </p:sp>
      <p:sp>
        <p:nvSpPr>
          <p:cNvPr id="7" name="">
            <a:extLst xmlns:a="http://schemas.openxmlformats.org/drawingml/2006/main">
              <a:ext uri="{FF2B5EF4-FFF2-40B4-BE49-F238E27FC236}">
                <a16:creationId xmlns:a16="http://schemas.microsoft.com/office/drawing/2014/main" id="{67D60E97-A5FD-4899-B59E-EAB1CFEE4E0E}"/>
              </a:ext>
            </a:extLst>
          </p:cNvPr>
          <p:cNvSpPr>
            <a:spLocks xmlns:a="http://schemas.openxmlformats.org/drawingml/2006/main" noGrp="1"/>
          </p:cNvSpPr>
          <p:nvPr/>
        </p:nvSpPr>
        <p:spPr>
          <a:xfrm xmlns:a="http://schemas.openxmlformats.org/drawingml/2006/main">
            <a:off x="11239500" y="6505575"/>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750" b="1" i="0">
                <a:solidFill>
                  <a:srgbClr val="FFFFFF">
                    <a:alpha val="52000"/>
                  </a:srgbClr>
                </a:solidFill>
                <a:latin typeface="Avenir Next"/>
                <a:ea typeface="Avenir Next"/>
                <a:cs typeface="Avenir Next"/>
              </a:defRPr>
            </a:pPr>
            <a:r>
              <a:rPr sz="750" b="1" i="0">
                <a:solidFill>
                  <a:srgbClr val="FFFFFF">
                    <a:alpha val="52000"/>
                  </a:srgbClr>
                </a:solidFill>
                <a:latin typeface="Avenir Next"/>
                <a:ea typeface="Avenir Next"/>
                <a:cs typeface="Avenir Next"/>
              </a:rPr>
              <a:t>52</a:t>
            </a:r>
          </a:p>
        </p:txBody>
      </p:sp>
      <p:sp>
        <p:nvSpPr>
          <p:cNvPr id="8" name="">
            <a:extLst xmlns:a="http://schemas.openxmlformats.org/drawingml/2006/main">
              <a:ext uri="{FF2B5EF4-FFF2-40B4-BE49-F238E27FC236}">
                <a16:creationId xmlns:a16="http://schemas.microsoft.com/office/drawing/2014/main" id="{D52A5F1C-38B9-4B88-B243-C35B74C4CFC6}"/>
              </a:ext>
            </a:extLst>
          </p:cNvPr>
          <p:cNvSpPr>
            <a:spLocks xmlns:a="http://schemas.openxmlformats.org/drawingml/2006/main" noGrp="1"/>
          </p:cNvSpPr>
          <p:nvPr/>
        </p:nvSpPr>
        <p:spPr>
          <a:xfrm xmlns:a="http://schemas.openxmlformats.org/drawingml/2006/main">
            <a:off x="0" y="66675"/>
            <a:ext cx="1504950" cy="6791325"/>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D77C9579-64FB-4FA9-AFBE-0AFCF06297EF}"/>
              </a:ext>
            </a:extLst>
          </p:cNvPr>
          <p:cNvSpPr>
            <a:spLocks xmlns:a="http://schemas.openxmlformats.org/drawingml/2006/main" noGrp="1"/>
          </p:cNvSpPr>
          <p:nvPr/>
        </p:nvSpPr>
        <p:spPr>
          <a:xfrm xmlns:a="http://schemas.openxmlformats.org/drawingml/2006/main">
            <a:off x="190500" y="110490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941"/>
          </a:bodyPr>
          <a:lstStyle xmlns:a="http://schemas.openxmlformats.org/drawingml/2006/main"/>
          <a:p xmlns:a="http://schemas.openxmlformats.org/drawingml/2006/main">
            <a:pPr algn="ctr">
              <a:lnSpc>
                <a:spcPct val="105000"/>
              </a:lnSpc>
              <a:buNone/>
              <a:defRPr sz="2025" b="1" i="0">
                <a:solidFill>
                  <a:srgbClr val="FFFFFF"/>
                </a:solidFill>
                <a:latin typeface="DIN Condensed"/>
                <a:ea typeface="DIN Condensed"/>
                <a:cs typeface="DIN Condensed"/>
              </a:defRPr>
            </a:pPr>
            <a:r>
              <a:rPr sz="2025" b="1" i="0">
                <a:solidFill>
                  <a:srgbClr val="FFFFFF"/>
                </a:solidFill>
                <a:latin typeface="DIN Condensed"/>
                <a:ea typeface="DIN Condensed"/>
                <a:cs typeface="DIN Condensed"/>
              </a:rPr>
              <a:t>SEMANA</a:t>
            </a:r>
          </a:p>
        </p:txBody>
      </p:sp>
      <p:sp>
        <p:nvSpPr>
          <p:cNvPr id="10" name="">
            <a:extLst xmlns:a="http://schemas.openxmlformats.org/drawingml/2006/main">
              <a:ext uri="{FF2B5EF4-FFF2-40B4-BE49-F238E27FC236}">
                <a16:creationId xmlns:a16="http://schemas.microsoft.com/office/drawing/2014/main" id="{A95D8F9D-D1CE-4A38-A39D-93118ECCC328}"/>
              </a:ext>
            </a:extLst>
          </p:cNvPr>
          <p:cNvSpPr>
            <a:spLocks xmlns:a="http://schemas.openxmlformats.org/drawingml/2006/main" noGrp="1"/>
          </p:cNvSpPr>
          <p:nvPr/>
        </p:nvSpPr>
        <p:spPr>
          <a:xfrm xmlns:a="http://schemas.openxmlformats.org/drawingml/2006/main">
            <a:off x="190500" y="1504950"/>
            <a:ext cx="1143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84000"/>
              </a:lnSpc>
              <a:buNone/>
              <a:defRPr sz="4950" b="1" i="0">
                <a:solidFill>
                  <a:srgbClr val="FFFFFF"/>
                </a:solidFill>
                <a:latin typeface="DIN Condensed"/>
                <a:ea typeface="DIN Condensed"/>
                <a:cs typeface="DIN Condensed"/>
              </a:defRPr>
            </a:pPr>
            <a:r>
              <a:rPr sz="4950" b="1" i="0">
                <a:solidFill>
                  <a:srgbClr val="FFFFFF"/>
                </a:solidFill>
                <a:latin typeface="DIN Condensed"/>
                <a:ea typeface="DIN Condensed"/>
                <a:cs typeface="DIN Condensed"/>
              </a:rPr>
              <a:t>07</a:t>
            </a:r>
          </a:p>
        </p:txBody>
      </p:sp>
      <p:sp>
        <p:nvSpPr>
          <p:cNvPr id="11" name="">
            <a:extLst xmlns:a="http://schemas.openxmlformats.org/drawingml/2006/main">
              <a:ext uri="{FF2B5EF4-FFF2-40B4-BE49-F238E27FC236}">
                <a16:creationId xmlns:a16="http://schemas.microsoft.com/office/drawing/2014/main" id="{2E457FE3-1BBD-4925-B379-7BDCEAABD082}"/>
              </a:ext>
            </a:extLst>
          </p:cNvPr>
          <p:cNvSpPr>
            <a:spLocks xmlns:a="http://schemas.openxmlformats.org/drawingml/2006/main" noGrp="1"/>
          </p:cNvSpPr>
          <p:nvPr/>
        </p:nvSpPr>
        <p:spPr>
          <a:xfrm xmlns:a="http://schemas.openxmlformats.org/drawingml/2006/main">
            <a:off x="190500" y="2590800"/>
            <a:ext cx="114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5–11 OCT</a:t>
            </a:r>
          </a:p>
        </p:txBody>
      </p:sp>
      <p:sp>
        <p:nvSpPr>
          <p:cNvPr id="12" name="">
            <a:extLst xmlns:a="http://schemas.openxmlformats.org/drawingml/2006/main">
              <a:ext uri="{FF2B5EF4-FFF2-40B4-BE49-F238E27FC236}">
                <a16:creationId xmlns:a16="http://schemas.microsoft.com/office/drawing/2014/main" id="{6B3A7943-2EA0-42A6-9567-2CA82BF8F576}"/>
              </a:ext>
            </a:extLst>
          </p:cNvPr>
          <p:cNvSpPr>
            <a:spLocks xmlns:a="http://schemas.openxmlformats.org/drawingml/2006/main" noGrp="1"/>
          </p:cNvSpPr>
          <p:nvPr/>
        </p:nvSpPr>
        <p:spPr>
          <a:xfrm xmlns:a="http://schemas.openxmlformats.org/drawingml/2006/main">
            <a:off x="1809750" y="609600"/>
            <a:ext cx="9334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4050" b="1" i="0">
                <a:solidFill>
                  <a:srgbClr val="FFFFFF"/>
                </a:solidFill>
                <a:latin typeface="DIN Condensed"/>
                <a:ea typeface="DIN Condensed"/>
                <a:cs typeface="DIN Condensed"/>
              </a:defRPr>
            </a:pPr>
            <a:r>
              <a:rPr sz="4050" b="1" i="0">
                <a:solidFill>
                  <a:srgbClr val="FFFFFF"/>
                </a:solidFill>
                <a:latin typeface="DIN Condensed"/>
                <a:ea typeface="DIN Condensed"/>
                <a:cs typeface="DIN Condensed"/>
              </a:rPr>
              <a:t>CONECTAR LA MÚSICA CON UN DÍA COMPLETO</a:t>
            </a:r>
          </a:p>
        </p:txBody>
      </p:sp>
      <p:sp>
        <p:nvSpPr>
          <p:cNvPr id="13" name="">
            <a:extLst xmlns:a="http://schemas.openxmlformats.org/drawingml/2006/main">
              <a:ext uri="{FF2B5EF4-FFF2-40B4-BE49-F238E27FC236}">
                <a16:creationId xmlns:a16="http://schemas.microsoft.com/office/drawing/2014/main" id="{B25E1BCA-ADBC-4CB3-A35C-AFC4437BE20C}"/>
              </a:ext>
            </a:extLst>
          </p:cNvPr>
          <p:cNvSpPr>
            <a:spLocks xmlns:a="http://schemas.openxmlformats.org/drawingml/2006/main" noGrp="1"/>
          </p:cNvSpPr>
          <p:nvPr/>
        </p:nvSpPr>
        <p:spPr>
          <a:xfrm xmlns:a="http://schemas.openxmlformats.org/drawingml/2006/main">
            <a:off x="1809750" y="1428750"/>
            <a:ext cx="952500" cy="66675"/>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B8BF83DA-71D4-4DD3-A4F7-0B7E828B5B70}"/>
              </a:ext>
            </a:extLst>
          </p:cNvPr>
          <p:cNvSpPr>
            <a:spLocks xmlns:a="http://schemas.openxmlformats.org/drawingml/2006/main" noGrp="1"/>
          </p:cNvSpPr>
          <p:nvPr/>
        </p:nvSpPr>
        <p:spPr>
          <a:xfrm xmlns:a="http://schemas.openxmlformats.org/drawingml/2006/main">
            <a:off x="1809750" y="1809750"/>
            <a:ext cx="2952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315BFF"/>
                </a:solidFill>
                <a:latin typeface="Avenir Next"/>
                <a:ea typeface="Avenir Next"/>
                <a:cs typeface="Avenir Next"/>
              </a:defRPr>
            </a:pPr>
            <a:r>
              <a:rPr sz="825" b="1" i="0">
                <a:solidFill>
                  <a:srgbClr val="315BFF"/>
                </a:solidFill>
                <a:latin typeface="Avenir Next"/>
                <a:ea typeface="Avenir Next"/>
                <a:cs typeface="Avenir Next"/>
              </a:rPr>
              <a:t>LO QUE VE Y SIENTE EL PÚBLICO</a:t>
            </a:r>
          </a:p>
        </p:txBody>
      </p:sp>
      <p:sp>
        <p:nvSpPr>
          <p:cNvPr id="15" name="">
            <a:extLst xmlns:a="http://schemas.openxmlformats.org/drawingml/2006/main">
              <a:ext uri="{FF2B5EF4-FFF2-40B4-BE49-F238E27FC236}">
                <a16:creationId xmlns:a16="http://schemas.microsoft.com/office/drawing/2014/main" id="{8C1474E5-806F-4577-9B4F-B9E9C3014A94}"/>
              </a:ext>
            </a:extLst>
          </p:cNvPr>
          <p:cNvSpPr>
            <a:spLocks xmlns:a="http://schemas.openxmlformats.org/drawingml/2006/main" noGrp="1"/>
          </p:cNvSpPr>
          <p:nvPr/>
        </p:nvSpPr>
        <p:spPr>
          <a:xfrm xmlns:a="http://schemas.openxmlformats.org/drawingml/2006/main">
            <a:off x="1809750" y="2190750"/>
            <a:ext cx="295275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8000"/>
              </a:lnSpc>
              <a:buNone/>
              <a:defRPr sz="1275" b="0" i="0">
                <a:solidFill>
                  <a:srgbClr val="FFFFFF"/>
                </a:solidFill>
                <a:latin typeface="Avenir Next"/>
                <a:ea typeface="Avenir Next"/>
                <a:cs typeface="Avenir Next"/>
              </a:defRPr>
            </a:pPr>
            <a:r>
              <a:rPr sz="1275" b="0" i="0">
                <a:solidFill>
                  <a:srgbClr val="FFFFFF"/>
                </a:solidFill>
                <a:latin typeface="Avenir Next"/>
                <a:ea typeface="Avenir Next"/>
                <a:cs typeface="Avenir Next"/>
              </a:rPr>
              <a:t>— invitaciones y canciones con memoria</a:t>
            </a:r>
          </a:p>
          <a:p xmlns:a="http://schemas.openxmlformats.org/drawingml/2006/main">
            <a:pPr algn="l">
              <a:lnSpc>
                <a:spcPct val="118000"/>
              </a:lnSpc>
              <a:buNone/>
              <a:defRPr sz="1275" b="0" i="0">
                <a:solidFill>
                  <a:srgbClr val="FFFFFF"/>
                </a:solidFill>
                <a:latin typeface="Avenir Next"/>
                <a:ea typeface="Avenir Next"/>
                <a:cs typeface="Avenir Next"/>
              </a:defRPr>
            </a:pPr>
            <a:r>
              <a:rPr sz="1275" b="0" i="0">
                <a:solidFill>
                  <a:srgbClr val="FFFFFF"/>
                </a:solidFill>
                <a:latin typeface="Avenir Next"/>
                <a:ea typeface="Avenir Next"/>
                <a:cs typeface="Avenir Next"/>
              </a:rPr>
              <a:t>— qué vivir antes/después del show</a:t>
            </a:r>
          </a:p>
          <a:p xmlns:a="http://schemas.openxmlformats.org/drawingml/2006/main">
            <a:pPr algn="l">
              <a:lnSpc>
                <a:spcPct val="118000"/>
              </a:lnSpc>
              <a:buNone/>
              <a:defRPr sz="1275" b="0" i="0">
                <a:solidFill>
                  <a:srgbClr val="FFFFFF"/>
                </a:solidFill>
                <a:latin typeface="Avenir Next"/>
                <a:ea typeface="Avenir Next"/>
                <a:cs typeface="Avenir Next"/>
              </a:defRPr>
            </a:pPr>
            <a:r>
              <a:rPr sz="1275" b="0" i="0">
                <a:solidFill>
                  <a:srgbClr val="FFFFFF"/>
                </a:solidFill>
                <a:latin typeface="Avenir Next"/>
                <a:ea typeface="Avenir Next"/>
                <a:cs typeface="Avenir Next"/>
              </a:rPr>
              <a:t>— Pequeños Exploradores + Mi ruta familiar</a:t>
            </a:r>
          </a:p>
          <a:p xmlns:a="http://schemas.openxmlformats.org/drawingml/2006/main">
            <a:pPr algn="l">
              <a:lnSpc>
                <a:spcPct val="118000"/>
              </a:lnSpc>
              <a:buNone/>
              <a:defRPr sz="1275" b="0" i="0">
                <a:solidFill>
                  <a:srgbClr val="FFFFFF"/>
                </a:solidFill>
                <a:latin typeface="Avenir Next"/>
                <a:ea typeface="Avenir Next"/>
                <a:cs typeface="Avenir Next"/>
              </a:defRPr>
            </a:pPr>
            <a:r>
              <a:rPr sz="1275" b="0" i="0">
                <a:solidFill>
                  <a:srgbClr val="FFFFFF"/>
                </a:solidFill>
                <a:latin typeface="Avenir Next"/>
                <a:ea typeface="Avenir Next"/>
                <a:cs typeface="Avenir Next"/>
              </a:rPr>
              <a:t>— adelanto Los primeros vuelven</a:t>
            </a:r>
          </a:p>
        </p:txBody>
      </p:sp>
      <p:sp>
        <p:nvSpPr>
          <p:cNvPr id="16" name="">
            <a:extLst xmlns:a="http://schemas.openxmlformats.org/drawingml/2006/main">
              <a:ext uri="{FF2B5EF4-FFF2-40B4-BE49-F238E27FC236}">
                <a16:creationId xmlns:a16="http://schemas.microsoft.com/office/drawing/2014/main" id="{47CBCBE3-082C-4291-BAAA-8D843CF4D9CE}"/>
              </a:ext>
            </a:extLst>
          </p:cNvPr>
          <p:cNvSpPr>
            <a:spLocks xmlns:a="http://schemas.openxmlformats.org/drawingml/2006/main" noGrp="1"/>
          </p:cNvSpPr>
          <p:nvPr/>
        </p:nvSpPr>
        <p:spPr>
          <a:xfrm xmlns:a="http://schemas.openxmlformats.org/drawingml/2006/main">
            <a:off x="4953000" y="1809750"/>
            <a:ext cx="28575" cy="0"/>
          </a:xfrm>
          <a:prstGeom xmlns:a="http://schemas.openxmlformats.org/drawingml/2006/main" prst="rect">
            <a:avLst/>
          </a:prstGeom>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11BD9773-8405-4903-A790-3C69ABA16C1B}"/>
              </a:ext>
            </a:extLst>
          </p:cNvPr>
          <p:cNvSpPr>
            <a:spLocks xmlns:a="http://schemas.openxmlformats.org/drawingml/2006/main" noGrp="1"/>
          </p:cNvSpPr>
          <p:nvPr/>
        </p:nvSpPr>
        <p:spPr>
          <a:xfrm xmlns:a="http://schemas.openxmlformats.org/drawingml/2006/main">
            <a:off x="5276850" y="18097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315BFF"/>
                </a:solidFill>
                <a:latin typeface="Avenir Next"/>
                <a:ea typeface="Avenir Next"/>
                <a:cs typeface="Avenir Next"/>
              </a:defRPr>
            </a:pPr>
            <a:r>
              <a:rPr sz="825" b="1" i="0">
                <a:solidFill>
                  <a:srgbClr val="315BFF"/>
                </a:solidFill>
                <a:latin typeface="Avenir Next"/>
                <a:ea typeface="Avenir Next"/>
                <a:cs typeface="Avenir Next"/>
              </a:rPr>
              <a:t>ENTREGABLES DE LA SEMANA</a:t>
            </a:r>
          </a:p>
        </p:txBody>
      </p:sp>
      <p:sp>
        <p:nvSpPr>
          <p:cNvPr id="18" name="">
            <a:extLst xmlns:a="http://schemas.openxmlformats.org/drawingml/2006/main">
              <a:ext uri="{FF2B5EF4-FFF2-40B4-BE49-F238E27FC236}">
                <a16:creationId xmlns:a16="http://schemas.microsoft.com/office/drawing/2014/main" id="{E48B396C-495C-4E35-8A3A-2C101E45D5C4}"/>
              </a:ext>
            </a:extLst>
          </p:cNvPr>
          <p:cNvSpPr>
            <a:spLocks xmlns:a="http://schemas.openxmlformats.org/drawingml/2006/main" noGrp="1"/>
          </p:cNvSpPr>
          <p:nvPr/>
        </p:nvSpPr>
        <p:spPr>
          <a:xfrm xmlns:a="http://schemas.openxmlformats.org/drawingml/2006/main">
            <a:off x="5276850" y="2190750"/>
            <a:ext cx="285750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8000"/>
              </a:lnSpc>
              <a:buNone/>
              <a:defRPr sz="1275" b="1" i="0">
                <a:solidFill>
                  <a:srgbClr val="FFFFFF"/>
                </a:solidFill>
                <a:latin typeface="Avenir Next"/>
                <a:ea typeface="Avenir Next"/>
                <a:cs typeface="Avenir Next"/>
              </a:defRPr>
            </a:pPr>
            <a:r>
              <a:rPr sz="1275" b="1" i="0">
                <a:solidFill>
                  <a:srgbClr val="FFFFFF"/>
                </a:solidFill>
                <a:latin typeface="Avenir Next"/>
                <a:ea typeface="Avenir Next"/>
                <a:cs typeface="Avenir Next"/>
              </a:rPr>
              <a:t>— programación por jornada</a:t>
            </a:r>
          </a:p>
          <a:p xmlns:a="http://schemas.openxmlformats.org/drawingml/2006/main">
            <a:pPr algn="l">
              <a:lnSpc>
                <a:spcPct val="118000"/>
              </a:lnSpc>
              <a:buNone/>
              <a:defRPr sz="1275" b="1" i="0">
                <a:solidFill>
                  <a:srgbClr val="FFFFFF"/>
                </a:solidFill>
                <a:latin typeface="Avenir Next"/>
                <a:ea typeface="Avenir Next"/>
                <a:cs typeface="Avenir Next"/>
              </a:defRPr>
            </a:pPr>
            <a:r>
              <a:rPr sz="1275" b="1" i="0">
                <a:solidFill>
                  <a:srgbClr val="FFFFFF"/>
                </a:solidFill>
                <a:latin typeface="Avenir Next"/>
                <a:ea typeface="Avenir Next"/>
                <a:cs typeface="Avenir Next"/>
              </a:rPr>
              <a:t>— rutas de mañana a noche</a:t>
            </a:r>
          </a:p>
          <a:p xmlns:a="http://schemas.openxmlformats.org/drawingml/2006/main">
            <a:pPr algn="l">
              <a:lnSpc>
                <a:spcPct val="118000"/>
              </a:lnSpc>
              <a:buNone/>
              <a:defRPr sz="1275" b="1" i="0">
                <a:solidFill>
                  <a:srgbClr val="FFFFFF"/>
                </a:solidFill>
                <a:latin typeface="Avenir Next"/>
                <a:ea typeface="Avenir Next"/>
                <a:cs typeface="Avenir Next"/>
              </a:defRPr>
            </a:pPr>
            <a:r>
              <a:rPr sz="1275" b="1" i="0">
                <a:solidFill>
                  <a:srgbClr val="FFFFFF"/>
                </a:solidFill>
                <a:latin typeface="Avenir Next"/>
                <a:ea typeface="Avenir Next"/>
                <a:cs typeface="Avenir Next"/>
              </a:rPr>
              <a:t>— prueba familiar de señalética</a:t>
            </a:r>
          </a:p>
          <a:p xmlns:a="http://schemas.openxmlformats.org/drawingml/2006/main">
            <a:pPr algn="l">
              <a:lnSpc>
                <a:spcPct val="118000"/>
              </a:lnSpc>
              <a:buNone/>
              <a:defRPr sz="1275" b="1" i="0">
                <a:solidFill>
                  <a:srgbClr val="FFFFFF"/>
                </a:solidFill>
                <a:latin typeface="Avenir Next"/>
                <a:ea typeface="Avenir Next"/>
                <a:cs typeface="Avenir Next"/>
              </a:defRPr>
            </a:pPr>
            <a:r>
              <a:rPr sz="1275" b="1" i="0">
                <a:solidFill>
                  <a:srgbClr val="FFFFFF"/>
                </a:solidFill>
                <a:latin typeface="Avenir Next"/>
                <a:ea typeface="Avenir Next"/>
                <a:cs typeface="Avenir Next"/>
              </a:rPr>
              <a:t>— costo, cupos y términos del beneficio de retorno</a:t>
            </a:r>
          </a:p>
        </p:txBody>
      </p:sp>
      <p:sp>
        <p:nvSpPr>
          <p:cNvPr id="19" name="">
            <a:extLst xmlns:a="http://schemas.openxmlformats.org/drawingml/2006/main">
              <a:ext uri="{FF2B5EF4-FFF2-40B4-BE49-F238E27FC236}">
                <a16:creationId xmlns:a16="http://schemas.microsoft.com/office/drawing/2014/main" id="{93423567-A9EA-4A3C-A496-7A864D2B8EC2}"/>
              </a:ext>
            </a:extLst>
          </p:cNvPr>
          <p:cNvSpPr>
            <a:spLocks xmlns:a="http://schemas.openxmlformats.org/drawingml/2006/main" noGrp="1"/>
          </p:cNvSpPr>
          <p:nvPr/>
        </p:nvSpPr>
        <p:spPr>
          <a:xfrm xmlns:a="http://schemas.openxmlformats.org/drawingml/2006/main">
            <a:off x="8362950" y="1809750"/>
            <a:ext cx="28575" cy="0"/>
          </a:xfrm>
          <a:prstGeom xmlns:a="http://schemas.openxmlformats.org/drawingml/2006/main" prst="rect">
            <a:avLst/>
          </a:prstGeom>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D04BB16A-5FEB-4A1B-A36C-99AEC2940473}"/>
              </a:ext>
            </a:extLst>
          </p:cNvPr>
          <p:cNvSpPr>
            <a:spLocks xmlns:a="http://schemas.openxmlformats.org/drawingml/2006/main" noGrp="1"/>
          </p:cNvSpPr>
          <p:nvPr/>
        </p:nvSpPr>
        <p:spPr>
          <a:xfrm xmlns:a="http://schemas.openxmlformats.org/drawingml/2006/main">
            <a:off x="8667750" y="18097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315BFF"/>
                </a:solidFill>
                <a:latin typeface="Avenir Next"/>
                <a:ea typeface="Avenir Next"/>
                <a:cs typeface="Avenir Next"/>
              </a:defRPr>
            </a:pPr>
            <a:r>
              <a:rPr sz="825" b="1" i="0">
                <a:solidFill>
                  <a:srgbClr val="315BFF"/>
                </a:solidFill>
                <a:latin typeface="Avenir Next"/>
                <a:ea typeface="Avenir Next"/>
                <a:cs typeface="Avenir Next"/>
              </a:rPr>
              <a:t>CONEXIONES QUE LA HABILITAN</a:t>
            </a:r>
          </a:p>
        </p:txBody>
      </p:sp>
      <p:sp>
        <p:nvSpPr>
          <p:cNvPr id="21" name="">
            <a:extLst xmlns:a="http://schemas.openxmlformats.org/drawingml/2006/main">
              <a:ext uri="{FF2B5EF4-FFF2-40B4-BE49-F238E27FC236}">
                <a16:creationId xmlns:a16="http://schemas.microsoft.com/office/drawing/2014/main" id="{79B2817E-BF4E-480C-9E10-AC91CBC7C92F}"/>
              </a:ext>
            </a:extLst>
          </p:cNvPr>
          <p:cNvSpPr>
            <a:spLocks xmlns:a="http://schemas.openxmlformats.org/drawingml/2006/main" noGrp="1"/>
          </p:cNvSpPr>
          <p:nvPr/>
        </p:nvSpPr>
        <p:spPr>
          <a:xfrm xmlns:a="http://schemas.openxmlformats.org/drawingml/2006/main">
            <a:off x="8667750" y="2190750"/>
            <a:ext cx="2857500" cy="2667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7000"/>
              </a:lnSpc>
              <a:buNone/>
              <a:defRPr sz="1125" b="0" i="0">
                <a:solidFill>
                  <a:srgbClr val="FFFFFF">
                    <a:alpha val="72000"/>
                  </a:srgbClr>
                </a:solidFill>
                <a:latin typeface="Avenir Next"/>
                <a:ea typeface="Avenir Next"/>
                <a:cs typeface="Avenir Next"/>
              </a:defRPr>
            </a:pPr>
            <a:r>
              <a:rPr sz="1125" b="0" i="0">
                <a:solidFill>
                  <a:srgbClr val="FFFFFF">
                    <a:alpha val="72000"/>
                  </a:srgbClr>
                </a:solidFill>
                <a:latin typeface="Avenir Next"/>
                <a:ea typeface="Avenir Next"/>
                <a:cs typeface="Avenir Next"/>
              </a:rPr>
              <a:t>— Producción entrega hojas de llamado</a:t>
            </a:r>
          </a:p>
          <a:p xmlns:a="http://schemas.openxmlformats.org/drawingml/2006/main">
            <a:pPr algn="l">
              <a:lnSpc>
                <a:spcPct val="117000"/>
              </a:lnSpc>
              <a:buNone/>
              <a:defRPr sz="1125" b="0" i="0">
                <a:solidFill>
                  <a:srgbClr val="FFFFFF">
                    <a:alpha val="72000"/>
                  </a:srgbClr>
                </a:solidFill>
                <a:latin typeface="Avenir Next"/>
                <a:ea typeface="Avenir Next"/>
                <a:cs typeface="Avenir Next"/>
              </a:defRPr>
            </a:pPr>
            <a:r>
              <a:rPr sz="1125" b="0" i="0">
                <a:solidFill>
                  <a:srgbClr val="FFFFFF">
                    <a:alpha val="72000"/>
                  </a:srgbClr>
                </a:solidFill>
                <a:latin typeface="Avenir Next"/>
                <a:ea typeface="Avenir Next"/>
                <a:cs typeface="Avenir Next"/>
              </a:rPr>
              <a:t>— Experiencia cierra rutas</a:t>
            </a:r>
          </a:p>
          <a:p xmlns:a="http://schemas.openxmlformats.org/drawingml/2006/main">
            <a:pPr algn="l">
              <a:lnSpc>
                <a:spcPct val="117000"/>
              </a:lnSpc>
              <a:buNone/>
              <a:defRPr sz="1125" b="0" i="0">
                <a:solidFill>
                  <a:srgbClr val="FFFFFF">
                    <a:alpha val="72000"/>
                  </a:srgbClr>
                </a:solidFill>
                <a:latin typeface="Avenir Next"/>
                <a:ea typeface="Avenir Next"/>
                <a:cs typeface="Avenir Next"/>
              </a:defRPr>
            </a:pPr>
            <a:r>
              <a:rPr sz="1125" b="0" i="0">
                <a:solidFill>
                  <a:srgbClr val="FFFFFF">
                    <a:alpha val="72000"/>
                  </a:srgbClr>
                </a:solidFill>
                <a:latin typeface="Avenir Next"/>
                <a:ea typeface="Avenir Next"/>
                <a:cs typeface="Avenir Next"/>
              </a:rPr>
              <a:t>— Comercial costea retorno</a:t>
            </a:r>
          </a:p>
          <a:p xmlns:a="http://schemas.openxmlformats.org/drawingml/2006/main">
            <a:pPr algn="l">
              <a:lnSpc>
                <a:spcPct val="117000"/>
              </a:lnSpc>
              <a:buNone/>
              <a:defRPr sz="1125" b="0" i="0">
                <a:solidFill>
                  <a:srgbClr val="FFFFFF">
                    <a:alpha val="72000"/>
                  </a:srgbClr>
                </a:solidFill>
                <a:latin typeface="Avenir Next"/>
                <a:ea typeface="Avenir Next"/>
                <a:cs typeface="Avenir Next"/>
              </a:defRPr>
            </a:pPr>
            <a:r>
              <a:rPr sz="1125" b="0" i="0">
                <a:solidFill>
                  <a:srgbClr val="FFFFFF">
                    <a:alpha val="72000"/>
                  </a:srgbClr>
                </a:solidFill>
                <a:latin typeface="Avenir Next"/>
                <a:ea typeface="Avenir Next"/>
                <a:cs typeface="Avenir Next"/>
              </a:rPr>
              <a:t>— Familias prueban orientación</a:t>
            </a:r>
          </a:p>
        </p:txBody>
      </p:sp>
      <p:sp>
        <p:nvSpPr>
          <p:cNvPr id="22" name="">
            <a:extLst xmlns:a="http://schemas.openxmlformats.org/drawingml/2006/main">
              <a:ext uri="{FF2B5EF4-FFF2-40B4-BE49-F238E27FC236}">
                <a16:creationId xmlns:a16="http://schemas.microsoft.com/office/drawing/2014/main" id="{BD6ED1AC-7691-41C4-87A8-9D74557AD77C}"/>
              </a:ext>
            </a:extLst>
          </p:cNvPr>
          <p:cNvSpPr>
            <a:spLocks xmlns:a="http://schemas.openxmlformats.org/drawingml/2006/main" noGrp="1"/>
          </p:cNvSpPr>
          <p:nvPr/>
        </p:nvSpPr>
        <p:spPr>
          <a:xfrm xmlns:a="http://schemas.openxmlformats.org/drawingml/2006/main">
            <a:off x="1809750" y="5562600"/>
            <a:ext cx="9715500" cy="628650"/>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51C8C3C4-EEE3-4092-B88B-7C0E0C843BB7}"/>
              </a:ext>
            </a:extLst>
          </p:cNvPr>
          <p:cNvSpPr>
            <a:spLocks xmlns:a="http://schemas.openxmlformats.org/drawingml/2006/main" noGrp="1"/>
          </p:cNvSpPr>
          <p:nvPr/>
        </p:nvSpPr>
        <p:spPr>
          <a:xfrm xmlns:a="http://schemas.openxmlformats.org/drawingml/2006/main">
            <a:off x="2019300" y="5753100"/>
            <a:ext cx="9296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UNA PIEZA MUSICAL SIEMPRE CONECTA DÍA + VALOR + RUTA + LLAMADO A LA ACCIÓN.</a:t>
            </a:r>
          </a:p>
        </p:txBody>
      </p:sp>
      <p:sp>
        <p:nvSpPr>
          <p:cNvPr id="24" name="">
            <a:extLst xmlns:a="http://schemas.openxmlformats.org/drawingml/2006/main">
              <a:ext uri="{FF2B5EF4-FFF2-40B4-BE49-F238E27FC236}">
                <a16:creationId xmlns:a16="http://schemas.microsoft.com/office/drawing/2014/main" id="{A343855E-945B-4DE0-B912-273510295A6C}"/>
              </a:ext>
            </a:extLst>
          </p:cNvPr>
          <p:cNvSpPr>
            <a:spLocks xmlns:a="http://schemas.openxmlformats.org/drawingml/2006/main" noGrp="1"/>
          </p:cNvSpPr>
          <p:nvPr/>
        </p:nvSpPr>
        <p:spPr>
          <a:xfrm xmlns:a="http://schemas.openxmlformats.org/drawingml/2006/main">
            <a:off x="1809750" y="6534150"/>
            <a:ext cx="4762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675" b="1" i="0">
                <a:solidFill>
                  <a:srgbClr val="FFFFFF">
                    <a:alpha val="52000"/>
                  </a:srgbClr>
                </a:solidFill>
                <a:latin typeface="Avenir Next"/>
                <a:ea typeface="Avenir Next"/>
                <a:cs typeface="Avenir Next"/>
              </a:defRPr>
            </a:pPr>
            <a:r>
              <a:rPr sz="675" b="1" i="0">
                <a:solidFill>
                  <a:srgbClr val="FFFFFF">
                    <a:alpha val="52000"/>
                  </a:srgbClr>
                </a:solidFill>
                <a:latin typeface="Avenir Next"/>
                <a:ea typeface="Avenir Next"/>
                <a:cs typeface="Avenir Next"/>
              </a:rPr>
              <a:t>DOCUMENTO INTERNO · PROPUESTA EN REVISIÓN</a:t>
            </a:r>
          </a:p>
        </p:txBody>
      </p:sp>
    </p:spTree>
    <p:extLst>
      <p:ext uri="{BB962C8B-B14F-4D97-AF65-F5344CB8AC3E}">
        <p14:creationId xmlns:p14="http://schemas.microsoft.com/office/powerpoint/2010/main" val="2032366596"/>
      </p:ext>
    </p:extLst>
  </p:cSld>
</p:sld>
</file>

<file path=ppt/slides/slide53.xml><?xml version="1.0" encoding="utf-8"?>
<p:sld xmlns:p="http://schemas.openxmlformats.org/presentationml/2006/main">
  <p:cSld>
    <p:bg>
      <p:bgPr>
        <a:solidFill xmlns:a="http://schemas.openxmlformats.org/drawingml/2006/main">
          <a:srgbClr val="FFF7EA"/>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CF854718-1CB3-496B-B47F-399118312629}"/>
              </a:ext>
            </a:extLst>
          </p:cNvPr>
          <p:cNvSpPr>
            <a:spLocks xmlns:a="http://schemas.openxmlformats.org/drawingml/2006/main" noGrp="1"/>
          </p:cNvSpPr>
          <p:nvPr/>
        </p:nvSpPr>
        <p:spPr>
          <a:xfrm xmlns:a="http://schemas.openxmlformats.org/drawingml/2006/main">
            <a:off x="0" y="0"/>
            <a:ext cx="2438400" cy="66675"/>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1352585-55A7-42F7-B25E-AD37C1C2172F}"/>
              </a:ext>
            </a:extLst>
          </p:cNvPr>
          <p:cNvSpPr>
            <a:spLocks xmlns:a="http://schemas.openxmlformats.org/drawingml/2006/main" noGrp="1"/>
          </p:cNvSpPr>
          <p:nvPr/>
        </p:nvSpPr>
        <p:spPr>
          <a:xfrm xmlns:a="http://schemas.openxmlformats.org/drawingml/2006/main">
            <a:off x="2438400" y="0"/>
            <a:ext cx="2438400" cy="66675"/>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4C9949FB-59D6-41CA-B00D-3CDB0764433E}"/>
              </a:ext>
            </a:extLst>
          </p:cNvPr>
          <p:cNvSpPr>
            <a:spLocks xmlns:a="http://schemas.openxmlformats.org/drawingml/2006/main" noGrp="1"/>
          </p:cNvSpPr>
          <p:nvPr/>
        </p:nvSpPr>
        <p:spPr>
          <a:xfrm xmlns:a="http://schemas.openxmlformats.org/drawingml/2006/main">
            <a:off x="4876800" y="0"/>
            <a:ext cx="2438400" cy="66675"/>
          </a:xfrm>
          <a:prstGeom xmlns:a="http://schemas.openxmlformats.org/drawingml/2006/main" prst="rect">
            <a:avLst/>
          </a:prstGeom>
          <a:solidFill xmlns:a="http://schemas.openxmlformats.org/drawingml/2006/main">
            <a:srgbClr val="FFC92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AA4113E-1DAC-4111-A625-5AD00484B718}"/>
              </a:ext>
            </a:extLst>
          </p:cNvPr>
          <p:cNvSpPr>
            <a:spLocks xmlns:a="http://schemas.openxmlformats.org/drawingml/2006/main" noGrp="1"/>
          </p:cNvSpPr>
          <p:nvPr/>
        </p:nvSpPr>
        <p:spPr>
          <a:xfrm xmlns:a="http://schemas.openxmlformats.org/drawingml/2006/main">
            <a:off x="7315200" y="0"/>
            <a:ext cx="2438400" cy="66675"/>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ADC7CCFD-FDA1-4578-97B5-784BA18504EF}"/>
              </a:ext>
            </a:extLst>
          </p:cNvPr>
          <p:cNvSpPr>
            <a:spLocks xmlns:a="http://schemas.openxmlformats.org/drawingml/2006/main" noGrp="1"/>
          </p:cNvSpPr>
          <p:nvPr/>
        </p:nvSpPr>
        <p:spPr>
          <a:xfrm xmlns:a="http://schemas.openxmlformats.org/drawingml/2006/main">
            <a:off x="9753600" y="0"/>
            <a:ext cx="2438400" cy="66675"/>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A6413235-21CE-4551-964F-C526E7886321}"/>
              </a:ext>
            </a:extLst>
          </p:cNvPr>
          <p:cNvSpPr>
            <a:spLocks xmlns:a="http://schemas.openxmlformats.org/drawingml/2006/main" noGrp="1"/>
          </p:cNvSpPr>
          <p:nvPr/>
        </p:nvSpPr>
        <p:spPr>
          <a:xfrm xmlns:a="http://schemas.openxmlformats.org/drawingml/2006/main">
            <a:off x="609600" y="26670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E72D78"/>
                </a:solidFill>
                <a:latin typeface="Avenir Next"/>
                <a:ea typeface="Avenir Next"/>
                <a:cs typeface="Avenir Next"/>
              </a:defRPr>
            </a:pPr>
            <a:r>
              <a:rPr sz="825" b="1" i="0">
                <a:solidFill>
                  <a:srgbClr val="E72D78"/>
                </a:solidFill>
                <a:latin typeface="Avenir Next"/>
                <a:ea typeface="Avenir Next"/>
                <a:cs typeface="Avenir Next"/>
              </a:rPr>
              <a:t>SEMANA 08</a:t>
            </a:r>
          </a:p>
        </p:txBody>
      </p:sp>
      <p:sp>
        <p:nvSpPr>
          <p:cNvPr id="7" name="">
            <a:extLst xmlns:a="http://schemas.openxmlformats.org/drawingml/2006/main">
              <a:ext uri="{FF2B5EF4-FFF2-40B4-BE49-F238E27FC236}">
                <a16:creationId xmlns:a16="http://schemas.microsoft.com/office/drawing/2014/main" id="{DB69BFF8-643B-4FE3-889C-F6AA531DA409}"/>
              </a:ext>
            </a:extLst>
          </p:cNvPr>
          <p:cNvSpPr>
            <a:spLocks xmlns:a="http://schemas.openxmlformats.org/drawingml/2006/main" noGrp="1"/>
          </p:cNvSpPr>
          <p:nvPr/>
        </p:nvSpPr>
        <p:spPr>
          <a:xfrm xmlns:a="http://schemas.openxmlformats.org/drawingml/2006/main">
            <a:off x="11239500" y="6505575"/>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750" b="1" i="0">
                <a:solidFill>
                  <a:srgbClr val="25112C">
                    <a:alpha val="55000"/>
                  </a:srgbClr>
                </a:solidFill>
                <a:latin typeface="Avenir Next"/>
                <a:ea typeface="Avenir Next"/>
                <a:cs typeface="Avenir Next"/>
              </a:defRPr>
            </a:pPr>
            <a:r>
              <a:rPr sz="750" b="1" i="0">
                <a:solidFill>
                  <a:srgbClr val="25112C">
                    <a:alpha val="55000"/>
                  </a:srgbClr>
                </a:solidFill>
                <a:latin typeface="Avenir Next"/>
                <a:ea typeface="Avenir Next"/>
                <a:cs typeface="Avenir Next"/>
              </a:rPr>
              <a:t>53</a:t>
            </a:r>
          </a:p>
        </p:txBody>
      </p:sp>
      <p:sp>
        <p:nvSpPr>
          <p:cNvPr id="8" name="">
            <a:extLst xmlns:a="http://schemas.openxmlformats.org/drawingml/2006/main">
              <a:ext uri="{FF2B5EF4-FFF2-40B4-BE49-F238E27FC236}">
                <a16:creationId xmlns:a16="http://schemas.microsoft.com/office/drawing/2014/main" id="{ED5A8E18-BB11-4206-86DE-743CE4F3DC32}"/>
              </a:ext>
            </a:extLst>
          </p:cNvPr>
          <p:cNvSpPr>
            <a:spLocks xmlns:a="http://schemas.openxmlformats.org/drawingml/2006/main" noGrp="1"/>
          </p:cNvSpPr>
          <p:nvPr/>
        </p:nvSpPr>
        <p:spPr>
          <a:xfrm xmlns:a="http://schemas.openxmlformats.org/drawingml/2006/main">
            <a:off x="0" y="66675"/>
            <a:ext cx="1504950" cy="6791325"/>
          </a:xfrm>
          <a:prstGeom xmlns:a="http://schemas.openxmlformats.org/drawingml/2006/main" prst="rect">
            <a:avLst/>
          </a:prstGeom>
          <a:solidFill xmlns:a="http://schemas.openxmlformats.org/drawingml/2006/main">
            <a:srgbClr val="FFC92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AE96A766-772B-47E6-A7E0-F4A9EFAA3900}"/>
              </a:ext>
            </a:extLst>
          </p:cNvPr>
          <p:cNvSpPr>
            <a:spLocks xmlns:a="http://schemas.openxmlformats.org/drawingml/2006/main" noGrp="1"/>
          </p:cNvSpPr>
          <p:nvPr/>
        </p:nvSpPr>
        <p:spPr>
          <a:xfrm xmlns:a="http://schemas.openxmlformats.org/drawingml/2006/main">
            <a:off x="190500" y="110490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941"/>
          </a:bodyPr>
          <a:lstStyle xmlns:a="http://schemas.openxmlformats.org/drawingml/2006/main"/>
          <a:p xmlns:a="http://schemas.openxmlformats.org/drawingml/2006/main">
            <a:pPr algn="ctr">
              <a:lnSpc>
                <a:spcPct val="105000"/>
              </a:lnSpc>
              <a:buNone/>
              <a:defRPr sz="2025" b="1" i="0">
                <a:solidFill>
                  <a:srgbClr val="25112C"/>
                </a:solidFill>
                <a:latin typeface="DIN Condensed"/>
                <a:ea typeface="DIN Condensed"/>
                <a:cs typeface="DIN Condensed"/>
              </a:defRPr>
            </a:pPr>
            <a:r>
              <a:rPr sz="2025" b="1" i="0">
                <a:solidFill>
                  <a:srgbClr val="25112C"/>
                </a:solidFill>
                <a:latin typeface="DIN Condensed"/>
                <a:ea typeface="DIN Condensed"/>
                <a:cs typeface="DIN Condensed"/>
              </a:rPr>
              <a:t>SEMANA</a:t>
            </a:r>
          </a:p>
        </p:txBody>
      </p:sp>
      <p:sp>
        <p:nvSpPr>
          <p:cNvPr id="10" name="">
            <a:extLst xmlns:a="http://schemas.openxmlformats.org/drawingml/2006/main">
              <a:ext uri="{FF2B5EF4-FFF2-40B4-BE49-F238E27FC236}">
                <a16:creationId xmlns:a16="http://schemas.microsoft.com/office/drawing/2014/main" id="{E5A12591-5D22-4D9A-A314-7011F097B113}"/>
              </a:ext>
            </a:extLst>
          </p:cNvPr>
          <p:cNvSpPr>
            <a:spLocks xmlns:a="http://schemas.openxmlformats.org/drawingml/2006/main" noGrp="1"/>
          </p:cNvSpPr>
          <p:nvPr/>
        </p:nvSpPr>
        <p:spPr>
          <a:xfrm xmlns:a="http://schemas.openxmlformats.org/drawingml/2006/main">
            <a:off x="190500" y="1504950"/>
            <a:ext cx="1143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84000"/>
              </a:lnSpc>
              <a:buNone/>
              <a:defRPr sz="4950" b="1" i="0">
                <a:solidFill>
                  <a:srgbClr val="25112C"/>
                </a:solidFill>
                <a:latin typeface="DIN Condensed"/>
                <a:ea typeface="DIN Condensed"/>
                <a:cs typeface="DIN Condensed"/>
              </a:defRPr>
            </a:pPr>
            <a:r>
              <a:rPr sz="4950" b="1" i="0">
                <a:solidFill>
                  <a:srgbClr val="25112C"/>
                </a:solidFill>
                <a:latin typeface="DIN Condensed"/>
                <a:ea typeface="DIN Condensed"/>
                <a:cs typeface="DIN Condensed"/>
              </a:rPr>
              <a:t>08</a:t>
            </a:r>
          </a:p>
        </p:txBody>
      </p:sp>
      <p:sp>
        <p:nvSpPr>
          <p:cNvPr id="11" name="">
            <a:extLst xmlns:a="http://schemas.openxmlformats.org/drawingml/2006/main">
              <a:ext uri="{FF2B5EF4-FFF2-40B4-BE49-F238E27FC236}">
                <a16:creationId xmlns:a16="http://schemas.microsoft.com/office/drawing/2014/main" id="{DE076A01-2EF3-4EE0-AC98-2FEC310933C2}"/>
              </a:ext>
            </a:extLst>
          </p:cNvPr>
          <p:cNvSpPr>
            <a:spLocks xmlns:a="http://schemas.openxmlformats.org/drawingml/2006/main" noGrp="1"/>
          </p:cNvSpPr>
          <p:nvPr/>
        </p:nvSpPr>
        <p:spPr>
          <a:xfrm xmlns:a="http://schemas.openxmlformats.org/drawingml/2006/main">
            <a:off x="190500" y="2590800"/>
            <a:ext cx="114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050" b="1" i="0">
                <a:solidFill>
                  <a:srgbClr val="25112C"/>
                </a:solidFill>
                <a:latin typeface="Avenir Next"/>
                <a:ea typeface="Avenir Next"/>
                <a:cs typeface="Avenir Next"/>
              </a:defRPr>
            </a:pPr>
            <a:r>
              <a:rPr sz="1050" b="1" i="0">
                <a:solidFill>
                  <a:srgbClr val="25112C"/>
                </a:solidFill>
                <a:latin typeface="Avenir Next"/>
                <a:ea typeface="Avenir Next"/>
                <a:cs typeface="Avenir Next"/>
              </a:rPr>
              <a:t>12–18 OCT</a:t>
            </a:r>
          </a:p>
        </p:txBody>
      </p:sp>
      <p:sp>
        <p:nvSpPr>
          <p:cNvPr id="12" name="">
            <a:extLst xmlns:a="http://schemas.openxmlformats.org/drawingml/2006/main">
              <a:ext uri="{FF2B5EF4-FFF2-40B4-BE49-F238E27FC236}">
                <a16:creationId xmlns:a16="http://schemas.microsoft.com/office/drawing/2014/main" id="{F51FE8EA-CEFE-41EA-9B90-D25031296237}"/>
              </a:ext>
            </a:extLst>
          </p:cNvPr>
          <p:cNvSpPr>
            <a:spLocks xmlns:a="http://schemas.openxmlformats.org/drawingml/2006/main" noGrp="1"/>
          </p:cNvSpPr>
          <p:nvPr/>
        </p:nvSpPr>
        <p:spPr>
          <a:xfrm xmlns:a="http://schemas.openxmlformats.org/drawingml/2006/main">
            <a:off x="1809750" y="609600"/>
            <a:ext cx="9334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4050" b="1" i="0">
                <a:solidFill>
                  <a:srgbClr val="25112C"/>
                </a:solidFill>
                <a:latin typeface="DIN Condensed"/>
                <a:ea typeface="DIN Condensed"/>
                <a:cs typeface="DIN Condensed"/>
              </a:defRPr>
            </a:pPr>
            <a:r>
              <a:rPr sz="4050" b="1" i="0">
                <a:solidFill>
                  <a:srgbClr val="25112C"/>
                </a:solidFill>
                <a:latin typeface="DIN Condensed"/>
                <a:ea typeface="DIN Condensed"/>
                <a:cs typeface="DIN Condensed"/>
              </a:rPr>
              <a:t>AYUDAR A ELEGIR Y PARTICIPAR</a:t>
            </a:r>
          </a:p>
        </p:txBody>
      </p:sp>
      <p:sp>
        <p:nvSpPr>
          <p:cNvPr id="13" name="">
            <a:extLst xmlns:a="http://schemas.openxmlformats.org/drawingml/2006/main">
              <a:ext uri="{FF2B5EF4-FFF2-40B4-BE49-F238E27FC236}">
                <a16:creationId xmlns:a16="http://schemas.microsoft.com/office/drawing/2014/main" id="{4E422D7A-A579-4AAF-B5A6-FC06FCCF4672}"/>
              </a:ext>
            </a:extLst>
          </p:cNvPr>
          <p:cNvSpPr>
            <a:spLocks xmlns:a="http://schemas.openxmlformats.org/drawingml/2006/main" noGrp="1"/>
          </p:cNvSpPr>
          <p:nvPr/>
        </p:nvSpPr>
        <p:spPr>
          <a:xfrm xmlns:a="http://schemas.openxmlformats.org/drawingml/2006/main">
            <a:off x="1809750" y="1428750"/>
            <a:ext cx="952500" cy="66675"/>
          </a:xfrm>
          <a:prstGeom xmlns:a="http://schemas.openxmlformats.org/drawingml/2006/main" prst="rect">
            <a:avLst/>
          </a:prstGeom>
          <a:solidFill xmlns:a="http://schemas.openxmlformats.org/drawingml/2006/main">
            <a:srgbClr val="FFC92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14E6B81D-2EC3-4CB2-BAF9-F8746ECED540}"/>
              </a:ext>
            </a:extLst>
          </p:cNvPr>
          <p:cNvSpPr>
            <a:spLocks xmlns:a="http://schemas.openxmlformats.org/drawingml/2006/main" noGrp="1"/>
          </p:cNvSpPr>
          <p:nvPr/>
        </p:nvSpPr>
        <p:spPr>
          <a:xfrm xmlns:a="http://schemas.openxmlformats.org/drawingml/2006/main">
            <a:off x="1809750" y="1809750"/>
            <a:ext cx="2952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FFC928"/>
                </a:solidFill>
                <a:latin typeface="Avenir Next"/>
                <a:ea typeface="Avenir Next"/>
                <a:cs typeface="Avenir Next"/>
              </a:defRPr>
            </a:pPr>
            <a:r>
              <a:rPr sz="825" b="1" i="0">
                <a:solidFill>
                  <a:srgbClr val="FFC928"/>
                </a:solidFill>
                <a:latin typeface="Avenir Next"/>
                <a:ea typeface="Avenir Next"/>
                <a:cs typeface="Avenir Next"/>
              </a:rPr>
              <a:t>LO QUE VE Y SIENTE EL PÚBLICO</a:t>
            </a:r>
          </a:p>
        </p:txBody>
      </p:sp>
      <p:sp>
        <p:nvSpPr>
          <p:cNvPr id="15" name="">
            <a:extLst xmlns:a="http://schemas.openxmlformats.org/drawingml/2006/main">
              <a:ext uri="{FF2B5EF4-FFF2-40B4-BE49-F238E27FC236}">
                <a16:creationId xmlns:a16="http://schemas.microsoft.com/office/drawing/2014/main" id="{AFAAED3C-5660-4062-9111-5542E076112D}"/>
              </a:ext>
            </a:extLst>
          </p:cNvPr>
          <p:cNvSpPr>
            <a:spLocks xmlns:a="http://schemas.openxmlformats.org/drawingml/2006/main" noGrp="1"/>
          </p:cNvSpPr>
          <p:nvPr/>
        </p:nvSpPr>
        <p:spPr>
          <a:xfrm xmlns:a="http://schemas.openxmlformats.org/drawingml/2006/main">
            <a:off x="1809750" y="2190750"/>
            <a:ext cx="295275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8000"/>
              </a:lnSpc>
              <a:buNone/>
              <a:defRPr sz="1275" b="0" i="0">
                <a:solidFill>
                  <a:srgbClr val="25112C"/>
                </a:solidFill>
                <a:latin typeface="Avenir Next"/>
                <a:ea typeface="Avenir Next"/>
                <a:cs typeface="Avenir Next"/>
              </a:defRPr>
            </a:pPr>
            <a:r>
              <a:rPr sz="1275" b="0" i="0">
                <a:solidFill>
                  <a:srgbClr val="25112C"/>
                </a:solidFill>
                <a:latin typeface="Avenir Next"/>
                <a:ea typeface="Avenir Next"/>
                <a:cs typeface="Avenir Next"/>
              </a:rPr>
              <a:t>— qué día es para mí + rutas por perfil</a:t>
            </a:r>
          </a:p>
          <a:p xmlns:a="http://schemas.openxmlformats.org/drawingml/2006/main">
            <a:pPr algn="l">
              <a:lnSpc>
                <a:spcPct val="118000"/>
              </a:lnSpc>
              <a:buNone/>
              <a:defRPr sz="1275" b="0" i="0">
                <a:solidFill>
                  <a:srgbClr val="25112C"/>
                </a:solidFill>
                <a:latin typeface="Avenir Next"/>
                <a:ea typeface="Avenir Next"/>
                <a:cs typeface="Avenir Next"/>
              </a:defRPr>
            </a:pPr>
            <a:r>
              <a:rPr sz="1275" b="0" i="0">
                <a:solidFill>
                  <a:srgbClr val="25112C"/>
                </a:solidFill>
                <a:latin typeface="Avenir Next"/>
                <a:ea typeface="Avenir Next"/>
                <a:cs typeface="Avenir Next"/>
              </a:rPr>
              <a:t>— historias y participación verificable Rey Pan/Srta. Colada Morada</a:t>
            </a:r>
          </a:p>
          <a:p xmlns:a="http://schemas.openxmlformats.org/drawingml/2006/main">
            <a:pPr algn="l">
              <a:lnSpc>
                <a:spcPct val="118000"/>
              </a:lnSpc>
              <a:buNone/>
              <a:defRPr sz="1275" b="0" i="0">
                <a:solidFill>
                  <a:srgbClr val="25112C"/>
                </a:solidFill>
                <a:latin typeface="Avenir Next"/>
                <a:ea typeface="Avenir Next"/>
                <a:cs typeface="Avenir Next"/>
              </a:defRPr>
            </a:pPr>
            <a:r>
              <a:rPr sz="1275" b="0" i="0">
                <a:solidFill>
                  <a:srgbClr val="25112C"/>
                </a:solidFill>
                <a:latin typeface="Avenir Next"/>
                <a:ea typeface="Avenir Next"/>
                <a:cs typeface="Avenir Next"/>
              </a:rPr>
              <a:t>— 25.000 vasos entregados en 2025 · plan 2026 por aprobar</a:t>
            </a:r>
          </a:p>
          <a:p xmlns:a="http://schemas.openxmlformats.org/drawingml/2006/main">
            <a:pPr algn="l">
              <a:lnSpc>
                <a:spcPct val="118000"/>
              </a:lnSpc>
              <a:buNone/>
              <a:defRPr sz="1275" b="0" i="0">
                <a:solidFill>
                  <a:srgbClr val="25112C"/>
                </a:solidFill>
                <a:latin typeface="Avenir Next"/>
                <a:ea typeface="Avenir Next"/>
                <a:cs typeface="Avenir Next"/>
              </a:defRPr>
            </a:pPr>
            <a:r>
              <a:rPr sz="1275" b="0" i="0">
                <a:solidFill>
                  <a:srgbClr val="25112C"/>
                </a:solidFill>
                <a:latin typeface="Avenir Next"/>
                <a:ea typeface="Avenir Next"/>
                <a:cs typeface="Avenir Next"/>
              </a:rPr>
              <a:t>— Pasaporte Vivo y planes familiares</a:t>
            </a:r>
          </a:p>
        </p:txBody>
      </p:sp>
      <p:sp>
        <p:nvSpPr>
          <p:cNvPr id="16" name="">
            <a:extLst xmlns:a="http://schemas.openxmlformats.org/drawingml/2006/main">
              <a:ext uri="{FF2B5EF4-FFF2-40B4-BE49-F238E27FC236}">
                <a16:creationId xmlns:a16="http://schemas.microsoft.com/office/drawing/2014/main" id="{BCA71208-BB17-4180-84D7-C57BE30F0685}"/>
              </a:ext>
            </a:extLst>
          </p:cNvPr>
          <p:cNvSpPr>
            <a:spLocks xmlns:a="http://schemas.openxmlformats.org/drawingml/2006/main" noGrp="1"/>
          </p:cNvSpPr>
          <p:nvPr/>
        </p:nvSpPr>
        <p:spPr>
          <a:xfrm xmlns:a="http://schemas.openxmlformats.org/drawingml/2006/main">
            <a:off x="4953000" y="1809750"/>
            <a:ext cx="28575" cy="0"/>
          </a:xfrm>
          <a:prstGeom xmlns:a="http://schemas.openxmlformats.org/drawingml/2006/main" prst="rect">
            <a:avLst/>
          </a:prstGeom>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BFAFAC8B-3543-4491-9616-23B9B0A39C4F}"/>
              </a:ext>
            </a:extLst>
          </p:cNvPr>
          <p:cNvSpPr>
            <a:spLocks xmlns:a="http://schemas.openxmlformats.org/drawingml/2006/main" noGrp="1"/>
          </p:cNvSpPr>
          <p:nvPr/>
        </p:nvSpPr>
        <p:spPr>
          <a:xfrm xmlns:a="http://schemas.openxmlformats.org/drawingml/2006/main">
            <a:off x="5276850" y="18097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FFC928"/>
                </a:solidFill>
                <a:latin typeface="Avenir Next"/>
                <a:ea typeface="Avenir Next"/>
                <a:cs typeface="Avenir Next"/>
              </a:defRPr>
            </a:pPr>
            <a:r>
              <a:rPr sz="825" b="1" i="0">
                <a:solidFill>
                  <a:srgbClr val="FFC928"/>
                </a:solidFill>
                <a:latin typeface="Avenir Next"/>
                <a:ea typeface="Avenir Next"/>
                <a:cs typeface="Avenir Next"/>
              </a:rPr>
              <a:t>ENTREGABLES DE LA SEMANA</a:t>
            </a:r>
          </a:p>
        </p:txBody>
      </p:sp>
      <p:sp>
        <p:nvSpPr>
          <p:cNvPr id="18" name="">
            <a:extLst xmlns:a="http://schemas.openxmlformats.org/drawingml/2006/main">
              <a:ext uri="{FF2B5EF4-FFF2-40B4-BE49-F238E27FC236}">
                <a16:creationId xmlns:a16="http://schemas.microsoft.com/office/drawing/2014/main" id="{AC304171-915B-4B62-A019-85178112DDA7}"/>
              </a:ext>
            </a:extLst>
          </p:cNvPr>
          <p:cNvSpPr>
            <a:spLocks xmlns:a="http://schemas.openxmlformats.org/drawingml/2006/main" noGrp="1"/>
          </p:cNvSpPr>
          <p:nvPr/>
        </p:nvSpPr>
        <p:spPr>
          <a:xfrm xmlns:a="http://schemas.openxmlformats.org/drawingml/2006/main">
            <a:off x="5276850" y="2190750"/>
            <a:ext cx="285750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8000"/>
              </a:lnSpc>
              <a:buNone/>
              <a:defRPr sz="1275" b="1" i="0">
                <a:solidFill>
                  <a:srgbClr val="25112C"/>
                </a:solidFill>
                <a:latin typeface="Avenir Next"/>
                <a:ea typeface="Avenir Next"/>
                <a:cs typeface="Avenir Next"/>
              </a:defRPr>
            </a:pPr>
            <a:r>
              <a:rPr sz="1275" b="1" i="0">
                <a:solidFill>
                  <a:srgbClr val="25112C"/>
                </a:solidFill>
                <a:latin typeface="Avenir Next"/>
                <a:ea typeface="Avenir Next"/>
                <a:cs typeface="Avenir Next"/>
              </a:rPr>
              <a:t>— datos finales PWA/QR</a:t>
            </a:r>
          </a:p>
          <a:p xmlns:a="http://schemas.openxmlformats.org/drawingml/2006/main">
            <a:pPr algn="l">
              <a:lnSpc>
                <a:spcPct val="118000"/>
              </a:lnSpc>
              <a:buNone/>
              <a:defRPr sz="1275" b="1" i="0">
                <a:solidFill>
                  <a:srgbClr val="25112C"/>
                </a:solidFill>
                <a:latin typeface="Avenir Next"/>
                <a:ea typeface="Avenir Next"/>
                <a:cs typeface="Avenir Next"/>
              </a:defRPr>
            </a:pPr>
            <a:r>
              <a:rPr sz="1275" b="1" i="0">
                <a:solidFill>
                  <a:srgbClr val="25112C"/>
                </a:solidFill>
                <a:latin typeface="Avenir Next"/>
                <a:ea typeface="Avenir Next"/>
                <a:cs typeface="Avenir Next"/>
              </a:rPr>
              <a:t>— plan de colada, inocuidad y flujo</a:t>
            </a:r>
          </a:p>
          <a:p xmlns:a="http://schemas.openxmlformats.org/drawingml/2006/main">
            <a:pPr algn="l">
              <a:lnSpc>
                <a:spcPct val="118000"/>
              </a:lnSpc>
              <a:buNone/>
              <a:defRPr sz="1275" b="1" i="0">
                <a:solidFill>
                  <a:srgbClr val="25112C"/>
                </a:solidFill>
                <a:latin typeface="Avenir Next"/>
                <a:ea typeface="Avenir Next"/>
                <a:cs typeface="Avenir Next"/>
              </a:defRPr>
            </a:pPr>
            <a:r>
              <a:rPr sz="1275" b="1" i="0">
                <a:solidFill>
                  <a:srgbClr val="25112C"/>
                </a:solidFill>
                <a:latin typeface="Avenir Next"/>
                <a:ea typeface="Avenir Next"/>
                <a:cs typeface="Avenir Next"/>
              </a:rPr>
              <a:t>— mecanismo, privacidad, antifraude y reclamos</a:t>
            </a:r>
          </a:p>
          <a:p xmlns:a="http://schemas.openxmlformats.org/drawingml/2006/main">
            <a:pPr algn="l">
              <a:lnSpc>
                <a:spcPct val="118000"/>
              </a:lnSpc>
              <a:buNone/>
              <a:defRPr sz="1275" b="1" i="0">
                <a:solidFill>
                  <a:srgbClr val="25112C"/>
                </a:solidFill>
                <a:latin typeface="Avenir Next"/>
                <a:ea typeface="Avenir Next"/>
                <a:cs typeface="Avenir Next"/>
              </a:defRPr>
            </a:pPr>
            <a:r>
              <a:rPr sz="1275" b="1" i="0">
                <a:solidFill>
                  <a:srgbClr val="25112C"/>
                </a:solidFill>
                <a:latin typeface="Avenir Next"/>
                <a:ea typeface="Avenir Next"/>
                <a:cs typeface="Avenir Next"/>
              </a:rPr>
              <a:t>— pantallas/señalética en prueba</a:t>
            </a:r>
          </a:p>
        </p:txBody>
      </p:sp>
      <p:sp>
        <p:nvSpPr>
          <p:cNvPr id="19" name="">
            <a:extLst xmlns:a="http://schemas.openxmlformats.org/drawingml/2006/main">
              <a:ext uri="{FF2B5EF4-FFF2-40B4-BE49-F238E27FC236}">
                <a16:creationId xmlns:a16="http://schemas.microsoft.com/office/drawing/2014/main" id="{A40E595D-CF08-4EE8-B7BE-22FDF22AE662}"/>
              </a:ext>
            </a:extLst>
          </p:cNvPr>
          <p:cNvSpPr>
            <a:spLocks xmlns:a="http://schemas.openxmlformats.org/drawingml/2006/main" noGrp="1"/>
          </p:cNvSpPr>
          <p:nvPr/>
        </p:nvSpPr>
        <p:spPr>
          <a:xfrm xmlns:a="http://schemas.openxmlformats.org/drawingml/2006/main">
            <a:off x="8362950" y="1809750"/>
            <a:ext cx="28575" cy="0"/>
          </a:xfrm>
          <a:prstGeom xmlns:a="http://schemas.openxmlformats.org/drawingml/2006/main" prst="rect">
            <a:avLst/>
          </a:prstGeom>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ABF28657-A169-4E81-BF5D-36D0C3FCCC0E}"/>
              </a:ext>
            </a:extLst>
          </p:cNvPr>
          <p:cNvSpPr>
            <a:spLocks xmlns:a="http://schemas.openxmlformats.org/drawingml/2006/main" noGrp="1"/>
          </p:cNvSpPr>
          <p:nvPr/>
        </p:nvSpPr>
        <p:spPr>
          <a:xfrm xmlns:a="http://schemas.openxmlformats.org/drawingml/2006/main">
            <a:off x="8667750" y="18097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FFC928"/>
                </a:solidFill>
                <a:latin typeface="Avenir Next"/>
                <a:ea typeface="Avenir Next"/>
                <a:cs typeface="Avenir Next"/>
              </a:defRPr>
            </a:pPr>
            <a:r>
              <a:rPr sz="825" b="1" i="0">
                <a:solidFill>
                  <a:srgbClr val="FFC928"/>
                </a:solidFill>
                <a:latin typeface="Avenir Next"/>
                <a:ea typeface="Avenir Next"/>
                <a:cs typeface="Avenir Next"/>
              </a:rPr>
              <a:t>CONEXIONES QUE LA HABILITAN</a:t>
            </a:r>
          </a:p>
        </p:txBody>
      </p:sp>
      <p:sp>
        <p:nvSpPr>
          <p:cNvPr id="21" name="">
            <a:extLst xmlns:a="http://schemas.openxmlformats.org/drawingml/2006/main">
              <a:ext uri="{FF2B5EF4-FFF2-40B4-BE49-F238E27FC236}">
                <a16:creationId xmlns:a16="http://schemas.microsoft.com/office/drawing/2014/main" id="{01A536BC-687D-4A15-90AB-8FCE82AB7195}"/>
              </a:ext>
            </a:extLst>
          </p:cNvPr>
          <p:cNvSpPr>
            <a:spLocks xmlns:a="http://schemas.openxmlformats.org/drawingml/2006/main" noGrp="1"/>
          </p:cNvSpPr>
          <p:nvPr/>
        </p:nvSpPr>
        <p:spPr>
          <a:xfrm xmlns:a="http://schemas.openxmlformats.org/drawingml/2006/main">
            <a:off x="8667750" y="2190750"/>
            <a:ext cx="2857500" cy="2667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7000"/>
              </a:lnSpc>
              <a:buNone/>
              <a:defRPr sz="1125" b="0" i="0">
                <a:solidFill>
                  <a:srgbClr val="6D6470"/>
                </a:solidFill>
                <a:latin typeface="Avenir Next"/>
                <a:ea typeface="Avenir Next"/>
                <a:cs typeface="Avenir Next"/>
              </a:defRPr>
            </a:pPr>
            <a:r>
              <a:rPr sz="1125" b="0" i="0">
                <a:solidFill>
                  <a:srgbClr val="6D6470"/>
                </a:solidFill>
                <a:latin typeface="Avenir Next"/>
                <a:ea typeface="Avenir Next"/>
                <a:cs typeface="Avenir Next"/>
              </a:rPr>
              <a:t>— Finanzas valida economía</a:t>
            </a:r>
          </a:p>
          <a:p xmlns:a="http://schemas.openxmlformats.org/drawingml/2006/main">
            <a:pPr algn="l">
              <a:lnSpc>
                <a:spcPct val="117000"/>
              </a:lnSpc>
              <a:buNone/>
              <a:defRPr sz="1125" b="0" i="0">
                <a:solidFill>
                  <a:srgbClr val="6D6470"/>
                </a:solidFill>
                <a:latin typeface="Avenir Next"/>
                <a:ea typeface="Avenir Next"/>
                <a:cs typeface="Avenir Next"/>
              </a:defRPr>
            </a:pPr>
            <a:r>
              <a:rPr sz="1125" b="0" i="0">
                <a:solidFill>
                  <a:srgbClr val="6D6470"/>
                </a:solidFill>
                <a:latin typeface="Avenir Next"/>
                <a:ea typeface="Avenir Next"/>
                <a:cs typeface="Avenir Next"/>
              </a:rPr>
              <a:t>— Seguridad valida flujo</a:t>
            </a:r>
          </a:p>
          <a:p xmlns:a="http://schemas.openxmlformats.org/drawingml/2006/main">
            <a:pPr algn="l">
              <a:lnSpc>
                <a:spcPct val="117000"/>
              </a:lnSpc>
              <a:buNone/>
              <a:defRPr sz="1125" b="0" i="0">
                <a:solidFill>
                  <a:srgbClr val="6D6470"/>
                </a:solidFill>
                <a:latin typeface="Avenir Next"/>
                <a:ea typeface="Avenir Next"/>
                <a:cs typeface="Avenir Next"/>
              </a:defRPr>
            </a:pPr>
            <a:r>
              <a:rPr sz="1125" b="0" i="0">
                <a:solidFill>
                  <a:srgbClr val="6D6470"/>
                </a:solidFill>
                <a:latin typeface="Avenir Next"/>
                <a:ea typeface="Avenir Next"/>
                <a:cs typeface="Avenir Next"/>
              </a:rPr>
              <a:t>— Cultura valida final</a:t>
            </a:r>
          </a:p>
          <a:p xmlns:a="http://schemas.openxmlformats.org/drawingml/2006/main">
            <a:pPr algn="l">
              <a:lnSpc>
                <a:spcPct val="117000"/>
              </a:lnSpc>
              <a:buNone/>
              <a:defRPr sz="1125" b="0" i="0">
                <a:solidFill>
                  <a:srgbClr val="6D6470"/>
                </a:solidFill>
                <a:latin typeface="Avenir Next"/>
                <a:ea typeface="Avenir Next"/>
                <a:cs typeface="Avenir Next"/>
              </a:defRPr>
            </a:pPr>
            <a:r>
              <a:rPr sz="1125" b="0" i="0">
                <a:solidFill>
                  <a:srgbClr val="6D6470"/>
                </a:solidFill>
                <a:latin typeface="Avenir Next"/>
                <a:ea typeface="Avenir Next"/>
                <a:cs typeface="Avenir Next"/>
              </a:rPr>
              <a:t>— Comunidad usa hora de corte</a:t>
            </a:r>
          </a:p>
        </p:txBody>
      </p:sp>
      <p:sp>
        <p:nvSpPr>
          <p:cNvPr id="22" name="">
            <a:extLst xmlns:a="http://schemas.openxmlformats.org/drawingml/2006/main">
              <a:ext uri="{FF2B5EF4-FFF2-40B4-BE49-F238E27FC236}">
                <a16:creationId xmlns:a16="http://schemas.microsoft.com/office/drawing/2014/main" id="{4937336F-8979-4F20-BB6F-0EB6D2AC58B0}"/>
              </a:ext>
            </a:extLst>
          </p:cNvPr>
          <p:cNvSpPr>
            <a:spLocks xmlns:a="http://schemas.openxmlformats.org/drawingml/2006/main" noGrp="1"/>
          </p:cNvSpPr>
          <p:nvPr/>
        </p:nvSpPr>
        <p:spPr>
          <a:xfrm xmlns:a="http://schemas.openxmlformats.org/drawingml/2006/main">
            <a:off x="1809750" y="5562600"/>
            <a:ext cx="9715500" cy="628650"/>
          </a:xfrm>
          <a:prstGeom xmlns:a="http://schemas.openxmlformats.org/drawingml/2006/main" prst="rect">
            <a:avLst/>
          </a:prstGeom>
          <a:solidFill xmlns:a="http://schemas.openxmlformats.org/drawingml/2006/main">
            <a:srgbClr val="FFC92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8D16D5A7-363B-4053-9540-A8B1E3790ACE}"/>
              </a:ext>
            </a:extLst>
          </p:cNvPr>
          <p:cNvSpPr>
            <a:spLocks xmlns:a="http://schemas.openxmlformats.org/drawingml/2006/main" noGrp="1"/>
          </p:cNvSpPr>
          <p:nvPr/>
        </p:nvSpPr>
        <p:spPr>
          <a:xfrm xmlns:a="http://schemas.openxmlformats.org/drawingml/2006/main">
            <a:off x="2019300" y="5753100"/>
            <a:ext cx="9296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050" b="1" i="0">
                <a:solidFill>
                  <a:srgbClr val="25112C"/>
                </a:solidFill>
                <a:latin typeface="Avenir Next"/>
                <a:ea typeface="Avenir Next"/>
                <a:cs typeface="Avenir Next"/>
              </a:defRPr>
            </a:pPr>
            <a:r>
              <a:rPr sz="1050" b="1" i="0">
                <a:solidFill>
                  <a:srgbClr val="25112C"/>
                </a:solidFill>
                <a:latin typeface="Avenir Next"/>
                <a:ea typeface="Avenir Next"/>
                <a:cs typeface="Avenir Next"/>
              </a:rPr>
              <a:t>NUNCA INVENTARIO, AGOTADO, COLADA O BENEFICIO SIN FUENTE CONCILIADA.</a:t>
            </a:r>
          </a:p>
        </p:txBody>
      </p:sp>
      <p:sp>
        <p:nvSpPr>
          <p:cNvPr id="24" name="">
            <a:extLst xmlns:a="http://schemas.openxmlformats.org/drawingml/2006/main">
              <a:ext uri="{FF2B5EF4-FFF2-40B4-BE49-F238E27FC236}">
                <a16:creationId xmlns:a16="http://schemas.microsoft.com/office/drawing/2014/main" id="{31BFCD81-2D5D-4CC5-BB4C-0E2528D76C18}"/>
              </a:ext>
            </a:extLst>
          </p:cNvPr>
          <p:cNvSpPr>
            <a:spLocks xmlns:a="http://schemas.openxmlformats.org/drawingml/2006/main" noGrp="1"/>
          </p:cNvSpPr>
          <p:nvPr/>
        </p:nvSpPr>
        <p:spPr>
          <a:xfrm xmlns:a="http://schemas.openxmlformats.org/drawingml/2006/main">
            <a:off x="1809750" y="6534150"/>
            <a:ext cx="4762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675" b="1" i="0">
                <a:solidFill>
                  <a:srgbClr val="25112C">
                    <a:alpha val="55000"/>
                  </a:srgbClr>
                </a:solidFill>
                <a:latin typeface="Avenir Next"/>
                <a:ea typeface="Avenir Next"/>
                <a:cs typeface="Avenir Next"/>
              </a:defRPr>
            </a:pPr>
            <a:r>
              <a:rPr sz="675" b="1" i="0">
                <a:solidFill>
                  <a:srgbClr val="25112C">
                    <a:alpha val="55000"/>
                  </a:srgbClr>
                </a:solidFill>
                <a:latin typeface="Avenir Next"/>
                <a:ea typeface="Avenir Next"/>
                <a:cs typeface="Avenir Next"/>
              </a:rPr>
              <a:t>DOCUMENTO INTERNO · PROPUESTA EN REVISIÓN</a:t>
            </a:r>
          </a:p>
        </p:txBody>
      </p:sp>
    </p:spTree>
    <p:extLst>
      <p:ext uri="{BB962C8B-B14F-4D97-AF65-F5344CB8AC3E}">
        <p14:creationId xmlns:p14="http://schemas.microsoft.com/office/powerpoint/2010/main" val="1585764173"/>
      </p:ext>
    </p:extLst>
  </p:cSld>
</p:sld>
</file>

<file path=ppt/slides/slide54.xml><?xml version="1.0" encoding="utf-8"?>
<p:sld xmlns:p="http://schemas.openxmlformats.org/presentationml/2006/main">
  <p:cSld>
    <p:bg>
      <p:bgPr>
        <a:solidFill xmlns:a="http://schemas.openxmlformats.org/drawingml/2006/main">
          <a:srgbClr val="160A22"/>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CA756510-DE0C-479E-9DC7-0556C23C569F}"/>
              </a:ext>
            </a:extLst>
          </p:cNvPr>
          <p:cNvSpPr>
            <a:spLocks xmlns:a="http://schemas.openxmlformats.org/drawingml/2006/main" noGrp="1"/>
          </p:cNvSpPr>
          <p:nvPr/>
        </p:nvSpPr>
        <p:spPr>
          <a:xfrm xmlns:a="http://schemas.openxmlformats.org/drawingml/2006/main">
            <a:off x="0" y="0"/>
            <a:ext cx="2438400" cy="66675"/>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C5DB090-DAF1-475E-8263-A7E99E50D71A}"/>
              </a:ext>
            </a:extLst>
          </p:cNvPr>
          <p:cNvSpPr>
            <a:spLocks xmlns:a="http://schemas.openxmlformats.org/drawingml/2006/main" noGrp="1"/>
          </p:cNvSpPr>
          <p:nvPr/>
        </p:nvSpPr>
        <p:spPr>
          <a:xfrm xmlns:a="http://schemas.openxmlformats.org/drawingml/2006/main">
            <a:off x="2438400" y="0"/>
            <a:ext cx="2438400" cy="66675"/>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3682A3DF-5202-47E9-87B4-EFFB041A033E}"/>
              </a:ext>
            </a:extLst>
          </p:cNvPr>
          <p:cNvSpPr>
            <a:spLocks xmlns:a="http://schemas.openxmlformats.org/drawingml/2006/main" noGrp="1"/>
          </p:cNvSpPr>
          <p:nvPr/>
        </p:nvSpPr>
        <p:spPr>
          <a:xfrm xmlns:a="http://schemas.openxmlformats.org/drawingml/2006/main">
            <a:off x="4876800" y="0"/>
            <a:ext cx="2438400" cy="66675"/>
          </a:xfrm>
          <a:prstGeom xmlns:a="http://schemas.openxmlformats.org/drawingml/2006/main" prst="rect">
            <a:avLst/>
          </a:prstGeom>
          <a:solidFill xmlns:a="http://schemas.openxmlformats.org/drawingml/2006/main">
            <a:srgbClr val="FFC92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A8BEBCD-9192-441B-8031-00142F4124EA}"/>
              </a:ext>
            </a:extLst>
          </p:cNvPr>
          <p:cNvSpPr>
            <a:spLocks xmlns:a="http://schemas.openxmlformats.org/drawingml/2006/main" noGrp="1"/>
          </p:cNvSpPr>
          <p:nvPr/>
        </p:nvSpPr>
        <p:spPr>
          <a:xfrm xmlns:a="http://schemas.openxmlformats.org/drawingml/2006/main">
            <a:off x="7315200" y="0"/>
            <a:ext cx="2438400" cy="66675"/>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A82FC46F-CE04-4D4F-A9A5-65324D6B6D60}"/>
              </a:ext>
            </a:extLst>
          </p:cNvPr>
          <p:cNvSpPr>
            <a:spLocks xmlns:a="http://schemas.openxmlformats.org/drawingml/2006/main" noGrp="1"/>
          </p:cNvSpPr>
          <p:nvPr/>
        </p:nvSpPr>
        <p:spPr>
          <a:xfrm xmlns:a="http://schemas.openxmlformats.org/drawingml/2006/main">
            <a:off x="9753600" y="0"/>
            <a:ext cx="2438400" cy="66675"/>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4B7B675E-C927-4BE6-A1CB-AC17F2F4EC40}"/>
              </a:ext>
            </a:extLst>
          </p:cNvPr>
          <p:cNvSpPr>
            <a:spLocks xmlns:a="http://schemas.openxmlformats.org/drawingml/2006/main" noGrp="1"/>
          </p:cNvSpPr>
          <p:nvPr/>
        </p:nvSpPr>
        <p:spPr>
          <a:xfrm xmlns:a="http://schemas.openxmlformats.org/drawingml/2006/main">
            <a:off x="609600" y="26670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FFC928"/>
                </a:solidFill>
                <a:latin typeface="Avenir Next"/>
                <a:ea typeface="Avenir Next"/>
                <a:cs typeface="Avenir Next"/>
              </a:defRPr>
            </a:pPr>
            <a:r>
              <a:rPr sz="825" b="1" i="0">
                <a:solidFill>
                  <a:srgbClr val="FFC928"/>
                </a:solidFill>
                <a:latin typeface="Avenir Next"/>
                <a:ea typeface="Avenir Next"/>
                <a:cs typeface="Avenir Next"/>
              </a:rPr>
              <a:t>SEMANA 09</a:t>
            </a:r>
          </a:p>
        </p:txBody>
      </p:sp>
      <p:sp>
        <p:nvSpPr>
          <p:cNvPr id="7" name="">
            <a:extLst xmlns:a="http://schemas.openxmlformats.org/drawingml/2006/main">
              <a:ext uri="{FF2B5EF4-FFF2-40B4-BE49-F238E27FC236}">
                <a16:creationId xmlns:a16="http://schemas.microsoft.com/office/drawing/2014/main" id="{4A5C9E12-7C66-4D08-A05A-2D9E0760BC15}"/>
              </a:ext>
            </a:extLst>
          </p:cNvPr>
          <p:cNvSpPr>
            <a:spLocks xmlns:a="http://schemas.openxmlformats.org/drawingml/2006/main" noGrp="1"/>
          </p:cNvSpPr>
          <p:nvPr/>
        </p:nvSpPr>
        <p:spPr>
          <a:xfrm xmlns:a="http://schemas.openxmlformats.org/drawingml/2006/main">
            <a:off x="11239500" y="6505575"/>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750" b="1" i="0">
                <a:solidFill>
                  <a:srgbClr val="FFFFFF">
                    <a:alpha val="52000"/>
                  </a:srgbClr>
                </a:solidFill>
                <a:latin typeface="Avenir Next"/>
                <a:ea typeface="Avenir Next"/>
                <a:cs typeface="Avenir Next"/>
              </a:defRPr>
            </a:pPr>
            <a:r>
              <a:rPr sz="750" b="1" i="0">
                <a:solidFill>
                  <a:srgbClr val="FFFFFF">
                    <a:alpha val="52000"/>
                  </a:srgbClr>
                </a:solidFill>
                <a:latin typeface="Avenir Next"/>
                <a:ea typeface="Avenir Next"/>
                <a:cs typeface="Avenir Next"/>
              </a:rPr>
              <a:t>54</a:t>
            </a:r>
          </a:p>
        </p:txBody>
      </p:sp>
      <p:sp>
        <p:nvSpPr>
          <p:cNvPr id="8" name="">
            <a:extLst xmlns:a="http://schemas.openxmlformats.org/drawingml/2006/main">
              <a:ext uri="{FF2B5EF4-FFF2-40B4-BE49-F238E27FC236}">
                <a16:creationId xmlns:a16="http://schemas.microsoft.com/office/drawing/2014/main" id="{C8E8A9F8-F6C0-44FF-A5D8-7F702431E535}"/>
              </a:ext>
            </a:extLst>
          </p:cNvPr>
          <p:cNvSpPr>
            <a:spLocks xmlns:a="http://schemas.openxmlformats.org/drawingml/2006/main" noGrp="1"/>
          </p:cNvSpPr>
          <p:nvPr/>
        </p:nvSpPr>
        <p:spPr>
          <a:xfrm xmlns:a="http://schemas.openxmlformats.org/drawingml/2006/main">
            <a:off x="0" y="66675"/>
            <a:ext cx="1504950" cy="6791325"/>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F4FCA9A7-97C8-457C-86E3-DEA8CA5960C8}"/>
              </a:ext>
            </a:extLst>
          </p:cNvPr>
          <p:cNvSpPr>
            <a:spLocks xmlns:a="http://schemas.openxmlformats.org/drawingml/2006/main" noGrp="1"/>
          </p:cNvSpPr>
          <p:nvPr/>
        </p:nvSpPr>
        <p:spPr>
          <a:xfrm xmlns:a="http://schemas.openxmlformats.org/drawingml/2006/main">
            <a:off x="190500" y="110490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941"/>
          </a:bodyPr>
          <a:lstStyle xmlns:a="http://schemas.openxmlformats.org/drawingml/2006/main"/>
          <a:p xmlns:a="http://schemas.openxmlformats.org/drawingml/2006/main">
            <a:pPr algn="ctr">
              <a:lnSpc>
                <a:spcPct val="105000"/>
              </a:lnSpc>
              <a:buNone/>
              <a:defRPr sz="2025" b="1" i="0">
                <a:solidFill>
                  <a:srgbClr val="FFFFFF"/>
                </a:solidFill>
                <a:latin typeface="DIN Condensed"/>
                <a:ea typeface="DIN Condensed"/>
                <a:cs typeface="DIN Condensed"/>
              </a:defRPr>
            </a:pPr>
            <a:r>
              <a:rPr sz="2025" b="1" i="0">
                <a:solidFill>
                  <a:srgbClr val="FFFFFF"/>
                </a:solidFill>
                <a:latin typeface="DIN Condensed"/>
                <a:ea typeface="DIN Condensed"/>
                <a:cs typeface="DIN Condensed"/>
              </a:rPr>
              <a:t>SEMANA</a:t>
            </a:r>
          </a:p>
        </p:txBody>
      </p:sp>
      <p:sp>
        <p:nvSpPr>
          <p:cNvPr id="10" name="">
            <a:extLst xmlns:a="http://schemas.openxmlformats.org/drawingml/2006/main">
              <a:ext uri="{FF2B5EF4-FFF2-40B4-BE49-F238E27FC236}">
                <a16:creationId xmlns:a16="http://schemas.microsoft.com/office/drawing/2014/main" id="{8BFFB79B-7E14-49A7-9029-72455852FA9E}"/>
              </a:ext>
            </a:extLst>
          </p:cNvPr>
          <p:cNvSpPr>
            <a:spLocks xmlns:a="http://schemas.openxmlformats.org/drawingml/2006/main" noGrp="1"/>
          </p:cNvSpPr>
          <p:nvPr/>
        </p:nvSpPr>
        <p:spPr>
          <a:xfrm xmlns:a="http://schemas.openxmlformats.org/drawingml/2006/main">
            <a:off x="190500" y="1504950"/>
            <a:ext cx="1143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84000"/>
              </a:lnSpc>
              <a:buNone/>
              <a:defRPr sz="4950" b="1" i="0">
                <a:solidFill>
                  <a:srgbClr val="FFFFFF"/>
                </a:solidFill>
                <a:latin typeface="DIN Condensed"/>
                <a:ea typeface="DIN Condensed"/>
                <a:cs typeface="DIN Condensed"/>
              </a:defRPr>
            </a:pPr>
            <a:r>
              <a:rPr sz="4950" b="1" i="0">
                <a:solidFill>
                  <a:srgbClr val="FFFFFF"/>
                </a:solidFill>
                <a:latin typeface="DIN Condensed"/>
                <a:ea typeface="DIN Condensed"/>
                <a:cs typeface="DIN Condensed"/>
              </a:rPr>
              <a:t>09</a:t>
            </a:r>
          </a:p>
        </p:txBody>
      </p:sp>
      <p:sp>
        <p:nvSpPr>
          <p:cNvPr id="11" name="">
            <a:extLst xmlns:a="http://schemas.openxmlformats.org/drawingml/2006/main">
              <a:ext uri="{FF2B5EF4-FFF2-40B4-BE49-F238E27FC236}">
                <a16:creationId xmlns:a16="http://schemas.microsoft.com/office/drawing/2014/main" id="{7AC9D4EA-6C46-4838-9992-2CA692F17F71}"/>
              </a:ext>
            </a:extLst>
          </p:cNvPr>
          <p:cNvSpPr>
            <a:spLocks xmlns:a="http://schemas.openxmlformats.org/drawingml/2006/main" noGrp="1"/>
          </p:cNvSpPr>
          <p:nvPr/>
        </p:nvSpPr>
        <p:spPr>
          <a:xfrm xmlns:a="http://schemas.openxmlformats.org/drawingml/2006/main">
            <a:off x="190500" y="2590800"/>
            <a:ext cx="114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19–25 OCT</a:t>
            </a:r>
          </a:p>
        </p:txBody>
      </p:sp>
      <p:sp>
        <p:nvSpPr>
          <p:cNvPr id="12" name="">
            <a:extLst xmlns:a="http://schemas.openxmlformats.org/drawingml/2006/main">
              <a:ext uri="{FF2B5EF4-FFF2-40B4-BE49-F238E27FC236}">
                <a16:creationId xmlns:a16="http://schemas.microsoft.com/office/drawing/2014/main" id="{67769B1F-B031-4232-AED1-1A083EC87E29}"/>
              </a:ext>
            </a:extLst>
          </p:cNvPr>
          <p:cNvSpPr>
            <a:spLocks xmlns:a="http://schemas.openxmlformats.org/drawingml/2006/main" noGrp="1"/>
          </p:cNvSpPr>
          <p:nvPr/>
        </p:nvSpPr>
        <p:spPr>
          <a:xfrm xmlns:a="http://schemas.openxmlformats.org/drawingml/2006/main">
            <a:off x="1809750" y="609600"/>
            <a:ext cx="9334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4050" b="1" i="0">
                <a:solidFill>
                  <a:srgbClr val="FFFFFF"/>
                </a:solidFill>
                <a:latin typeface="DIN Condensed"/>
                <a:ea typeface="DIN Condensed"/>
                <a:cs typeface="DIN Condensed"/>
              </a:defRPr>
            </a:pPr>
            <a:r>
              <a:rPr sz="4050" b="1" i="0">
                <a:solidFill>
                  <a:srgbClr val="FFFFFF"/>
                </a:solidFill>
                <a:latin typeface="DIN Condensed"/>
                <a:ea typeface="DIN Condensed"/>
                <a:cs typeface="DIN Condensed"/>
              </a:rPr>
              <a:t>HACER FÁCIL LLEGAR Y CONFIAR</a:t>
            </a:r>
          </a:p>
        </p:txBody>
      </p:sp>
      <p:sp>
        <p:nvSpPr>
          <p:cNvPr id="13" name="">
            <a:extLst xmlns:a="http://schemas.openxmlformats.org/drawingml/2006/main">
              <a:ext uri="{FF2B5EF4-FFF2-40B4-BE49-F238E27FC236}">
                <a16:creationId xmlns:a16="http://schemas.microsoft.com/office/drawing/2014/main" id="{FA4AB053-16C7-41E1-B3DD-89A8689849A1}"/>
              </a:ext>
            </a:extLst>
          </p:cNvPr>
          <p:cNvSpPr>
            <a:spLocks xmlns:a="http://schemas.openxmlformats.org/drawingml/2006/main" noGrp="1"/>
          </p:cNvSpPr>
          <p:nvPr/>
        </p:nvSpPr>
        <p:spPr>
          <a:xfrm xmlns:a="http://schemas.openxmlformats.org/drawingml/2006/main">
            <a:off x="1809750" y="1428750"/>
            <a:ext cx="952500" cy="66675"/>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8974FC5B-BF79-4DA4-BBBD-49F24B105EA6}"/>
              </a:ext>
            </a:extLst>
          </p:cNvPr>
          <p:cNvSpPr>
            <a:spLocks xmlns:a="http://schemas.openxmlformats.org/drawingml/2006/main" noGrp="1"/>
          </p:cNvSpPr>
          <p:nvPr/>
        </p:nvSpPr>
        <p:spPr>
          <a:xfrm xmlns:a="http://schemas.openxmlformats.org/drawingml/2006/main">
            <a:off x="1809750" y="1809750"/>
            <a:ext cx="2952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00AFA0"/>
                </a:solidFill>
                <a:latin typeface="Avenir Next"/>
                <a:ea typeface="Avenir Next"/>
                <a:cs typeface="Avenir Next"/>
              </a:defRPr>
            </a:pPr>
            <a:r>
              <a:rPr sz="825" b="1" i="0">
                <a:solidFill>
                  <a:srgbClr val="00AFA0"/>
                </a:solidFill>
                <a:latin typeface="Avenir Next"/>
                <a:ea typeface="Avenir Next"/>
                <a:cs typeface="Avenir Next"/>
              </a:rPr>
              <a:t>LO QUE VE Y SIENTE EL PÚBLICO</a:t>
            </a:r>
          </a:p>
        </p:txBody>
      </p:sp>
      <p:sp>
        <p:nvSpPr>
          <p:cNvPr id="15" name="">
            <a:extLst xmlns:a="http://schemas.openxmlformats.org/drawingml/2006/main">
              <a:ext uri="{FF2B5EF4-FFF2-40B4-BE49-F238E27FC236}">
                <a16:creationId xmlns:a16="http://schemas.microsoft.com/office/drawing/2014/main" id="{AC48D647-82F5-435A-B0FF-BEC640B53213}"/>
              </a:ext>
            </a:extLst>
          </p:cNvPr>
          <p:cNvSpPr>
            <a:spLocks xmlns:a="http://schemas.openxmlformats.org/drawingml/2006/main" noGrp="1"/>
          </p:cNvSpPr>
          <p:nvPr/>
        </p:nvSpPr>
        <p:spPr>
          <a:xfrm xmlns:a="http://schemas.openxmlformats.org/drawingml/2006/main">
            <a:off x="1809750" y="2190750"/>
            <a:ext cx="295275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8000"/>
              </a:lnSpc>
              <a:buNone/>
              <a:defRPr sz="1275" b="0" i="0">
                <a:solidFill>
                  <a:srgbClr val="FFFFFF"/>
                </a:solidFill>
                <a:latin typeface="Avenir Next"/>
                <a:ea typeface="Avenir Next"/>
                <a:cs typeface="Avenir Next"/>
              </a:defRPr>
            </a:pPr>
            <a:r>
              <a:rPr sz="1275" b="0" i="0">
                <a:solidFill>
                  <a:srgbClr val="FFFFFF"/>
                </a:solidFill>
                <a:latin typeface="Avenir Next"/>
                <a:ea typeface="Avenir Next"/>
                <a:cs typeface="Avenir Next"/>
              </a:rPr>
              <a:t>— salida propuesta de guía móvil 21 OCT</a:t>
            </a:r>
          </a:p>
          <a:p xmlns:a="http://schemas.openxmlformats.org/drawingml/2006/main">
            <a:pPr algn="l">
              <a:lnSpc>
                <a:spcPct val="118000"/>
              </a:lnSpc>
              <a:buNone/>
              <a:defRPr sz="1275" b="0" i="0">
                <a:solidFill>
                  <a:srgbClr val="FFFFFF"/>
                </a:solidFill>
                <a:latin typeface="Avenir Next"/>
                <a:ea typeface="Avenir Next"/>
                <a:cs typeface="Avenir Next"/>
              </a:defRPr>
            </a:pPr>
            <a:r>
              <a:rPr sz="1275" b="0" i="0">
                <a:solidFill>
                  <a:srgbClr val="FFFFFF"/>
                </a:solidFill>
                <a:latin typeface="Avenir Next"/>
                <a:ea typeface="Avenir Next"/>
                <a:cs typeface="Avenir Next"/>
              </a:rPr>
              <a:t>— más de 10.000 espacios comunicados en 2025; capacidad 2026 solo tras control</a:t>
            </a:r>
          </a:p>
          <a:p xmlns:a="http://schemas.openxmlformats.org/drawingml/2006/main">
            <a:pPr algn="l">
              <a:lnSpc>
                <a:spcPct val="118000"/>
              </a:lnSpc>
              <a:buNone/>
              <a:defRPr sz="1275" b="0" i="0">
                <a:solidFill>
                  <a:srgbClr val="FFFFFF"/>
                </a:solidFill>
                <a:latin typeface="Avenir Next"/>
                <a:ea typeface="Avenir Next"/>
                <a:cs typeface="Avenir Next"/>
              </a:defRPr>
            </a:pPr>
            <a:r>
              <a:rPr sz="1275" b="0" i="0">
                <a:solidFill>
                  <a:srgbClr val="FFFFFF"/>
                </a:solidFill>
                <a:latin typeface="Avenir Next"/>
                <a:ea typeface="Avenir Next"/>
                <a:cs typeface="Avenir Next"/>
              </a:rPr>
              <a:t>— limpieza, seguridad, pagos, ayuda y preguntas frecuentes</a:t>
            </a:r>
          </a:p>
          <a:p xmlns:a="http://schemas.openxmlformats.org/drawingml/2006/main">
            <a:pPr algn="l">
              <a:lnSpc>
                <a:spcPct val="118000"/>
              </a:lnSpc>
              <a:buNone/>
              <a:defRPr sz="1275" b="0" i="0">
                <a:solidFill>
                  <a:srgbClr val="FFFFFF"/>
                </a:solidFill>
                <a:latin typeface="Avenir Next"/>
                <a:ea typeface="Avenir Next"/>
                <a:cs typeface="Avenir Next"/>
              </a:defRPr>
            </a:pPr>
            <a:r>
              <a:rPr sz="1275" b="0" i="0">
                <a:solidFill>
                  <a:srgbClr val="FFFFFF"/>
                </a:solidFill>
                <a:latin typeface="Avenir Next"/>
                <a:ea typeface="Avenir Next"/>
                <a:cs typeface="Avenir Next"/>
              </a:rPr>
              <a:t>— convocatoria Reporteros de la Feria</a:t>
            </a:r>
          </a:p>
        </p:txBody>
      </p:sp>
      <p:sp>
        <p:nvSpPr>
          <p:cNvPr id="16" name="">
            <a:extLst xmlns:a="http://schemas.openxmlformats.org/drawingml/2006/main">
              <a:ext uri="{FF2B5EF4-FFF2-40B4-BE49-F238E27FC236}">
                <a16:creationId xmlns:a16="http://schemas.microsoft.com/office/drawing/2014/main" id="{205F8FC7-AFBD-46FA-9B6A-6C7FF9FF8ECA}"/>
              </a:ext>
            </a:extLst>
          </p:cNvPr>
          <p:cNvSpPr>
            <a:spLocks xmlns:a="http://schemas.openxmlformats.org/drawingml/2006/main" noGrp="1"/>
          </p:cNvSpPr>
          <p:nvPr/>
        </p:nvSpPr>
        <p:spPr>
          <a:xfrm xmlns:a="http://schemas.openxmlformats.org/drawingml/2006/main">
            <a:off x="4953000" y="1809750"/>
            <a:ext cx="28575" cy="0"/>
          </a:xfrm>
          <a:prstGeom xmlns:a="http://schemas.openxmlformats.org/drawingml/2006/main" prst="rect">
            <a:avLst/>
          </a:prstGeom>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93C154AD-9D67-4C5F-8DDC-A2245AB62EFC}"/>
              </a:ext>
            </a:extLst>
          </p:cNvPr>
          <p:cNvSpPr>
            <a:spLocks xmlns:a="http://schemas.openxmlformats.org/drawingml/2006/main" noGrp="1"/>
          </p:cNvSpPr>
          <p:nvPr/>
        </p:nvSpPr>
        <p:spPr>
          <a:xfrm xmlns:a="http://schemas.openxmlformats.org/drawingml/2006/main">
            <a:off x="5276850" y="18097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00AFA0"/>
                </a:solidFill>
                <a:latin typeface="Avenir Next"/>
                <a:ea typeface="Avenir Next"/>
                <a:cs typeface="Avenir Next"/>
              </a:defRPr>
            </a:pPr>
            <a:r>
              <a:rPr sz="825" b="1" i="0">
                <a:solidFill>
                  <a:srgbClr val="00AFA0"/>
                </a:solidFill>
                <a:latin typeface="Avenir Next"/>
                <a:ea typeface="Avenir Next"/>
                <a:cs typeface="Avenir Next"/>
              </a:rPr>
              <a:t>ENTREGABLES DE LA SEMANA</a:t>
            </a:r>
          </a:p>
        </p:txBody>
      </p:sp>
      <p:sp>
        <p:nvSpPr>
          <p:cNvPr id="18" name="">
            <a:extLst xmlns:a="http://schemas.openxmlformats.org/drawingml/2006/main">
              <a:ext uri="{FF2B5EF4-FFF2-40B4-BE49-F238E27FC236}">
                <a16:creationId xmlns:a16="http://schemas.microsoft.com/office/drawing/2014/main" id="{1619B2A9-1A26-4ADD-A586-D7CBAEF07FFC}"/>
              </a:ext>
            </a:extLst>
          </p:cNvPr>
          <p:cNvSpPr>
            <a:spLocks xmlns:a="http://schemas.openxmlformats.org/drawingml/2006/main" noGrp="1"/>
          </p:cNvSpPr>
          <p:nvPr/>
        </p:nvSpPr>
        <p:spPr>
          <a:xfrm xmlns:a="http://schemas.openxmlformats.org/drawingml/2006/main">
            <a:off x="5276850" y="2190750"/>
            <a:ext cx="285750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8000"/>
              </a:lnSpc>
              <a:buNone/>
              <a:defRPr sz="1275" b="1" i="0">
                <a:solidFill>
                  <a:srgbClr val="FFFFFF"/>
                </a:solidFill>
                <a:latin typeface="Avenir Next"/>
                <a:ea typeface="Avenir Next"/>
                <a:cs typeface="Avenir Next"/>
              </a:defRPr>
            </a:pPr>
            <a:r>
              <a:rPr sz="1275" b="1" i="0">
                <a:solidFill>
                  <a:srgbClr val="FFFFFF"/>
                </a:solidFill>
                <a:latin typeface="Avenir Next"/>
                <a:ea typeface="Avenir Next"/>
                <a:cs typeface="Avenir Next"/>
              </a:rPr>
              <a:t>— QR y mapa impreso equivalentes</a:t>
            </a:r>
          </a:p>
          <a:p xmlns:a="http://schemas.openxmlformats.org/drawingml/2006/main">
            <a:pPr algn="l">
              <a:lnSpc>
                <a:spcPct val="118000"/>
              </a:lnSpc>
              <a:buNone/>
              <a:defRPr sz="1275" b="1" i="0">
                <a:solidFill>
                  <a:srgbClr val="FFFFFF"/>
                </a:solidFill>
                <a:latin typeface="Avenir Next"/>
                <a:ea typeface="Avenir Next"/>
                <a:cs typeface="Avenir Next"/>
              </a:defRPr>
            </a:pPr>
            <a:r>
              <a:rPr sz="1275" b="1" i="0">
                <a:solidFill>
                  <a:srgbClr val="FFFFFF"/>
                </a:solidFill>
                <a:latin typeface="Avenir Next"/>
                <a:ea typeface="Avenir Next"/>
                <a:cs typeface="Avenir Next"/>
              </a:rPr>
              <a:t>— mensajes públicos aprobados de limpieza y seguridad</a:t>
            </a:r>
          </a:p>
          <a:p xmlns:a="http://schemas.openxmlformats.org/drawingml/2006/main">
            <a:pPr algn="l">
              <a:lnSpc>
                <a:spcPct val="118000"/>
              </a:lnSpc>
              <a:buNone/>
              <a:defRPr sz="1275" b="1" i="0">
                <a:solidFill>
                  <a:srgbClr val="FFFFFF"/>
                </a:solidFill>
                <a:latin typeface="Avenir Next"/>
                <a:ea typeface="Avenir Next"/>
                <a:cs typeface="Avenir Next"/>
              </a:defRPr>
            </a:pPr>
            <a:r>
              <a:rPr sz="1275" b="1" i="0">
                <a:solidFill>
                  <a:srgbClr val="FFFFFF"/>
                </a:solidFill>
                <a:latin typeface="Avenir Next"/>
                <a:ea typeface="Avenir Next"/>
                <a:cs typeface="Avenir Next"/>
              </a:rPr>
              <a:t>— turnos y base de conocimiento</a:t>
            </a:r>
          </a:p>
          <a:p xmlns:a="http://schemas.openxmlformats.org/drawingml/2006/main">
            <a:pPr algn="l">
              <a:lnSpc>
                <a:spcPct val="118000"/>
              </a:lnSpc>
              <a:buNone/>
              <a:defRPr sz="1275" b="1" i="0">
                <a:solidFill>
                  <a:srgbClr val="FFFFFF"/>
                </a:solidFill>
                <a:latin typeface="Avenir Next"/>
                <a:ea typeface="Avenir Next"/>
                <a:cs typeface="Avenir Next"/>
              </a:defRPr>
            </a:pPr>
            <a:r>
              <a:rPr sz="1275" b="1" i="0">
                <a:solidFill>
                  <a:srgbClr val="FFFFFF"/>
                </a:solidFill>
                <a:latin typeface="Avenir Next"/>
                <a:ea typeface="Avenir Next"/>
                <a:cs typeface="Avenir Next"/>
              </a:rPr>
              <a:t>— misiones de contenido, permisos y protocolo de crisis</a:t>
            </a:r>
          </a:p>
        </p:txBody>
      </p:sp>
      <p:sp>
        <p:nvSpPr>
          <p:cNvPr id="19" name="">
            <a:extLst xmlns:a="http://schemas.openxmlformats.org/drawingml/2006/main">
              <a:ext uri="{FF2B5EF4-FFF2-40B4-BE49-F238E27FC236}">
                <a16:creationId xmlns:a16="http://schemas.microsoft.com/office/drawing/2014/main" id="{BFA6770E-E050-4D91-AB84-1E762A5663C7}"/>
              </a:ext>
            </a:extLst>
          </p:cNvPr>
          <p:cNvSpPr>
            <a:spLocks xmlns:a="http://schemas.openxmlformats.org/drawingml/2006/main" noGrp="1"/>
          </p:cNvSpPr>
          <p:nvPr/>
        </p:nvSpPr>
        <p:spPr>
          <a:xfrm xmlns:a="http://schemas.openxmlformats.org/drawingml/2006/main">
            <a:off x="8362950" y="1809750"/>
            <a:ext cx="28575" cy="0"/>
          </a:xfrm>
          <a:prstGeom xmlns:a="http://schemas.openxmlformats.org/drawingml/2006/main" prst="rect">
            <a:avLst/>
          </a:prstGeom>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59A239E4-F10A-4154-B665-FBEC3F2B4B6F}"/>
              </a:ext>
            </a:extLst>
          </p:cNvPr>
          <p:cNvSpPr>
            <a:spLocks xmlns:a="http://schemas.openxmlformats.org/drawingml/2006/main" noGrp="1"/>
          </p:cNvSpPr>
          <p:nvPr/>
        </p:nvSpPr>
        <p:spPr>
          <a:xfrm xmlns:a="http://schemas.openxmlformats.org/drawingml/2006/main">
            <a:off x="8667750" y="18097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00AFA0"/>
                </a:solidFill>
                <a:latin typeface="Avenir Next"/>
                <a:ea typeface="Avenir Next"/>
                <a:cs typeface="Avenir Next"/>
              </a:defRPr>
            </a:pPr>
            <a:r>
              <a:rPr sz="825" b="1" i="0">
                <a:solidFill>
                  <a:srgbClr val="00AFA0"/>
                </a:solidFill>
                <a:latin typeface="Avenir Next"/>
                <a:ea typeface="Avenir Next"/>
                <a:cs typeface="Avenir Next"/>
              </a:rPr>
              <a:t>CONEXIONES QUE LA HABILITAN</a:t>
            </a:r>
          </a:p>
        </p:txBody>
      </p:sp>
      <p:sp>
        <p:nvSpPr>
          <p:cNvPr id="21" name="">
            <a:extLst xmlns:a="http://schemas.openxmlformats.org/drawingml/2006/main">
              <a:ext uri="{FF2B5EF4-FFF2-40B4-BE49-F238E27FC236}">
                <a16:creationId xmlns:a16="http://schemas.microsoft.com/office/drawing/2014/main" id="{2DEE6B53-A4E9-420B-A0BC-7501B586A36C}"/>
              </a:ext>
            </a:extLst>
          </p:cNvPr>
          <p:cNvSpPr>
            <a:spLocks xmlns:a="http://schemas.openxmlformats.org/drawingml/2006/main" noGrp="1"/>
          </p:cNvSpPr>
          <p:nvPr/>
        </p:nvSpPr>
        <p:spPr>
          <a:xfrm xmlns:a="http://schemas.openxmlformats.org/drawingml/2006/main">
            <a:off x="8667750" y="2190750"/>
            <a:ext cx="2857500" cy="2667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7000"/>
              </a:lnSpc>
              <a:buNone/>
              <a:defRPr sz="1125" b="0" i="0">
                <a:solidFill>
                  <a:srgbClr val="FFFFFF">
                    <a:alpha val="72000"/>
                  </a:srgbClr>
                </a:solidFill>
                <a:latin typeface="Avenir Next"/>
                <a:ea typeface="Avenir Next"/>
                <a:cs typeface="Avenir Next"/>
              </a:defRPr>
            </a:pPr>
            <a:r>
              <a:rPr sz="1125" b="0" i="0">
                <a:solidFill>
                  <a:srgbClr val="FFFFFF">
                    <a:alpha val="72000"/>
                  </a:srgbClr>
                </a:solidFill>
                <a:latin typeface="Avenir Next"/>
                <a:ea typeface="Avenir Next"/>
                <a:cs typeface="Avenir Next"/>
              </a:rPr>
              <a:t>— Operación valida plano, accesos, zonas, conteo y contingencia</a:t>
            </a:r>
          </a:p>
          <a:p xmlns:a="http://schemas.openxmlformats.org/drawingml/2006/main">
            <a:pPr algn="l">
              <a:lnSpc>
                <a:spcPct val="117000"/>
              </a:lnSpc>
              <a:buNone/>
              <a:defRPr sz="1125" b="0" i="0">
                <a:solidFill>
                  <a:srgbClr val="FFFFFF">
                    <a:alpha val="72000"/>
                  </a:srgbClr>
                </a:solidFill>
                <a:latin typeface="Avenir Next"/>
                <a:ea typeface="Avenir Next"/>
                <a:cs typeface="Avenir Next"/>
              </a:defRPr>
            </a:pPr>
            <a:r>
              <a:rPr sz="1125" b="0" i="0">
                <a:solidFill>
                  <a:srgbClr val="FFFFFF">
                    <a:alpha val="72000"/>
                  </a:srgbClr>
                </a:solidFill>
                <a:latin typeface="Avenir Next"/>
                <a:ea typeface="Avenir Next"/>
                <a:cs typeface="Avenir Next"/>
              </a:rPr>
              <a:t>— Tecnología cierra versión</a:t>
            </a:r>
          </a:p>
          <a:p xmlns:a="http://schemas.openxmlformats.org/drawingml/2006/main">
            <a:pPr algn="l">
              <a:lnSpc>
                <a:spcPct val="117000"/>
              </a:lnSpc>
              <a:buNone/>
              <a:defRPr sz="1125" b="0" i="0">
                <a:solidFill>
                  <a:srgbClr val="FFFFFF">
                    <a:alpha val="72000"/>
                  </a:srgbClr>
                </a:solidFill>
                <a:latin typeface="Avenir Next"/>
                <a:ea typeface="Avenir Next"/>
                <a:cs typeface="Avenir Next"/>
              </a:defRPr>
            </a:pPr>
            <a:r>
              <a:rPr sz="1125" b="0" i="0">
                <a:solidFill>
                  <a:srgbClr val="FFFFFF">
                    <a:alpha val="72000"/>
                  </a:srgbClr>
                </a:solidFill>
                <a:latin typeface="Avenir Next"/>
                <a:ea typeface="Avenir Next"/>
                <a:cs typeface="Avenir Next"/>
              </a:rPr>
              <a:t>— Servicio ensaya respuestas</a:t>
            </a:r>
          </a:p>
          <a:p xmlns:a="http://schemas.openxmlformats.org/drawingml/2006/main">
            <a:pPr algn="l">
              <a:lnSpc>
                <a:spcPct val="117000"/>
              </a:lnSpc>
              <a:buNone/>
              <a:defRPr sz="1125" b="0" i="0">
                <a:solidFill>
                  <a:srgbClr val="FFFFFF">
                    <a:alpha val="72000"/>
                  </a:srgbClr>
                </a:solidFill>
                <a:latin typeface="Avenir Next"/>
                <a:ea typeface="Avenir Next"/>
                <a:cs typeface="Avenir Next"/>
              </a:defRPr>
            </a:pPr>
            <a:r>
              <a:rPr sz="1125" b="0" i="0">
                <a:solidFill>
                  <a:srgbClr val="FFFFFF">
                    <a:alpha val="72000"/>
                  </a:srgbClr>
                </a:solidFill>
                <a:latin typeface="Avenir Next"/>
                <a:ea typeface="Avenir Next"/>
                <a:cs typeface="Avenir Next"/>
              </a:rPr>
              <a:t>— Diseño sincroniza señalética</a:t>
            </a:r>
          </a:p>
        </p:txBody>
      </p:sp>
      <p:sp>
        <p:nvSpPr>
          <p:cNvPr id="22" name="">
            <a:extLst xmlns:a="http://schemas.openxmlformats.org/drawingml/2006/main">
              <a:ext uri="{FF2B5EF4-FFF2-40B4-BE49-F238E27FC236}">
                <a16:creationId xmlns:a16="http://schemas.microsoft.com/office/drawing/2014/main" id="{7C70A31D-17C0-4778-AC8C-C51CE1782954}"/>
              </a:ext>
            </a:extLst>
          </p:cNvPr>
          <p:cNvSpPr>
            <a:spLocks xmlns:a="http://schemas.openxmlformats.org/drawingml/2006/main" noGrp="1"/>
          </p:cNvSpPr>
          <p:nvPr/>
        </p:nvSpPr>
        <p:spPr>
          <a:xfrm xmlns:a="http://schemas.openxmlformats.org/drawingml/2006/main">
            <a:off x="1809750" y="5562600"/>
            <a:ext cx="9715500" cy="628650"/>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1371B840-919F-446C-BCA3-08AAC992C812}"/>
              </a:ext>
            </a:extLst>
          </p:cNvPr>
          <p:cNvSpPr>
            <a:spLocks xmlns:a="http://schemas.openxmlformats.org/drawingml/2006/main" noGrp="1"/>
          </p:cNvSpPr>
          <p:nvPr/>
        </p:nvSpPr>
        <p:spPr>
          <a:xfrm xmlns:a="http://schemas.openxmlformats.org/drawingml/2006/main">
            <a:off x="2019300" y="5753100"/>
            <a:ext cx="9296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META: ENCONTRAR BAÑO, COMIDA, ESCENARIO, ESTACIONAMIENTO, AYUDA Y SALIDA CON MENOS FRICCIÓN.</a:t>
            </a:r>
          </a:p>
        </p:txBody>
      </p:sp>
      <p:sp>
        <p:nvSpPr>
          <p:cNvPr id="24" name="">
            <a:extLst xmlns:a="http://schemas.openxmlformats.org/drawingml/2006/main">
              <a:ext uri="{FF2B5EF4-FFF2-40B4-BE49-F238E27FC236}">
                <a16:creationId xmlns:a16="http://schemas.microsoft.com/office/drawing/2014/main" id="{05B7DF30-9601-4AB2-A296-26AD7438732D}"/>
              </a:ext>
            </a:extLst>
          </p:cNvPr>
          <p:cNvSpPr>
            <a:spLocks xmlns:a="http://schemas.openxmlformats.org/drawingml/2006/main" noGrp="1"/>
          </p:cNvSpPr>
          <p:nvPr/>
        </p:nvSpPr>
        <p:spPr>
          <a:xfrm xmlns:a="http://schemas.openxmlformats.org/drawingml/2006/main">
            <a:off x="1809750" y="6534150"/>
            <a:ext cx="4762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675" b="1" i="0">
                <a:solidFill>
                  <a:srgbClr val="FFFFFF">
                    <a:alpha val="52000"/>
                  </a:srgbClr>
                </a:solidFill>
                <a:latin typeface="Avenir Next"/>
                <a:ea typeface="Avenir Next"/>
                <a:cs typeface="Avenir Next"/>
              </a:defRPr>
            </a:pPr>
            <a:r>
              <a:rPr sz="675" b="1" i="0">
                <a:solidFill>
                  <a:srgbClr val="FFFFFF">
                    <a:alpha val="52000"/>
                  </a:srgbClr>
                </a:solidFill>
                <a:latin typeface="Avenir Next"/>
                <a:ea typeface="Avenir Next"/>
                <a:cs typeface="Avenir Next"/>
              </a:rPr>
              <a:t>DOCUMENTO INTERNO · PROPUESTA EN REVISIÓN</a:t>
            </a:r>
          </a:p>
        </p:txBody>
      </p:sp>
    </p:spTree>
    <p:extLst>
      <p:ext uri="{BB962C8B-B14F-4D97-AF65-F5344CB8AC3E}">
        <p14:creationId xmlns:p14="http://schemas.microsoft.com/office/powerpoint/2010/main" val="368940900"/>
      </p:ext>
    </p:extLst>
  </p:cSld>
</p:sld>
</file>

<file path=ppt/slides/slide55.xml><?xml version="1.0" encoding="utf-8"?>
<p:sld xmlns:p="http://schemas.openxmlformats.org/presentationml/2006/main">
  <p:cSld>
    <p:bg>
      <p:bgPr>
        <a:solidFill xmlns:a="http://schemas.openxmlformats.org/drawingml/2006/main">
          <a:srgbClr val="160A22"/>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D8442B0D-9B45-4E50-806F-9F1CA2CA664D}"/>
              </a:ext>
            </a:extLst>
          </p:cNvPr>
          <p:cNvSpPr>
            <a:spLocks xmlns:a="http://schemas.openxmlformats.org/drawingml/2006/main" noGrp="1"/>
          </p:cNvSpPr>
          <p:nvPr/>
        </p:nvSpPr>
        <p:spPr>
          <a:xfrm xmlns:a="http://schemas.openxmlformats.org/drawingml/2006/main">
            <a:off x="0" y="0"/>
            <a:ext cx="2438400" cy="66675"/>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E8F75F5-12BA-4019-8C69-EBD0A6D0C33B}"/>
              </a:ext>
            </a:extLst>
          </p:cNvPr>
          <p:cNvSpPr>
            <a:spLocks xmlns:a="http://schemas.openxmlformats.org/drawingml/2006/main" noGrp="1"/>
          </p:cNvSpPr>
          <p:nvPr/>
        </p:nvSpPr>
        <p:spPr>
          <a:xfrm xmlns:a="http://schemas.openxmlformats.org/drawingml/2006/main">
            <a:off x="2438400" y="0"/>
            <a:ext cx="2438400" cy="66675"/>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E7FC5BAE-7006-400C-B817-CE9A965DAE53}"/>
              </a:ext>
            </a:extLst>
          </p:cNvPr>
          <p:cNvSpPr>
            <a:spLocks xmlns:a="http://schemas.openxmlformats.org/drawingml/2006/main" noGrp="1"/>
          </p:cNvSpPr>
          <p:nvPr/>
        </p:nvSpPr>
        <p:spPr>
          <a:xfrm xmlns:a="http://schemas.openxmlformats.org/drawingml/2006/main">
            <a:off x="4876800" y="0"/>
            <a:ext cx="2438400" cy="66675"/>
          </a:xfrm>
          <a:prstGeom xmlns:a="http://schemas.openxmlformats.org/drawingml/2006/main" prst="rect">
            <a:avLst/>
          </a:prstGeom>
          <a:solidFill xmlns:a="http://schemas.openxmlformats.org/drawingml/2006/main">
            <a:srgbClr val="FFC92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CD715F7-FD0C-4B1C-BAF0-8EEF704C3BF7}"/>
              </a:ext>
            </a:extLst>
          </p:cNvPr>
          <p:cNvSpPr>
            <a:spLocks xmlns:a="http://schemas.openxmlformats.org/drawingml/2006/main" noGrp="1"/>
          </p:cNvSpPr>
          <p:nvPr/>
        </p:nvSpPr>
        <p:spPr>
          <a:xfrm xmlns:a="http://schemas.openxmlformats.org/drawingml/2006/main">
            <a:off x="7315200" y="0"/>
            <a:ext cx="2438400" cy="66675"/>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60FBCCBC-ECF9-4BEC-A12A-777A0516C74A}"/>
              </a:ext>
            </a:extLst>
          </p:cNvPr>
          <p:cNvSpPr>
            <a:spLocks xmlns:a="http://schemas.openxmlformats.org/drawingml/2006/main" noGrp="1"/>
          </p:cNvSpPr>
          <p:nvPr/>
        </p:nvSpPr>
        <p:spPr>
          <a:xfrm xmlns:a="http://schemas.openxmlformats.org/drawingml/2006/main">
            <a:off x="9753600" y="0"/>
            <a:ext cx="2438400" cy="66675"/>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0858859D-A6D4-4D4E-806E-9E33F5D1ACC5}"/>
              </a:ext>
            </a:extLst>
          </p:cNvPr>
          <p:cNvSpPr>
            <a:spLocks xmlns:a="http://schemas.openxmlformats.org/drawingml/2006/main" noGrp="1"/>
          </p:cNvSpPr>
          <p:nvPr/>
        </p:nvSpPr>
        <p:spPr>
          <a:xfrm xmlns:a="http://schemas.openxmlformats.org/drawingml/2006/main">
            <a:off x="609600" y="26670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FFC928"/>
                </a:solidFill>
                <a:latin typeface="Avenir Next"/>
                <a:ea typeface="Avenir Next"/>
                <a:cs typeface="Avenir Next"/>
              </a:defRPr>
            </a:pPr>
            <a:r>
              <a:rPr sz="825" b="1" i="0">
                <a:solidFill>
                  <a:srgbClr val="FFC928"/>
                </a:solidFill>
                <a:latin typeface="Avenir Next"/>
                <a:ea typeface="Avenir Next"/>
                <a:cs typeface="Avenir Next"/>
              </a:rPr>
              <a:t>SEMANA 10</a:t>
            </a:r>
          </a:p>
        </p:txBody>
      </p:sp>
      <p:sp>
        <p:nvSpPr>
          <p:cNvPr id="7" name="">
            <a:extLst xmlns:a="http://schemas.openxmlformats.org/drawingml/2006/main">
              <a:ext uri="{FF2B5EF4-FFF2-40B4-BE49-F238E27FC236}">
                <a16:creationId xmlns:a16="http://schemas.microsoft.com/office/drawing/2014/main" id="{175F730B-ED3E-4303-AF4B-C15750B5AD11}"/>
              </a:ext>
            </a:extLst>
          </p:cNvPr>
          <p:cNvSpPr>
            <a:spLocks xmlns:a="http://schemas.openxmlformats.org/drawingml/2006/main" noGrp="1"/>
          </p:cNvSpPr>
          <p:nvPr/>
        </p:nvSpPr>
        <p:spPr>
          <a:xfrm xmlns:a="http://schemas.openxmlformats.org/drawingml/2006/main">
            <a:off x="11239500" y="6505575"/>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750" b="1" i="0">
                <a:solidFill>
                  <a:srgbClr val="FFFFFF">
                    <a:alpha val="52000"/>
                  </a:srgbClr>
                </a:solidFill>
                <a:latin typeface="Avenir Next"/>
                <a:ea typeface="Avenir Next"/>
                <a:cs typeface="Avenir Next"/>
              </a:defRPr>
            </a:pPr>
            <a:r>
              <a:rPr sz="750" b="1" i="0">
                <a:solidFill>
                  <a:srgbClr val="FFFFFF">
                    <a:alpha val="52000"/>
                  </a:srgbClr>
                </a:solidFill>
                <a:latin typeface="Avenir Next"/>
                <a:ea typeface="Avenir Next"/>
                <a:cs typeface="Avenir Next"/>
              </a:rPr>
              <a:t>55</a:t>
            </a:r>
          </a:p>
        </p:txBody>
      </p:sp>
      <p:sp>
        <p:nvSpPr>
          <p:cNvPr id="8" name="">
            <a:extLst xmlns:a="http://schemas.openxmlformats.org/drawingml/2006/main">
              <a:ext uri="{FF2B5EF4-FFF2-40B4-BE49-F238E27FC236}">
                <a16:creationId xmlns:a16="http://schemas.microsoft.com/office/drawing/2014/main" id="{91C12D9E-E1FB-4D7B-BB2C-8A3BE17EBD23}"/>
              </a:ext>
            </a:extLst>
          </p:cNvPr>
          <p:cNvSpPr>
            <a:spLocks xmlns:a="http://schemas.openxmlformats.org/drawingml/2006/main" noGrp="1"/>
          </p:cNvSpPr>
          <p:nvPr/>
        </p:nvSpPr>
        <p:spPr>
          <a:xfrm xmlns:a="http://schemas.openxmlformats.org/drawingml/2006/main">
            <a:off x="0" y="66675"/>
            <a:ext cx="1504950" cy="6791325"/>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071E0E20-6B51-44AC-9620-DB88ACFD7EDD}"/>
              </a:ext>
            </a:extLst>
          </p:cNvPr>
          <p:cNvSpPr>
            <a:spLocks xmlns:a="http://schemas.openxmlformats.org/drawingml/2006/main" noGrp="1"/>
          </p:cNvSpPr>
          <p:nvPr/>
        </p:nvSpPr>
        <p:spPr>
          <a:xfrm xmlns:a="http://schemas.openxmlformats.org/drawingml/2006/main">
            <a:off x="190500" y="110490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941"/>
          </a:bodyPr>
          <a:lstStyle xmlns:a="http://schemas.openxmlformats.org/drawingml/2006/main"/>
          <a:p xmlns:a="http://schemas.openxmlformats.org/drawingml/2006/main">
            <a:pPr algn="ctr">
              <a:lnSpc>
                <a:spcPct val="105000"/>
              </a:lnSpc>
              <a:buNone/>
              <a:defRPr sz="2025" b="1" i="0">
                <a:solidFill>
                  <a:srgbClr val="FFFFFF"/>
                </a:solidFill>
                <a:latin typeface="DIN Condensed"/>
                <a:ea typeface="DIN Condensed"/>
                <a:cs typeface="DIN Condensed"/>
              </a:defRPr>
            </a:pPr>
            <a:r>
              <a:rPr sz="2025" b="1" i="0">
                <a:solidFill>
                  <a:srgbClr val="FFFFFF"/>
                </a:solidFill>
                <a:latin typeface="DIN Condensed"/>
                <a:ea typeface="DIN Condensed"/>
                <a:cs typeface="DIN Condensed"/>
              </a:rPr>
              <a:t>SEMANA</a:t>
            </a:r>
          </a:p>
        </p:txBody>
      </p:sp>
      <p:sp>
        <p:nvSpPr>
          <p:cNvPr id="10" name="">
            <a:extLst xmlns:a="http://schemas.openxmlformats.org/drawingml/2006/main">
              <a:ext uri="{FF2B5EF4-FFF2-40B4-BE49-F238E27FC236}">
                <a16:creationId xmlns:a16="http://schemas.microsoft.com/office/drawing/2014/main" id="{6BED13AD-5785-4582-A6C4-51702B1F36FF}"/>
              </a:ext>
            </a:extLst>
          </p:cNvPr>
          <p:cNvSpPr>
            <a:spLocks xmlns:a="http://schemas.openxmlformats.org/drawingml/2006/main" noGrp="1"/>
          </p:cNvSpPr>
          <p:nvPr/>
        </p:nvSpPr>
        <p:spPr>
          <a:xfrm xmlns:a="http://schemas.openxmlformats.org/drawingml/2006/main">
            <a:off x="190500" y="1504950"/>
            <a:ext cx="1143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84000"/>
              </a:lnSpc>
              <a:buNone/>
              <a:defRPr sz="4950" b="1" i="0">
                <a:solidFill>
                  <a:srgbClr val="FFFFFF"/>
                </a:solidFill>
                <a:latin typeface="DIN Condensed"/>
                <a:ea typeface="DIN Condensed"/>
                <a:cs typeface="DIN Condensed"/>
              </a:defRPr>
            </a:pPr>
            <a:r>
              <a:rPr sz="4950" b="1" i="0">
                <a:solidFill>
                  <a:srgbClr val="FFFFFF"/>
                </a:solidFill>
                <a:latin typeface="DIN Condensed"/>
                <a:ea typeface="DIN Condensed"/>
                <a:cs typeface="DIN Condensed"/>
              </a:rPr>
              <a:t>10</a:t>
            </a:r>
          </a:p>
        </p:txBody>
      </p:sp>
      <p:sp>
        <p:nvSpPr>
          <p:cNvPr id="11" name="">
            <a:extLst xmlns:a="http://schemas.openxmlformats.org/drawingml/2006/main">
              <a:ext uri="{FF2B5EF4-FFF2-40B4-BE49-F238E27FC236}">
                <a16:creationId xmlns:a16="http://schemas.microsoft.com/office/drawing/2014/main" id="{FF5033DF-3B34-48B2-9F0B-2DDD4F42B8CC}"/>
              </a:ext>
            </a:extLst>
          </p:cNvPr>
          <p:cNvSpPr>
            <a:spLocks xmlns:a="http://schemas.openxmlformats.org/drawingml/2006/main" noGrp="1"/>
          </p:cNvSpPr>
          <p:nvPr/>
        </p:nvSpPr>
        <p:spPr>
          <a:xfrm xmlns:a="http://schemas.openxmlformats.org/drawingml/2006/main">
            <a:off x="190500" y="2590800"/>
            <a:ext cx="114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26–28 OCT</a:t>
            </a:r>
          </a:p>
        </p:txBody>
      </p:sp>
      <p:sp>
        <p:nvSpPr>
          <p:cNvPr id="12" name="">
            <a:extLst xmlns:a="http://schemas.openxmlformats.org/drawingml/2006/main">
              <a:ext uri="{FF2B5EF4-FFF2-40B4-BE49-F238E27FC236}">
                <a16:creationId xmlns:a16="http://schemas.microsoft.com/office/drawing/2014/main" id="{6B4D64CC-B1EC-421E-BE46-946FA7DDFC37}"/>
              </a:ext>
            </a:extLst>
          </p:cNvPr>
          <p:cNvSpPr>
            <a:spLocks xmlns:a="http://schemas.openxmlformats.org/drawingml/2006/main" noGrp="1"/>
          </p:cNvSpPr>
          <p:nvPr/>
        </p:nvSpPr>
        <p:spPr>
          <a:xfrm xmlns:a="http://schemas.openxmlformats.org/drawingml/2006/main">
            <a:off x="1809750" y="609600"/>
            <a:ext cx="9334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4050" b="1" i="0">
                <a:solidFill>
                  <a:srgbClr val="FFFFFF"/>
                </a:solidFill>
                <a:latin typeface="DIN Condensed"/>
                <a:ea typeface="DIN Condensed"/>
                <a:cs typeface="DIN Condensed"/>
              </a:defRPr>
            </a:pPr>
            <a:r>
              <a:rPr sz="4050" b="1" i="0">
                <a:solidFill>
                  <a:srgbClr val="FFFFFF"/>
                </a:solidFill>
                <a:latin typeface="DIN Condensed"/>
                <a:ea typeface="DIN Condensed"/>
                <a:cs typeface="DIN Condensed"/>
              </a:rPr>
              <a:t>CERRAR CON VERDAD</a:t>
            </a:r>
          </a:p>
        </p:txBody>
      </p:sp>
      <p:sp>
        <p:nvSpPr>
          <p:cNvPr id="13" name="">
            <a:extLst xmlns:a="http://schemas.openxmlformats.org/drawingml/2006/main">
              <a:ext uri="{FF2B5EF4-FFF2-40B4-BE49-F238E27FC236}">
                <a16:creationId xmlns:a16="http://schemas.microsoft.com/office/drawing/2014/main" id="{45B94DF9-023F-4C09-B3C9-DED0259C1AA4}"/>
              </a:ext>
            </a:extLst>
          </p:cNvPr>
          <p:cNvSpPr>
            <a:spLocks xmlns:a="http://schemas.openxmlformats.org/drawingml/2006/main" noGrp="1"/>
          </p:cNvSpPr>
          <p:nvPr/>
        </p:nvSpPr>
        <p:spPr>
          <a:xfrm xmlns:a="http://schemas.openxmlformats.org/drawingml/2006/main">
            <a:off x="1809750" y="1428750"/>
            <a:ext cx="952500" cy="66675"/>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D803C82A-2A63-4BD4-8752-C7EAE1ECCD1D}"/>
              </a:ext>
            </a:extLst>
          </p:cNvPr>
          <p:cNvSpPr>
            <a:spLocks xmlns:a="http://schemas.openxmlformats.org/drawingml/2006/main" noGrp="1"/>
          </p:cNvSpPr>
          <p:nvPr/>
        </p:nvSpPr>
        <p:spPr>
          <a:xfrm xmlns:a="http://schemas.openxmlformats.org/drawingml/2006/main">
            <a:off x="1809750" y="1809750"/>
            <a:ext cx="2952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E72D78"/>
                </a:solidFill>
                <a:latin typeface="Avenir Next"/>
                <a:ea typeface="Avenir Next"/>
                <a:cs typeface="Avenir Next"/>
              </a:defRPr>
            </a:pPr>
            <a:r>
              <a:rPr sz="825" b="1" i="0">
                <a:solidFill>
                  <a:srgbClr val="E72D78"/>
                </a:solidFill>
                <a:latin typeface="Avenir Next"/>
                <a:ea typeface="Avenir Next"/>
                <a:cs typeface="Avenir Next"/>
              </a:rPr>
              <a:t>LO QUE VE Y SIENTE EL PÚBLICO</a:t>
            </a:r>
          </a:p>
        </p:txBody>
      </p:sp>
      <p:sp>
        <p:nvSpPr>
          <p:cNvPr id="15" name="">
            <a:extLst xmlns:a="http://schemas.openxmlformats.org/drawingml/2006/main">
              <a:ext uri="{FF2B5EF4-FFF2-40B4-BE49-F238E27FC236}">
                <a16:creationId xmlns:a16="http://schemas.microsoft.com/office/drawing/2014/main" id="{C051B5B9-05A4-48AF-BD44-77DE76716A77}"/>
              </a:ext>
            </a:extLst>
          </p:cNvPr>
          <p:cNvSpPr>
            <a:spLocks xmlns:a="http://schemas.openxmlformats.org/drawingml/2006/main" noGrp="1"/>
          </p:cNvSpPr>
          <p:nvPr/>
        </p:nvSpPr>
        <p:spPr>
          <a:xfrm xmlns:a="http://schemas.openxmlformats.org/drawingml/2006/main">
            <a:off x="1809750" y="2190750"/>
            <a:ext cx="295275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8000"/>
              </a:lnSpc>
              <a:buNone/>
              <a:defRPr sz="1275" b="0" i="0">
                <a:solidFill>
                  <a:srgbClr val="FFFFFF"/>
                </a:solidFill>
                <a:latin typeface="Avenir Next"/>
                <a:ea typeface="Avenir Next"/>
                <a:cs typeface="Avenir Next"/>
              </a:defRPr>
            </a:pPr>
            <a:r>
              <a:rPr sz="1275" b="0" i="0">
                <a:solidFill>
                  <a:srgbClr val="FFFFFF"/>
                </a:solidFill>
                <a:latin typeface="Avenir Next"/>
                <a:ea typeface="Avenir Next"/>
                <a:cs typeface="Avenir Next"/>
              </a:rPr>
              <a:t>— agenda simultánea final + hora de corte</a:t>
            </a:r>
          </a:p>
          <a:p xmlns:a="http://schemas.openxmlformats.org/drawingml/2006/main">
            <a:pPr algn="l">
              <a:lnSpc>
                <a:spcPct val="118000"/>
              </a:lnSpc>
              <a:buNone/>
              <a:defRPr sz="1275" b="0" i="0">
                <a:solidFill>
                  <a:srgbClr val="FFFFFF"/>
                </a:solidFill>
                <a:latin typeface="Avenir Next"/>
                <a:ea typeface="Avenir Next"/>
                <a:cs typeface="Avenir Next"/>
              </a:defRPr>
            </a:pPr>
            <a:r>
              <a:rPr sz="1275" b="0" i="0">
                <a:solidFill>
                  <a:srgbClr val="FFFFFF"/>
                </a:solidFill>
                <a:latin typeface="Avenir Next"/>
                <a:ea typeface="Avenir Next"/>
                <a:cs typeface="Avenir Next"/>
              </a:rPr>
              <a:t>— cómo llegar, qué llevar y plan B</a:t>
            </a:r>
          </a:p>
          <a:p xmlns:a="http://schemas.openxmlformats.org/drawingml/2006/main">
            <a:pPr algn="l">
              <a:lnSpc>
                <a:spcPct val="118000"/>
              </a:lnSpc>
              <a:buNone/>
              <a:defRPr sz="1275" b="0" i="0">
                <a:solidFill>
                  <a:srgbClr val="FFFFFF"/>
                </a:solidFill>
                <a:latin typeface="Avenir Next"/>
                <a:ea typeface="Avenir Next"/>
                <a:cs typeface="Avenir Next"/>
              </a:defRPr>
            </a:pPr>
            <a:r>
              <a:rPr sz="1275" b="0" i="0">
                <a:solidFill>
                  <a:srgbClr val="FFFFFF"/>
                </a:solidFill>
                <a:latin typeface="Avenir Next"/>
                <a:ea typeface="Avenir Next"/>
                <a:cs typeface="Avenir Next"/>
              </a:rPr>
              <a:t>— finalistas o resultados ya cerrados, con acta</a:t>
            </a:r>
          </a:p>
          <a:p xmlns:a="http://schemas.openxmlformats.org/drawingml/2006/main">
            <a:pPr algn="l">
              <a:lnSpc>
                <a:spcPct val="118000"/>
              </a:lnSpc>
              <a:buNone/>
              <a:defRPr sz="1275" b="0" i="0">
                <a:solidFill>
                  <a:srgbClr val="FFFFFF"/>
                </a:solidFill>
                <a:latin typeface="Avenir Next"/>
                <a:ea typeface="Avenir Next"/>
                <a:cs typeface="Avenir Next"/>
              </a:defRPr>
            </a:pPr>
            <a:r>
              <a:rPr sz="1275" b="0" i="0">
                <a:solidFill>
                  <a:srgbClr val="FFFFFF"/>
                </a:solidFill>
                <a:latin typeface="Avenir Next"/>
                <a:ea typeface="Avenir Next"/>
                <a:cs typeface="Avenir Next"/>
              </a:rPr>
              <a:t>— qué vivir el Día 1 y cómo volver</a:t>
            </a:r>
          </a:p>
        </p:txBody>
      </p:sp>
      <p:sp>
        <p:nvSpPr>
          <p:cNvPr id="16" name="">
            <a:extLst xmlns:a="http://schemas.openxmlformats.org/drawingml/2006/main">
              <a:ext uri="{FF2B5EF4-FFF2-40B4-BE49-F238E27FC236}">
                <a16:creationId xmlns:a16="http://schemas.microsoft.com/office/drawing/2014/main" id="{042FD8F1-297A-41B6-BCF9-576BCD1999E9}"/>
              </a:ext>
            </a:extLst>
          </p:cNvPr>
          <p:cNvSpPr>
            <a:spLocks xmlns:a="http://schemas.openxmlformats.org/drawingml/2006/main" noGrp="1"/>
          </p:cNvSpPr>
          <p:nvPr/>
        </p:nvSpPr>
        <p:spPr>
          <a:xfrm xmlns:a="http://schemas.openxmlformats.org/drawingml/2006/main">
            <a:off x="4953000" y="1809750"/>
            <a:ext cx="28575" cy="0"/>
          </a:xfrm>
          <a:prstGeom xmlns:a="http://schemas.openxmlformats.org/drawingml/2006/main" prst="rect">
            <a:avLst/>
          </a:prstGeom>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C67C4A69-C772-40AA-BB93-510F810E89D4}"/>
              </a:ext>
            </a:extLst>
          </p:cNvPr>
          <p:cNvSpPr>
            <a:spLocks xmlns:a="http://schemas.openxmlformats.org/drawingml/2006/main" noGrp="1"/>
          </p:cNvSpPr>
          <p:nvPr/>
        </p:nvSpPr>
        <p:spPr>
          <a:xfrm xmlns:a="http://schemas.openxmlformats.org/drawingml/2006/main">
            <a:off x="5276850" y="18097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E72D78"/>
                </a:solidFill>
                <a:latin typeface="Avenir Next"/>
                <a:ea typeface="Avenir Next"/>
                <a:cs typeface="Avenir Next"/>
              </a:defRPr>
            </a:pPr>
            <a:r>
              <a:rPr sz="825" b="1" i="0">
                <a:solidFill>
                  <a:srgbClr val="E72D78"/>
                </a:solidFill>
                <a:latin typeface="Avenir Next"/>
                <a:ea typeface="Avenir Next"/>
                <a:cs typeface="Avenir Next"/>
              </a:rPr>
              <a:t>ENTREGABLES DE LA SEMANA</a:t>
            </a:r>
          </a:p>
        </p:txBody>
      </p:sp>
      <p:sp>
        <p:nvSpPr>
          <p:cNvPr id="18" name="">
            <a:extLst xmlns:a="http://schemas.openxmlformats.org/drawingml/2006/main">
              <a:ext uri="{FF2B5EF4-FFF2-40B4-BE49-F238E27FC236}">
                <a16:creationId xmlns:a16="http://schemas.microsoft.com/office/drawing/2014/main" id="{B47B46DD-06CD-4EC2-BB03-111A6A7F4651}"/>
              </a:ext>
            </a:extLst>
          </p:cNvPr>
          <p:cNvSpPr>
            <a:spLocks xmlns:a="http://schemas.openxmlformats.org/drawingml/2006/main" noGrp="1"/>
          </p:cNvSpPr>
          <p:nvPr/>
        </p:nvSpPr>
        <p:spPr>
          <a:xfrm xmlns:a="http://schemas.openxmlformats.org/drawingml/2006/main">
            <a:off x="5276850" y="2190750"/>
            <a:ext cx="285750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8000"/>
              </a:lnSpc>
              <a:buNone/>
              <a:defRPr sz="1275" b="1" i="0">
                <a:solidFill>
                  <a:srgbClr val="FFFFFF"/>
                </a:solidFill>
                <a:latin typeface="Avenir Next"/>
                <a:ea typeface="Avenir Next"/>
                <a:cs typeface="Avenir Next"/>
              </a:defRPr>
            </a:pPr>
            <a:r>
              <a:rPr sz="1275" b="1" i="0">
                <a:solidFill>
                  <a:srgbClr val="FFFFFF"/>
                </a:solidFill>
                <a:latin typeface="Avenir Next"/>
                <a:ea typeface="Avenir Next"/>
                <a:cs typeface="Avenir Next"/>
              </a:rPr>
              <a:t>— simulacro integral 28 oct</a:t>
            </a:r>
          </a:p>
          <a:p xmlns:a="http://schemas.openxmlformats.org/drawingml/2006/main">
            <a:pPr algn="l">
              <a:lnSpc>
                <a:spcPct val="118000"/>
              </a:lnSpc>
              <a:buNone/>
              <a:defRPr sz="1275" b="1" i="0">
                <a:solidFill>
                  <a:srgbClr val="FFFFFF"/>
                </a:solidFill>
                <a:latin typeface="Avenir Next"/>
                <a:ea typeface="Avenir Next"/>
                <a:cs typeface="Avenir Next"/>
              </a:defRPr>
            </a:pPr>
            <a:r>
              <a:rPr sz="1275" b="1" i="0">
                <a:solidFill>
                  <a:srgbClr val="FFFFFF"/>
                </a:solidFill>
                <a:latin typeface="Avenir Next"/>
                <a:ea typeface="Avenir Next"/>
                <a:cs typeface="Avenir Next"/>
              </a:rPr>
              <a:t>— puntos/franjas de colada</a:t>
            </a:r>
          </a:p>
          <a:p xmlns:a="http://schemas.openxmlformats.org/drawingml/2006/main">
            <a:pPr algn="l">
              <a:lnSpc>
                <a:spcPct val="118000"/>
              </a:lnSpc>
              <a:buNone/>
              <a:defRPr sz="1275" b="1" i="0">
                <a:solidFill>
                  <a:srgbClr val="FFFFFF"/>
                </a:solidFill>
                <a:latin typeface="Avenir Next"/>
                <a:ea typeface="Avenir Next"/>
                <a:cs typeface="Avenir Next"/>
              </a:defRPr>
            </a:pPr>
            <a:r>
              <a:rPr sz="1275" b="1" i="0">
                <a:solidFill>
                  <a:srgbClr val="FFFFFF"/>
                </a:solidFill>
                <a:latin typeface="Avenir Next"/>
                <a:ea typeface="Avenir Next"/>
                <a:cs typeface="Avenir Next"/>
              </a:rPr>
              <a:t>— inventario final de premios</a:t>
            </a:r>
          </a:p>
          <a:p xmlns:a="http://schemas.openxmlformats.org/drawingml/2006/main">
            <a:pPr algn="l">
              <a:lnSpc>
                <a:spcPct val="118000"/>
              </a:lnSpc>
              <a:buNone/>
              <a:defRPr sz="1275" b="1" i="0">
                <a:solidFill>
                  <a:srgbClr val="FFFFFF"/>
                </a:solidFill>
                <a:latin typeface="Avenir Next"/>
                <a:ea typeface="Avenir Next"/>
                <a:cs typeface="Avenir Next"/>
              </a:defRPr>
            </a:pPr>
            <a:r>
              <a:rPr sz="1275" b="1" i="0">
                <a:solidFill>
                  <a:srgbClr val="FFFFFF"/>
                </a:solidFill>
                <a:latin typeface="Avenir Next"/>
                <a:ea typeface="Avenir Next"/>
                <a:cs typeface="Avenir Next"/>
              </a:rPr>
              <a:t>— contingencia y respaldo editorial</a:t>
            </a:r>
          </a:p>
        </p:txBody>
      </p:sp>
      <p:sp>
        <p:nvSpPr>
          <p:cNvPr id="19" name="">
            <a:extLst xmlns:a="http://schemas.openxmlformats.org/drawingml/2006/main">
              <a:ext uri="{FF2B5EF4-FFF2-40B4-BE49-F238E27FC236}">
                <a16:creationId xmlns:a16="http://schemas.microsoft.com/office/drawing/2014/main" id="{E9BD1E2D-D622-4D5D-BED3-7213D315EFED}"/>
              </a:ext>
            </a:extLst>
          </p:cNvPr>
          <p:cNvSpPr>
            <a:spLocks xmlns:a="http://schemas.openxmlformats.org/drawingml/2006/main" noGrp="1"/>
          </p:cNvSpPr>
          <p:nvPr/>
        </p:nvSpPr>
        <p:spPr>
          <a:xfrm xmlns:a="http://schemas.openxmlformats.org/drawingml/2006/main">
            <a:off x="8362950" y="1809750"/>
            <a:ext cx="28575" cy="0"/>
          </a:xfrm>
          <a:prstGeom xmlns:a="http://schemas.openxmlformats.org/drawingml/2006/main" prst="rect">
            <a:avLst/>
          </a:prstGeom>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A06C1E7C-D80D-4883-9044-B9D51EFABEAA}"/>
              </a:ext>
            </a:extLst>
          </p:cNvPr>
          <p:cNvSpPr>
            <a:spLocks xmlns:a="http://schemas.openxmlformats.org/drawingml/2006/main" noGrp="1"/>
          </p:cNvSpPr>
          <p:nvPr/>
        </p:nvSpPr>
        <p:spPr>
          <a:xfrm xmlns:a="http://schemas.openxmlformats.org/drawingml/2006/main">
            <a:off x="8667750" y="18097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E72D78"/>
                </a:solidFill>
                <a:latin typeface="Avenir Next"/>
                <a:ea typeface="Avenir Next"/>
                <a:cs typeface="Avenir Next"/>
              </a:defRPr>
            </a:pPr>
            <a:r>
              <a:rPr sz="825" b="1" i="0">
                <a:solidFill>
                  <a:srgbClr val="E72D78"/>
                </a:solidFill>
                <a:latin typeface="Avenir Next"/>
                <a:ea typeface="Avenir Next"/>
                <a:cs typeface="Avenir Next"/>
              </a:rPr>
              <a:t>CONEXIONES QUE LA HABILITAN</a:t>
            </a:r>
          </a:p>
        </p:txBody>
      </p:sp>
      <p:sp>
        <p:nvSpPr>
          <p:cNvPr id="21" name="">
            <a:extLst xmlns:a="http://schemas.openxmlformats.org/drawingml/2006/main">
              <a:ext uri="{FF2B5EF4-FFF2-40B4-BE49-F238E27FC236}">
                <a16:creationId xmlns:a16="http://schemas.microsoft.com/office/drawing/2014/main" id="{55DC46ED-C98F-407D-A8CB-E6C131C3841D}"/>
              </a:ext>
            </a:extLst>
          </p:cNvPr>
          <p:cNvSpPr>
            <a:spLocks xmlns:a="http://schemas.openxmlformats.org/drawingml/2006/main" noGrp="1"/>
          </p:cNvSpPr>
          <p:nvPr/>
        </p:nvSpPr>
        <p:spPr>
          <a:xfrm xmlns:a="http://schemas.openxmlformats.org/drawingml/2006/main">
            <a:off x="8667750" y="2190750"/>
            <a:ext cx="2857500" cy="2667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7000"/>
              </a:lnSpc>
              <a:buNone/>
              <a:defRPr sz="1125" b="0" i="0">
                <a:solidFill>
                  <a:srgbClr val="FFFFFF">
                    <a:alpha val="72000"/>
                  </a:srgbClr>
                </a:solidFill>
                <a:latin typeface="Avenir Next"/>
                <a:ea typeface="Avenir Next"/>
                <a:cs typeface="Avenir Next"/>
              </a:defRPr>
            </a:pPr>
            <a:r>
              <a:rPr sz="1125" b="0" i="0">
                <a:solidFill>
                  <a:srgbClr val="FFFFFF">
                    <a:alpha val="72000"/>
                  </a:srgbClr>
                </a:solidFill>
                <a:latin typeface="Avenir Next"/>
                <a:ea typeface="Avenir Next"/>
                <a:cs typeface="Avenir Next"/>
              </a:rPr>
              <a:t>— Comando operativo da corte</a:t>
            </a:r>
          </a:p>
          <a:p xmlns:a="http://schemas.openxmlformats.org/drawingml/2006/main">
            <a:pPr algn="l">
              <a:lnSpc>
                <a:spcPct val="117000"/>
              </a:lnSpc>
              <a:buNone/>
              <a:defRPr sz="1125" b="0" i="0">
                <a:solidFill>
                  <a:srgbClr val="FFFFFF">
                    <a:alpha val="72000"/>
                  </a:srgbClr>
                </a:solidFill>
                <a:latin typeface="Avenir Next"/>
                <a:ea typeface="Avenir Next"/>
                <a:cs typeface="Avenir Next"/>
              </a:defRPr>
            </a:pPr>
            <a:r>
              <a:rPr sz="1125" b="0" i="0">
                <a:solidFill>
                  <a:srgbClr val="FFFFFF">
                    <a:alpha val="72000"/>
                  </a:srgbClr>
                </a:solidFill>
                <a:latin typeface="Avenir Next"/>
                <a:ea typeface="Avenir Next"/>
                <a:cs typeface="Avenir Next"/>
              </a:rPr>
              <a:t>— Seguridad aprueba cambios</a:t>
            </a:r>
          </a:p>
          <a:p xmlns:a="http://schemas.openxmlformats.org/drawingml/2006/main">
            <a:pPr algn="l">
              <a:lnSpc>
                <a:spcPct val="117000"/>
              </a:lnSpc>
              <a:buNone/>
              <a:defRPr sz="1125" b="0" i="0">
                <a:solidFill>
                  <a:srgbClr val="FFFFFF">
                    <a:alpha val="72000"/>
                  </a:srgbClr>
                </a:solidFill>
                <a:latin typeface="Avenir Next"/>
                <a:ea typeface="Avenir Next"/>
                <a:cs typeface="Avenir Next"/>
              </a:defRPr>
            </a:pPr>
            <a:r>
              <a:rPr sz="1125" b="0" i="0">
                <a:solidFill>
                  <a:srgbClr val="FFFFFF">
                    <a:alpha val="72000"/>
                  </a:srgbClr>
                </a:solidFill>
                <a:latin typeface="Avenir Next"/>
                <a:ea typeface="Avenir Next"/>
                <a:cs typeface="Avenir Next"/>
              </a:rPr>
              <a:t>— Comunidad prepara escalamiento</a:t>
            </a:r>
          </a:p>
          <a:p xmlns:a="http://schemas.openxmlformats.org/drawingml/2006/main">
            <a:pPr algn="l">
              <a:lnSpc>
                <a:spcPct val="117000"/>
              </a:lnSpc>
              <a:buNone/>
              <a:defRPr sz="1125" b="0" i="0">
                <a:solidFill>
                  <a:srgbClr val="FFFFFF">
                    <a:alpha val="72000"/>
                  </a:srgbClr>
                </a:solidFill>
                <a:latin typeface="Avenir Next"/>
                <a:ea typeface="Avenir Next"/>
                <a:cs typeface="Avenir Next"/>
              </a:defRPr>
            </a:pPr>
            <a:r>
              <a:rPr sz="1125" b="0" i="0">
                <a:solidFill>
                  <a:srgbClr val="FFFFFF">
                    <a:alpha val="72000"/>
                  </a:srgbClr>
                </a:solidFill>
                <a:latin typeface="Avenir Next"/>
                <a:ea typeface="Avenir Next"/>
                <a:cs typeface="Avenir Next"/>
              </a:rPr>
              <a:t>— Finanzas valida costo, cupos y términos de retorno</a:t>
            </a:r>
          </a:p>
        </p:txBody>
      </p:sp>
      <p:sp>
        <p:nvSpPr>
          <p:cNvPr id="22" name="">
            <a:extLst xmlns:a="http://schemas.openxmlformats.org/drawingml/2006/main">
              <a:ext uri="{FF2B5EF4-FFF2-40B4-BE49-F238E27FC236}">
                <a16:creationId xmlns:a16="http://schemas.microsoft.com/office/drawing/2014/main" id="{0C44C7A5-DE62-46C3-A099-64727FCFAA51}"/>
              </a:ext>
            </a:extLst>
          </p:cNvPr>
          <p:cNvSpPr>
            <a:spLocks xmlns:a="http://schemas.openxmlformats.org/drawingml/2006/main" noGrp="1"/>
          </p:cNvSpPr>
          <p:nvPr/>
        </p:nvSpPr>
        <p:spPr>
          <a:xfrm xmlns:a="http://schemas.openxmlformats.org/drawingml/2006/main">
            <a:off x="1809750" y="5562600"/>
            <a:ext cx="9715500" cy="628650"/>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9720D3FC-448D-449E-B755-790DE1011371}"/>
              </a:ext>
            </a:extLst>
          </p:cNvPr>
          <p:cNvSpPr>
            <a:spLocks xmlns:a="http://schemas.openxmlformats.org/drawingml/2006/main" noGrp="1"/>
          </p:cNvSpPr>
          <p:nvPr/>
        </p:nvSpPr>
        <p:spPr>
          <a:xfrm xmlns:a="http://schemas.openxmlformats.org/drawingml/2006/main">
            <a:off x="2019300" y="5753100"/>
            <a:ext cx="9296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UNA FUENTE, TODAS LAS SALIDAS. SI CAMBIA EL DATO, CAMBIA EL SISTEMA COMPLETO.</a:t>
            </a:r>
          </a:p>
        </p:txBody>
      </p:sp>
      <p:sp>
        <p:nvSpPr>
          <p:cNvPr id="24" name="">
            <a:extLst xmlns:a="http://schemas.openxmlformats.org/drawingml/2006/main">
              <a:ext uri="{FF2B5EF4-FFF2-40B4-BE49-F238E27FC236}">
                <a16:creationId xmlns:a16="http://schemas.microsoft.com/office/drawing/2014/main" id="{336AB18B-C60B-4A76-BB4D-3A0D479511D3}"/>
              </a:ext>
            </a:extLst>
          </p:cNvPr>
          <p:cNvSpPr>
            <a:spLocks xmlns:a="http://schemas.openxmlformats.org/drawingml/2006/main" noGrp="1"/>
          </p:cNvSpPr>
          <p:nvPr/>
        </p:nvSpPr>
        <p:spPr>
          <a:xfrm xmlns:a="http://schemas.openxmlformats.org/drawingml/2006/main">
            <a:off x="1809750" y="6534150"/>
            <a:ext cx="4762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675" b="1" i="0">
                <a:solidFill>
                  <a:srgbClr val="FFFFFF">
                    <a:alpha val="52000"/>
                  </a:srgbClr>
                </a:solidFill>
                <a:latin typeface="Avenir Next"/>
                <a:ea typeface="Avenir Next"/>
                <a:cs typeface="Avenir Next"/>
              </a:defRPr>
            </a:pPr>
            <a:r>
              <a:rPr sz="675" b="1" i="0">
                <a:solidFill>
                  <a:srgbClr val="FFFFFF">
                    <a:alpha val="52000"/>
                  </a:srgbClr>
                </a:solidFill>
                <a:latin typeface="Avenir Next"/>
                <a:ea typeface="Avenir Next"/>
                <a:cs typeface="Avenir Next"/>
              </a:rPr>
              <a:t>DOCUMENTO INTERNO · PROPUESTA EN REVISIÓN</a:t>
            </a:r>
          </a:p>
        </p:txBody>
      </p:sp>
    </p:spTree>
    <p:extLst>
      <p:ext uri="{BB962C8B-B14F-4D97-AF65-F5344CB8AC3E}">
        <p14:creationId xmlns:p14="http://schemas.microsoft.com/office/powerpoint/2010/main" val="1053447914"/>
      </p:ext>
    </p:extLst>
  </p:cSld>
</p:sld>
</file>

<file path=ppt/slides/slide56.xml><?xml version="1.0" encoding="utf-8"?>
<p:sld xmlns:p="http://schemas.openxmlformats.org/presentationml/2006/main">
  <p:cSld>
    <p:bg>
      <p:bgPr>
        <a:solidFill xmlns:a="http://schemas.openxmlformats.org/drawingml/2006/main">
          <a:srgbClr val="315BFF"/>
        </a:solidFill>
      </p:bgPr>
    </p:bg>
    <p:spTree>
      <p:nvGrpSpPr>
        <p:cNvPr id="1" name=""/>
        <p:cNvGrpSpPr/>
        <p:nvPr/>
      </p:nvGrpSpPr>
      <p:grpSpPr>
        <a:xfrm xmlns:a="http://schemas.openxmlformats.org/drawingml/2006/main"/>
      </p:grpSpPr>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efae9bd767d74efd"/>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6AF433B-5635-4153-AC12-CEAA86E95AD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gradFill xmlns:a="http://schemas.openxmlformats.org/drawingml/2006/main">
            <a:gsLst>
              <a:gs pos="0">
                <a:srgbClr val="160A22">
                  <a:alpha val="92000"/>
                </a:srgbClr>
              </a:gs>
              <a:gs pos="50000">
                <a:srgbClr val="315BFF">
                  <a:alpha val="52000"/>
                </a:srgbClr>
              </a:gs>
              <a:gs pos="100000">
                <a:srgbClr val="160A22">
                  <a:alpha val="38000"/>
                </a:srgbClr>
              </a:gs>
            </a:gsLst>
            <a:lin ang="0"/>
          </a:gra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5BE2B89-4C8F-49A9-8603-FE60E416931B}"/>
              </a:ext>
            </a:extLst>
          </p:cNvPr>
          <p:cNvSpPr>
            <a:spLocks xmlns:a="http://schemas.openxmlformats.org/drawingml/2006/main" noGrp="1"/>
          </p:cNvSpPr>
          <p:nvPr/>
        </p:nvSpPr>
        <p:spPr>
          <a:xfrm xmlns:a="http://schemas.openxmlformats.org/drawingml/2006/main">
            <a:off x="0" y="0"/>
            <a:ext cx="2438400" cy="66675"/>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19DA532-2FAA-48F9-874F-B2307EF5BB4B}"/>
              </a:ext>
            </a:extLst>
          </p:cNvPr>
          <p:cNvSpPr>
            <a:spLocks xmlns:a="http://schemas.openxmlformats.org/drawingml/2006/main" noGrp="1"/>
          </p:cNvSpPr>
          <p:nvPr/>
        </p:nvSpPr>
        <p:spPr>
          <a:xfrm xmlns:a="http://schemas.openxmlformats.org/drawingml/2006/main">
            <a:off x="2438400" y="0"/>
            <a:ext cx="2438400" cy="66675"/>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B858BD5F-23E5-411B-A7CB-13AF22639255}"/>
              </a:ext>
            </a:extLst>
          </p:cNvPr>
          <p:cNvSpPr>
            <a:spLocks xmlns:a="http://schemas.openxmlformats.org/drawingml/2006/main" noGrp="1"/>
          </p:cNvSpPr>
          <p:nvPr/>
        </p:nvSpPr>
        <p:spPr>
          <a:xfrm xmlns:a="http://schemas.openxmlformats.org/drawingml/2006/main">
            <a:off x="4876800" y="0"/>
            <a:ext cx="2438400" cy="66675"/>
          </a:xfrm>
          <a:prstGeom xmlns:a="http://schemas.openxmlformats.org/drawingml/2006/main" prst="rect">
            <a:avLst/>
          </a:prstGeom>
          <a:solidFill xmlns:a="http://schemas.openxmlformats.org/drawingml/2006/main">
            <a:srgbClr val="FFC92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06FCB312-96F0-47FE-8C38-5CB6D8A11156}"/>
              </a:ext>
            </a:extLst>
          </p:cNvPr>
          <p:cNvSpPr>
            <a:spLocks xmlns:a="http://schemas.openxmlformats.org/drawingml/2006/main" noGrp="1"/>
          </p:cNvSpPr>
          <p:nvPr/>
        </p:nvSpPr>
        <p:spPr>
          <a:xfrm xmlns:a="http://schemas.openxmlformats.org/drawingml/2006/main">
            <a:off x="7315200" y="0"/>
            <a:ext cx="2438400" cy="66675"/>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F2FEB4F2-624C-474F-938D-8983D1530547}"/>
              </a:ext>
            </a:extLst>
          </p:cNvPr>
          <p:cNvSpPr>
            <a:spLocks xmlns:a="http://schemas.openxmlformats.org/drawingml/2006/main" noGrp="1"/>
          </p:cNvSpPr>
          <p:nvPr/>
        </p:nvSpPr>
        <p:spPr>
          <a:xfrm xmlns:a="http://schemas.openxmlformats.org/drawingml/2006/main">
            <a:off x="9753600" y="0"/>
            <a:ext cx="2438400" cy="66675"/>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6BB59ECC-C400-4167-9799-77A6CD0116B7}"/>
              </a:ext>
            </a:extLst>
          </p:cNvPr>
          <p:cNvSpPr>
            <a:spLocks xmlns:a="http://schemas.openxmlformats.org/drawingml/2006/main" noGrp="1"/>
          </p:cNvSpPr>
          <p:nvPr/>
        </p:nvSpPr>
        <p:spPr>
          <a:xfrm xmlns:a="http://schemas.openxmlformats.org/drawingml/2006/main">
            <a:off x="609600" y="26670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FFC928"/>
                </a:solidFill>
                <a:latin typeface="Avenir Next"/>
                <a:ea typeface="Avenir Next"/>
                <a:cs typeface="Avenir Next"/>
              </a:defRPr>
            </a:pPr>
            <a:r>
              <a:rPr sz="825" b="1" i="0">
                <a:solidFill>
                  <a:srgbClr val="FFC928"/>
                </a:solidFill>
                <a:latin typeface="Avenir Next"/>
                <a:ea typeface="Avenir Next"/>
                <a:cs typeface="Avenir Next"/>
              </a:rPr>
              <a:t>EN VIVO</a:t>
            </a:r>
          </a:p>
        </p:txBody>
      </p:sp>
      <p:sp>
        <p:nvSpPr>
          <p:cNvPr id="9" name="">
            <a:extLst xmlns:a="http://schemas.openxmlformats.org/drawingml/2006/main">
              <a:ext uri="{FF2B5EF4-FFF2-40B4-BE49-F238E27FC236}">
                <a16:creationId xmlns:a16="http://schemas.microsoft.com/office/drawing/2014/main" id="{08053D5C-CB4E-4D5D-9D68-6A751A66A0AD}"/>
              </a:ext>
            </a:extLst>
          </p:cNvPr>
          <p:cNvSpPr>
            <a:spLocks xmlns:a="http://schemas.openxmlformats.org/drawingml/2006/main" noGrp="1"/>
          </p:cNvSpPr>
          <p:nvPr/>
        </p:nvSpPr>
        <p:spPr>
          <a:xfrm xmlns:a="http://schemas.openxmlformats.org/drawingml/2006/main">
            <a:off x="609600" y="6534150"/>
            <a:ext cx="4762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675" b="1" i="0">
                <a:solidFill>
                  <a:srgbClr val="FFFFFF">
                    <a:alpha val="52000"/>
                  </a:srgbClr>
                </a:solidFill>
                <a:latin typeface="Avenir Next"/>
                <a:ea typeface="Avenir Next"/>
                <a:cs typeface="Avenir Next"/>
              </a:defRPr>
            </a:pPr>
            <a:r>
              <a:rPr sz="675" b="1" i="0">
                <a:solidFill>
                  <a:srgbClr val="FFFFFF">
                    <a:alpha val="52000"/>
                  </a:srgbClr>
                </a:solidFill>
                <a:latin typeface="Avenir Next"/>
                <a:ea typeface="Avenir Next"/>
                <a:cs typeface="Avenir Next"/>
              </a:rPr>
              <a:t>DOCUMENTO INTERNO · PROPUESTA EN REVISIÓN</a:t>
            </a:r>
          </a:p>
        </p:txBody>
      </p:sp>
      <p:sp>
        <p:nvSpPr>
          <p:cNvPr id="10" name="">
            <a:extLst xmlns:a="http://schemas.openxmlformats.org/drawingml/2006/main">
              <a:ext uri="{FF2B5EF4-FFF2-40B4-BE49-F238E27FC236}">
                <a16:creationId xmlns:a16="http://schemas.microsoft.com/office/drawing/2014/main" id="{9721B99E-2FFD-403A-B2A1-3B5E90867969}"/>
              </a:ext>
            </a:extLst>
          </p:cNvPr>
          <p:cNvSpPr>
            <a:spLocks xmlns:a="http://schemas.openxmlformats.org/drawingml/2006/main" noGrp="1"/>
          </p:cNvSpPr>
          <p:nvPr/>
        </p:nvSpPr>
        <p:spPr>
          <a:xfrm xmlns:a="http://schemas.openxmlformats.org/drawingml/2006/main">
            <a:off x="11239500" y="6505575"/>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750" b="1" i="0">
                <a:solidFill>
                  <a:srgbClr val="FFFFFF">
                    <a:alpha val="52000"/>
                  </a:srgbClr>
                </a:solidFill>
                <a:latin typeface="Avenir Next"/>
                <a:ea typeface="Avenir Next"/>
                <a:cs typeface="Avenir Next"/>
              </a:defRPr>
            </a:pPr>
            <a:r>
              <a:rPr sz="750" b="1" i="0">
                <a:solidFill>
                  <a:srgbClr val="FFFFFF">
                    <a:alpha val="52000"/>
                  </a:srgbClr>
                </a:solidFill>
                <a:latin typeface="Avenir Next"/>
                <a:ea typeface="Avenir Next"/>
                <a:cs typeface="Avenir Next"/>
              </a:rPr>
              <a:t>56</a:t>
            </a:r>
          </a:p>
        </p:txBody>
      </p:sp>
      <p:sp>
        <p:nvSpPr>
          <p:cNvPr id="11" name="">
            <a:extLst xmlns:a="http://schemas.openxmlformats.org/drawingml/2006/main">
              <a:ext uri="{FF2B5EF4-FFF2-40B4-BE49-F238E27FC236}">
                <a16:creationId xmlns:a16="http://schemas.microsoft.com/office/drawing/2014/main" id="{1AD2F933-E597-476C-9B2C-8E5C5A0D6270}"/>
              </a:ext>
            </a:extLst>
          </p:cNvPr>
          <p:cNvSpPr>
            <a:spLocks xmlns:a="http://schemas.openxmlformats.org/drawingml/2006/main" noGrp="1"/>
          </p:cNvSpPr>
          <p:nvPr/>
        </p:nvSpPr>
        <p:spPr>
          <a:xfrm xmlns:a="http://schemas.openxmlformats.org/drawingml/2006/main">
            <a:off x="609600" y="666750"/>
            <a:ext cx="933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E72D78"/>
                </a:solidFill>
                <a:latin typeface="Avenir Next"/>
                <a:ea typeface="Avenir Next"/>
                <a:cs typeface="Avenir Next"/>
              </a:defRPr>
            </a:pPr>
            <a:r>
              <a:rPr sz="900" b="1" i="0">
                <a:solidFill>
                  <a:srgbClr val="E72D78"/>
                </a:solidFill>
                <a:latin typeface="Avenir Next"/>
                <a:ea typeface="Avenir Next"/>
                <a:cs typeface="Avenir Next"/>
              </a:rPr>
              <a:t>29 OCT–2 NOV</a:t>
            </a:r>
          </a:p>
        </p:txBody>
      </p:sp>
      <p:sp>
        <p:nvSpPr>
          <p:cNvPr id="12" name="">
            <a:extLst xmlns:a="http://schemas.openxmlformats.org/drawingml/2006/main">
              <a:ext uri="{FF2B5EF4-FFF2-40B4-BE49-F238E27FC236}">
                <a16:creationId xmlns:a16="http://schemas.microsoft.com/office/drawing/2014/main" id="{C03E58B0-6D29-4779-9582-5BC4CBE9E8F8}"/>
              </a:ext>
            </a:extLst>
          </p:cNvPr>
          <p:cNvSpPr>
            <a:spLocks xmlns:a="http://schemas.openxmlformats.org/drawingml/2006/main" noGrp="1"/>
          </p:cNvSpPr>
          <p:nvPr/>
        </p:nvSpPr>
        <p:spPr>
          <a:xfrm xmlns:a="http://schemas.openxmlformats.org/drawingml/2006/main">
            <a:off x="609600" y="990600"/>
            <a:ext cx="9334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4200" b="1" i="0">
                <a:solidFill>
                  <a:srgbClr val="FFFFFF"/>
                </a:solidFill>
                <a:latin typeface="DIN Condensed"/>
                <a:ea typeface="DIN Condensed"/>
                <a:cs typeface="DIN Condensed"/>
              </a:defRPr>
            </a:pPr>
            <a:r>
              <a:rPr sz="4200" b="1" i="0">
                <a:solidFill>
                  <a:srgbClr val="FFFFFF"/>
                </a:solidFill>
                <a:latin typeface="DIN Condensed"/>
                <a:ea typeface="DIN Condensed"/>
                <a:cs typeface="DIN Condensed"/>
              </a:rPr>
              <a:t>Cinco días. Un comando por territorio.</a:t>
            </a:r>
          </a:p>
        </p:txBody>
      </p:sp>
      <p:sp>
        <p:nvSpPr>
          <p:cNvPr id="13" name="">
            <a:extLst xmlns:a="http://schemas.openxmlformats.org/drawingml/2006/main">
              <a:ext uri="{FF2B5EF4-FFF2-40B4-BE49-F238E27FC236}">
                <a16:creationId xmlns:a16="http://schemas.microsoft.com/office/drawing/2014/main" id="{71CD1274-2030-4A0C-8CAC-0562A9D01A70}"/>
              </a:ext>
            </a:extLst>
          </p:cNvPr>
          <p:cNvSpPr>
            <a:spLocks xmlns:a="http://schemas.openxmlformats.org/drawingml/2006/main" noGrp="1"/>
          </p:cNvSpPr>
          <p:nvPr/>
        </p:nvSpPr>
        <p:spPr>
          <a:xfrm xmlns:a="http://schemas.openxmlformats.org/drawingml/2006/main">
            <a:off x="609600" y="1828800"/>
            <a:ext cx="9334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0" i="0">
                <a:solidFill>
                  <a:srgbClr val="FFFFFF">
                    <a:alpha val="78000"/>
                  </a:srgbClr>
                </a:solidFill>
                <a:latin typeface="Avenir Next"/>
                <a:ea typeface="Avenir Next"/>
                <a:cs typeface="Avenir Next"/>
              </a:defRPr>
            </a:pPr>
            <a:r>
              <a:rPr sz="1500" b="0" i="0">
                <a:solidFill>
                  <a:srgbClr val="FFFFFF">
                    <a:alpha val="78000"/>
                  </a:srgbClr>
                </a:solidFill>
                <a:latin typeface="Avenir Next"/>
                <a:ea typeface="Avenir Next"/>
                <a:cs typeface="Avenir Next"/>
              </a:rPr>
              <a:t>La cobertura equilibra servicio, feria, familia, tradición y música; cada zona tiene una misión y una fuente vigente.</a:t>
            </a:r>
          </a:p>
        </p:txBody>
      </p:sp>
      <p:sp>
        <p:nvSpPr>
          <p:cNvPr id="14" name="">
            <a:extLst xmlns:a="http://schemas.openxmlformats.org/drawingml/2006/main">
              <a:ext uri="{FF2B5EF4-FFF2-40B4-BE49-F238E27FC236}">
                <a16:creationId xmlns:a16="http://schemas.microsoft.com/office/drawing/2014/main" id="{E8E4A364-D1D9-4BDF-9194-EF0BEDEF622B}"/>
              </a:ext>
            </a:extLst>
          </p:cNvPr>
          <p:cNvSpPr>
            <a:spLocks xmlns:a="http://schemas.openxmlformats.org/drawingml/2006/main" noGrp="1"/>
          </p:cNvSpPr>
          <p:nvPr/>
        </p:nvSpPr>
        <p:spPr>
          <a:xfrm xmlns:a="http://schemas.openxmlformats.org/drawingml/2006/main">
            <a:off x="609600" y="3162300"/>
            <a:ext cx="1962150" cy="1600200"/>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89914A98-A4B1-4A20-8C74-3310018BA840}"/>
              </a:ext>
            </a:extLst>
          </p:cNvPr>
          <p:cNvSpPr>
            <a:spLocks xmlns:a="http://schemas.openxmlformats.org/drawingml/2006/main" noGrp="1"/>
          </p:cNvSpPr>
          <p:nvPr/>
        </p:nvSpPr>
        <p:spPr>
          <a:xfrm xmlns:a="http://schemas.openxmlformats.org/drawingml/2006/main">
            <a:off x="762000" y="3333750"/>
            <a:ext cx="16573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FFFFFF"/>
                </a:solidFill>
                <a:latin typeface="Avenir Next"/>
                <a:ea typeface="Avenir Next"/>
                <a:cs typeface="Avenir Next"/>
              </a:defRPr>
            </a:pPr>
            <a:r>
              <a:rPr sz="900" b="1" i="0">
                <a:solidFill>
                  <a:srgbClr val="FFFFFF"/>
                </a:solidFill>
                <a:latin typeface="Avenir Next"/>
                <a:ea typeface="Avenir Next"/>
                <a:cs typeface="Avenir Next"/>
              </a:rPr>
              <a:t>APERTURA</a:t>
            </a:r>
          </a:p>
        </p:txBody>
      </p:sp>
      <p:sp>
        <p:nvSpPr>
          <p:cNvPr id="16" name="">
            <a:extLst xmlns:a="http://schemas.openxmlformats.org/drawingml/2006/main">
              <a:ext uri="{FF2B5EF4-FFF2-40B4-BE49-F238E27FC236}">
                <a16:creationId xmlns:a16="http://schemas.microsoft.com/office/drawing/2014/main" id="{ACAC1EAF-E883-474B-8642-352F1DA160A5}"/>
              </a:ext>
            </a:extLst>
          </p:cNvPr>
          <p:cNvSpPr>
            <a:spLocks xmlns:a="http://schemas.openxmlformats.org/drawingml/2006/main" noGrp="1"/>
          </p:cNvSpPr>
          <p:nvPr/>
        </p:nvSpPr>
        <p:spPr>
          <a:xfrm xmlns:a="http://schemas.openxmlformats.org/drawingml/2006/main">
            <a:off x="762000" y="3848100"/>
            <a:ext cx="1657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1" i="0">
                <a:solidFill>
                  <a:srgbClr val="FFFFFF"/>
                </a:solidFill>
                <a:latin typeface="DIN Condensed"/>
                <a:ea typeface="DIN Condensed"/>
                <a:cs typeface="DIN Condensed"/>
              </a:defRPr>
            </a:pPr>
            <a:r>
              <a:rPr sz="1650" b="1" i="0">
                <a:solidFill>
                  <a:srgbClr val="FFFFFF"/>
                </a:solidFill>
                <a:latin typeface="DIN Condensed"/>
                <a:ea typeface="DIN Condensed"/>
                <a:cs typeface="DIN Condensed"/>
              </a:rPr>
              <a:t>PORTADA + AGENDA</a:t>
            </a:r>
          </a:p>
        </p:txBody>
      </p:sp>
      <p:sp>
        <p:nvSpPr>
          <p:cNvPr id="17" name="">
            <a:extLst xmlns:a="http://schemas.openxmlformats.org/drawingml/2006/main">
              <a:ext uri="{FF2B5EF4-FFF2-40B4-BE49-F238E27FC236}">
                <a16:creationId xmlns:a16="http://schemas.microsoft.com/office/drawing/2014/main" id="{07D4CBA4-E137-43AB-8295-C4D50BD9AA6C}"/>
              </a:ext>
            </a:extLst>
          </p:cNvPr>
          <p:cNvSpPr>
            <a:spLocks xmlns:a="http://schemas.openxmlformats.org/drawingml/2006/main" noGrp="1"/>
          </p:cNvSpPr>
          <p:nvPr/>
        </p:nvSpPr>
        <p:spPr>
          <a:xfrm xmlns:a="http://schemas.openxmlformats.org/drawingml/2006/main">
            <a:off x="2800350" y="3162300"/>
            <a:ext cx="1962150" cy="1600200"/>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95C3BB8C-5715-4B2D-B080-98BF6EA3E9A3}"/>
              </a:ext>
            </a:extLst>
          </p:cNvPr>
          <p:cNvSpPr>
            <a:spLocks xmlns:a="http://schemas.openxmlformats.org/drawingml/2006/main" noGrp="1"/>
          </p:cNvSpPr>
          <p:nvPr/>
        </p:nvSpPr>
        <p:spPr>
          <a:xfrm xmlns:a="http://schemas.openxmlformats.org/drawingml/2006/main">
            <a:off x="2952750" y="3333750"/>
            <a:ext cx="16573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FFFFFF"/>
                </a:solidFill>
                <a:latin typeface="Avenir Next"/>
                <a:ea typeface="Avenir Next"/>
                <a:cs typeface="Avenir Next"/>
              </a:defRPr>
            </a:pPr>
            <a:r>
              <a:rPr sz="900" b="1" i="0">
                <a:solidFill>
                  <a:srgbClr val="FFFFFF"/>
                </a:solidFill>
                <a:latin typeface="Avenir Next"/>
                <a:ea typeface="Avenir Next"/>
                <a:cs typeface="Avenir Next"/>
              </a:rPr>
              <a:t>DÍA</a:t>
            </a:r>
          </a:p>
        </p:txBody>
      </p:sp>
      <p:sp>
        <p:nvSpPr>
          <p:cNvPr id="19" name="">
            <a:extLst xmlns:a="http://schemas.openxmlformats.org/drawingml/2006/main">
              <a:ext uri="{FF2B5EF4-FFF2-40B4-BE49-F238E27FC236}">
                <a16:creationId xmlns:a16="http://schemas.microsoft.com/office/drawing/2014/main" id="{4CCDCC14-E5F9-4993-A99E-C24910C46642}"/>
              </a:ext>
            </a:extLst>
          </p:cNvPr>
          <p:cNvSpPr>
            <a:spLocks xmlns:a="http://schemas.openxmlformats.org/drawingml/2006/main" noGrp="1"/>
          </p:cNvSpPr>
          <p:nvPr/>
        </p:nvSpPr>
        <p:spPr>
          <a:xfrm xmlns:a="http://schemas.openxmlformats.org/drawingml/2006/main">
            <a:off x="2952750" y="3848100"/>
            <a:ext cx="1657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1" i="0">
                <a:solidFill>
                  <a:srgbClr val="FFFFFF"/>
                </a:solidFill>
                <a:latin typeface="DIN Condensed"/>
                <a:ea typeface="DIN Condensed"/>
                <a:cs typeface="DIN Condensed"/>
              </a:defRPr>
            </a:pPr>
            <a:r>
              <a:rPr sz="1650" b="1" i="0">
                <a:solidFill>
                  <a:srgbClr val="FFFFFF"/>
                </a:solidFill>
                <a:latin typeface="DIN Condensed"/>
                <a:ea typeface="DIN Condensed"/>
                <a:cs typeface="DIN Condensed"/>
              </a:rPr>
              <a:t>FERIA + RUTAS</a:t>
            </a:r>
          </a:p>
        </p:txBody>
      </p:sp>
      <p:sp>
        <p:nvSpPr>
          <p:cNvPr id="20" name="">
            <a:extLst xmlns:a="http://schemas.openxmlformats.org/drawingml/2006/main">
              <a:ext uri="{FF2B5EF4-FFF2-40B4-BE49-F238E27FC236}">
                <a16:creationId xmlns:a16="http://schemas.microsoft.com/office/drawing/2014/main" id="{6BA3293E-A98A-4B1E-B5FF-8C544C23D781}"/>
              </a:ext>
            </a:extLst>
          </p:cNvPr>
          <p:cNvSpPr>
            <a:spLocks xmlns:a="http://schemas.openxmlformats.org/drawingml/2006/main" noGrp="1"/>
          </p:cNvSpPr>
          <p:nvPr/>
        </p:nvSpPr>
        <p:spPr>
          <a:xfrm xmlns:a="http://schemas.openxmlformats.org/drawingml/2006/main">
            <a:off x="4991100" y="3162300"/>
            <a:ext cx="1962150" cy="1600200"/>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2D1BDC43-38D2-439B-AB4D-26B998A952F2}"/>
              </a:ext>
            </a:extLst>
          </p:cNvPr>
          <p:cNvSpPr>
            <a:spLocks xmlns:a="http://schemas.openxmlformats.org/drawingml/2006/main" noGrp="1"/>
          </p:cNvSpPr>
          <p:nvPr/>
        </p:nvSpPr>
        <p:spPr>
          <a:xfrm xmlns:a="http://schemas.openxmlformats.org/drawingml/2006/main">
            <a:off x="5143500" y="3333750"/>
            <a:ext cx="16573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FFFFFF"/>
                </a:solidFill>
                <a:latin typeface="Avenir Next"/>
                <a:ea typeface="Avenir Next"/>
                <a:cs typeface="Avenir Next"/>
              </a:defRPr>
            </a:pPr>
            <a:r>
              <a:rPr sz="900" b="1" i="0">
                <a:solidFill>
                  <a:srgbClr val="FFFFFF"/>
                </a:solidFill>
                <a:latin typeface="Avenir Next"/>
                <a:ea typeface="Avenir Next"/>
                <a:cs typeface="Avenir Next"/>
              </a:rPr>
              <a:t>FAMILIA</a:t>
            </a:r>
          </a:p>
        </p:txBody>
      </p:sp>
      <p:sp>
        <p:nvSpPr>
          <p:cNvPr id="22" name="">
            <a:extLst xmlns:a="http://schemas.openxmlformats.org/drawingml/2006/main">
              <a:ext uri="{FF2B5EF4-FFF2-40B4-BE49-F238E27FC236}">
                <a16:creationId xmlns:a16="http://schemas.microsoft.com/office/drawing/2014/main" id="{AFF353A6-B7AF-4C5C-845F-B9D69CD87722}"/>
              </a:ext>
            </a:extLst>
          </p:cNvPr>
          <p:cNvSpPr>
            <a:spLocks xmlns:a="http://schemas.openxmlformats.org/drawingml/2006/main" noGrp="1"/>
          </p:cNvSpPr>
          <p:nvPr/>
        </p:nvSpPr>
        <p:spPr>
          <a:xfrm xmlns:a="http://schemas.openxmlformats.org/drawingml/2006/main">
            <a:off x="5143500" y="3848100"/>
            <a:ext cx="1657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1" i="0">
                <a:solidFill>
                  <a:srgbClr val="FFFFFF"/>
                </a:solidFill>
                <a:latin typeface="DIN Condensed"/>
                <a:ea typeface="DIN Condensed"/>
                <a:cs typeface="DIN Condensed"/>
              </a:defRPr>
            </a:pPr>
            <a:r>
              <a:rPr sz="1650" b="1" i="0">
                <a:solidFill>
                  <a:srgbClr val="FFFFFF"/>
                </a:solidFill>
                <a:latin typeface="DIN Condensed"/>
                <a:ea typeface="DIN Condensed"/>
                <a:cs typeface="DIN Condensed"/>
              </a:rPr>
              <a:t>TRADICIÓN + SERVICIO</a:t>
            </a:r>
          </a:p>
        </p:txBody>
      </p:sp>
      <p:sp>
        <p:nvSpPr>
          <p:cNvPr id="23" name="">
            <a:extLst xmlns:a="http://schemas.openxmlformats.org/drawingml/2006/main">
              <a:ext uri="{FF2B5EF4-FFF2-40B4-BE49-F238E27FC236}">
                <a16:creationId xmlns:a16="http://schemas.microsoft.com/office/drawing/2014/main" id="{4EAE1D9D-4FC1-4103-8065-F55444868034}"/>
              </a:ext>
            </a:extLst>
          </p:cNvPr>
          <p:cNvSpPr>
            <a:spLocks xmlns:a="http://schemas.openxmlformats.org/drawingml/2006/main" noGrp="1"/>
          </p:cNvSpPr>
          <p:nvPr/>
        </p:nvSpPr>
        <p:spPr>
          <a:xfrm xmlns:a="http://schemas.openxmlformats.org/drawingml/2006/main">
            <a:off x="7181850" y="3162300"/>
            <a:ext cx="1962150" cy="1600200"/>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9048A492-A8B3-476B-8625-BA4A4A588AB2}"/>
              </a:ext>
            </a:extLst>
          </p:cNvPr>
          <p:cNvSpPr>
            <a:spLocks xmlns:a="http://schemas.openxmlformats.org/drawingml/2006/main" noGrp="1"/>
          </p:cNvSpPr>
          <p:nvPr/>
        </p:nvSpPr>
        <p:spPr>
          <a:xfrm xmlns:a="http://schemas.openxmlformats.org/drawingml/2006/main">
            <a:off x="7334250" y="3333750"/>
            <a:ext cx="16573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FFFFFF"/>
                </a:solidFill>
                <a:latin typeface="Avenir Next"/>
                <a:ea typeface="Avenir Next"/>
                <a:cs typeface="Avenir Next"/>
              </a:defRPr>
            </a:pPr>
            <a:r>
              <a:rPr sz="900" b="1" i="0">
                <a:solidFill>
                  <a:srgbClr val="FFFFFF"/>
                </a:solidFill>
                <a:latin typeface="Avenir Next"/>
                <a:ea typeface="Avenir Next"/>
                <a:cs typeface="Avenir Next"/>
              </a:rPr>
              <a:t>NOCHE</a:t>
            </a:r>
          </a:p>
        </p:txBody>
      </p:sp>
      <p:sp>
        <p:nvSpPr>
          <p:cNvPr id="25" name="">
            <a:extLst xmlns:a="http://schemas.openxmlformats.org/drawingml/2006/main">
              <a:ext uri="{FF2B5EF4-FFF2-40B4-BE49-F238E27FC236}">
                <a16:creationId xmlns:a16="http://schemas.microsoft.com/office/drawing/2014/main" id="{EE4E8789-6E57-42CD-AC1C-C6A568C7851F}"/>
              </a:ext>
            </a:extLst>
          </p:cNvPr>
          <p:cNvSpPr>
            <a:spLocks xmlns:a="http://schemas.openxmlformats.org/drawingml/2006/main" noGrp="1"/>
          </p:cNvSpPr>
          <p:nvPr/>
        </p:nvSpPr>
        <p:spPr>
          <a:xfrm xmlns:a="http://schemas.openxmlformats.org/drawingml/2006/main">
            <a:off x="7334250" y="3848100"/>
            <a:ext cx="1657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1" i="0">
                <a:solidFill>
                  <a:srgbClr val="FFFFFF"/>
                </a:solidFill>
                <a:latin typeface="DIN Condensed"/>
                <a:ea typeface="DIN Condensed"/>
                <a:cs typeface="DIN Condensed"/>
              </a:defRPr>
            </a:pPr>
            <a:r>
              <a:rPr sz="1650" b="1" i="0">
                <a:solidFill>
                  <a:srgbClr val="FFFFFF"/>
                </a:solidFill>
                <a:latin typeface="DIN Condensed"/>
                <a:ea typeface="DIN Condensed"/>
                <a:cs typeface="DIN Condensed"/>
              </a:rPr>
              <a:t>MÚSICA + EXPERIENCIA</a:t>
            </a:r>
          </a:p>
        </p:txBody>
      </p:sp>
      <p:sp>
        <p:nvSpPr>
          <p:cNvPr id="26" name="">
            <a:extLst xmlns:a="http://schemas.openxmlformats.org/drawingml/2006/main">
              <a:ext uri="{FF2B5EF4-FFF2-40B4-BE49-F238E27FC236}">
                <a16:creationId xmlns:a16="http://schemas.microsoft.com/office/drawing/2014/main" id="{CF51B006-59C2-49F5-9D47-BA156AE05A6E}"/>
              </a:ext>
            </a:extLst>
          </p:cNvPr>
          <p:cNvSpPr>
            <a:spLocks xmlns:a="http://schemas.openxmlformats.org/drawingml/2006/main" noGrp="1"/>
          </p:cNvSpPr>
          <p:nvPr/>
        </p:nvSpPr>
        <p:spPr>
          <a:xfrm xmlns:a="http://schemas.openxmlformats.org/drawingml/2006/main">
            <a:off x="9372600" y="3162300"/>
            <a:ext cx="1962150" cy="1600200"/>
          </a:xfrm>
          <a:prstGeom xmlns:a="http://schemas.openxmlformats.org/drawingml/2006/main" prst="rect">
            <a:avLst/>
          </a:prstGeom>
          <a:solidFill xmlns:a="http://schemas.openxmlformats.org/drawingml/2006/main">
            <a:srgbClr val="FFC92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4350F72A-FB56-4645-9C16-8C886759676D}"/>
              </a:ext>
            </a:extLst>
          </p:cNvPr>
          <p:cNvSpPr>
            <a:spLocks xmlns:a="http://schemas.openxmlformats.org/drawingml/2006/main" noGrp="1"/>
          </p:cNvSpPr>
          <p:nvPr/>
        </p:nvSpPr>
        <p:spPr>
          <a:xfrm xmlns:a="http://schemas.openxmlformats.org/drawingml/2006/main">
            <a:off x="9525000" y="3333750"/>
            <a:ext cx="16573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FFFFFF"/>
                </a:solidFill>
                <a:latin typeface="Avenir Next"/>
                <a:ea typeface="Avenir Next"/>
                <a:cs typeface="Avenir Next"/>
              </a:defRPr>
            </a:pPr>
            <a:r>
              <a:rPr sz="900" b="1" i="0">
                <a:solidFill>
                  <a:srgbClr val="FFFFFF"/>
                </a:solidFill>
                <a:latin typeface="Avenir Next"/>
                <a:ea typeface="Avenir Next"/>
                <a:cs typeface="Avenir Next"/>
              </a:rPr>
              <a:t>CIERRE</a:t>
            </a:r>
          </a:p>
        </p:txBody>
      </p:sp>
      <p:sp>
        <p:nvSpPr>
          <p:cNvPr id="28" name="">
            <a:extLst xmlns:a="http://schemas.openxmlformats.org/drawingml/2006/main">
              <a:ext uri="{FF2B5EF4-FFF2-40B4-BE49-F238E27FC236}">
                <a16:creationId xmlns:a16="http://schemas.microsoft.com/office/drawing/2014/main" id="{F0CDD816-4730-4C45-B298-9B48DE3A13BB}"/>
              </a:ext>
            </a:extLst>
          </p:cNvPr>
          <p:cNvSpPr>
            <a:spLocks xmlns:a="http://schemas.openxmlformats.org/drawingml/2006/main" noGrp="1"/>
          </p:cNvSpPr>
          <p:nvPr/>
        </p:nvSpPr>
        <p:spPr>
          <a:xfrm xmlns:a="http://schemas.openxmlformats.org/drawingml/2006/main">
            <a:off x="9525000" y="3848100"/>
            <a:ext cx="1657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1" i="0">
                <a:solidFill>
                  <a:srgbClr val="FFFFFF"/>
                </a:solidFill>
                <a:latin typeface="DIN Condensed"/>
                <a:ea typeface="DIN Condensed"/>
                <a:cs typeface="DIN Condensed"/>
              </a:defRPr>
            </a:pPr>
            <a:r>
              <a:rPr sz="1650" b="1" i="0">
                <a:solidFill>
                  <a:srgbClr val="FFFFFF"/>
                </a:solidFill>
                <a:latin typeface="DIN Condensed"/>
                <a:ea typeface="DIN Condensed"/>
                <a:cs typeface="DIN Condensed"/>
              </a:rPr>
              <a:t>BALANCE + PRÓXIMO DÍA</a:t>
            </a:r>
          </a:p>
        </p:txBody>
      </p:sp>
      <p:sp>
        <p:nvSpPr>
          <p:cNvPr id="29" name="">
            <a:extLst xmlns:a="http://schemas.openxmlformats.org/drawingml/2006/main">
              <a:ext uri="{FF2B5EF4-FFF2-40B4-BE49-F238E27FC236}">
                <a16:creationId xmlns:a16="http://schemas.microsoft.com/office/drawing/2014/main" id="{E650D57C-7A5C-4403-8920-2C191E744C4E}"/>
              </a:ext>
            </a:extLst>
          </p:cNvPr>
          <p:cNvSpPr>
            <a:spLocks xmlns:a="http://schemas.openxmlformats.org/drawingml/2006/main" noGrp="1"/>
          </p:cNvSpPr>
          <p:nvPr/>
        </p:nvSpPr>
        <p:spPr>
          <a:xfrm xmlns:a="http://schemas.openxmlformats.org/drawingml/2006/main">
            <a:off x="609600" y="5086350"/>
            <a:ext cx="10725150" cy="704850"/>
          </a:xfrm>
          <a:prstGeom xmlns:a="http://schemas.openxmlformats.org/drawingml/2006/main" prst="rect">
            <a:avLst/>
          </a:prstGeom>
          <a:solidFill xmlns:a="http://schemas.openxmlformats.org/drawingml/2006/main">
            <a:srgbClr val="160A22"/>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12358F7B-3969-4356-B153-6D727C5C87F9}"/>
              </a:ext>
            </a:extLst>
          </p:cNvPr>
          <p:cNvSpPr>
            <a:spLocks xmlns:a="http://schemas.openxmlformats.org/drawingml/2006/main" noGrp="1"/>
          </p:cNvSpPr>
          <p:nvPr/>
        </p:nvSpPr>
        <p:spPr>
          <a:xfrm xmlns:a="http://schemas.openxmlformats.org/drawingml/2006/main">
            <a:off x="800100" y="5295900"/>
            <a:ext cx="10344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275" b="1" i="0">
                <a:solidFill>
                  <a:srgbClr val="FFFFFF"/>
                </a:solidFill>
                <a:latin typeface="Avenir Next"/>
                <a:ea typeface="Avenir Next"/>
                <a:cs typeface="Avenir Next"/>
              </a:defRPr>
            </a:pPr>
            <a:r>
              <a:rPr sz="1275" b="1" i="0">
                <a:solidFill>
                  <a:srgbClr val="FFFFFF"/>
                </a:solidFill>
                <a:latin typeface="Avenir Next"/>
                <a:ea typeface="Avenir Next"/>
                <a:cs typeface="Avenir Next"/>
              </a:rPr>
              <a:t>TURNOS + SUPLENTES + CORTE OPERATIVO + ESCALAMIENTO + RESPALDO</a:t>
            </a:r>
          </a:p>
        </p:txBody>
      </p:sp>
    </p:spTree>
    <p:extLst>
      <p:ext uri="{BB962C8B-B14F-4D97-AF65-F5344CB8AC3E}">
        <p14:creationId xmlns:p14="http://schemas.microsoft.com/office/powerpoint/2010/main" val="1879477429"/>
      </p:ext>
    </p:extLst>
  </p:cSld>
</p:sld>
</file>

<file path=ppt/slides/slide57.xml><?xml version="1.0" encoding="utf-8"?>
<p:sld xmlns:p="http://schemas.openxmlformats.org/presentationml/2006/main">
  <p:cSld>
    <p:bg>
      <p:bgPr>
        <a:solidFill xmlns:a="http://schemas.openxmlformats.org/drawingml/2006/main">
          <a:srgbClr val="FFF7EA"/>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70CC35E2-98C8-4F0E-9848-91E3D1631940}"/>
              </a:ext>
            </a:extLst>
          </p:cNvPr>
          <p:cNvSpPr>
            <a:spLocks xmlns:a="http://schemas.openxmlformats.org/drawingml/2006/main" noGrp="1"/>
          </p:cNvSpPr>
          <p:nvPr/>
        </p:nvSpPr>
        <p:spPr>
          <a:xfrm xmlns:a="http://schemas.openxmlformats.org/drawingml/2006/main">
            <a:off x="0" y="0"/>
            <a:ext cx="2438400" cy="66675"/>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610288D-2F5C-449D-8CAA-9881F1AA88EA}"/>
              </a:ext>
            </a:extLst>
          </p:cNvPr>
          <p:cNvSpPr>
            <a:spLocks xmlns:a="http://schemas.openxmlformats.org/drawingml/2006/main" noGrp="1"/>
          </p:cNvSpPr>
          <p:nvPr/>
        </p:nvSpPr>
        <p:spPr>
          <a:xfrm xmlns:a="http://schemas.openxmlformats.org/drawingml/2006/main">
            <a:off x="2438400" y="0"/>
            <a:ext cx="2438400" cy="66675"/>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BB70C407-E895-4FE2-BBB1-DB9550B90BF3}"/>
              </a:ext>
            </a:extLst>
          </p:cNvPr>
          <p:cNvSpPr>
            <a:spLocks xmlns:a="http://schemas.openxmlformats.org/drawingml/2006/main" noGrp="1"/>
          </p:cNvSpPr>
          <p:nvPr/>
        </p:nvSpPr>
        <p:spPr>
          <a:xfrm xmlns:a="http://schemas.openxmlformats.org/drawingml/2006/main">
            <a:off x="4876800" y="0"/>
            <a:ext cx="2438400" cy="66675"/>
          </a:xfrm>
          <a:prstGeom xmlns:a="http://schemas.openxmlformats.org/drawingml/2006/main" prst="rect">
            <a:avLst/>
          </a:prstGeom>
          <a:solidFill xmlns:a="http://schemas.openxmlformats.org/drawingml/2006/main">
            <a:srgbClr val="FFC92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64105F2-A429-4CDA-8699-FBC8EC60B6CD}"/>
              </a:ext>
            </a:extLst>
          </p:cNvPr>
          <p:cNvSpPr>
            <a:spLocks xmlns:a="http://schemas.openxmlformats.org/drawingml/2006/main" noGrp="1"/>
          </p:cNvSpPr>
          <p:nvPr/>
        </p:nvSpPr>
        <p:spPr>
          <a:xfrm xmlns:a="http://schemas.openxmlformats.org/drawingml/2006/main">
            <a:off x="7315200" y="0"/>
            <a:ext cx="2438400" cy="66675"/>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C29027F5-38A9-48C2-8108-02946C714986}"/>
              </a:ext>
            </a:extLst>
          </p:cNvPr>
          <p:cNvSpPr>
            <a:spLocks xmlns:a="http://schemas.openxmlformats.org/drawingml/2006/main" noGrp="1"/>
          </p:cNvSpPr>
          <p:nvPr/>
        </p:nvSpPr>
        <p:spPr>
          <a:xfrm xmlns:a="http://schemas.openxmlformats.org/drawingml/2006/main">
            <a:off x="9753600" y="0"/>
            <a:ext cx="2438400" cy="66675"/>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A2E8CD6D-167E-4BB2-AB63-E9929DA760F6}"/>
              </a:ext>
            </a:extLst>
          </p:cNvPr>
          <p:cNvSpPr>
            <a:spLocks xmlns:a="http://schemas.openxmlformats.org/drawingml/2006/main" noGrp="1"/>
          </p:cNvSpPr>
          <p:nvPr/>
        </p:nvSpPr>
        <p:spPr>
          <a:xfrm xmlns:a="http://schemas.openxmlformats.org/drawingml/2006/main">
            <a:off x="609600" y="26670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E72D78"/>
                </a:solidFill>
                <a:latin typeface="Avenir Next"/>
                <a:ea typeface="Avenir Next"/>
                <a:cs typeface="Avenir Next"/>
              </a:defRPr>
            </a:pPr>
            <a:r>
              <a:rPr sz="825" b="1" i="0">
                <a:solidFill>
                  <a:srgbClr val="E72D78"/>
                </a:solidFill>
                <a:latin typeface="Avenir Next"/>
                <a:ea typeface="Avenir Next"/>
                <a:cs typeface="Avenir Next"/>
              </a:rPr>
              <a:t>CIERRE Y APRENDIZAJE</a:t>
            </a:r>
          </a:p>
        </p:txBody>
      </p:sp>
      <p:sp>
        <p:nvSpPr>
          <p:cNvPr id="7" name="">
            <a:extLst xmlns:a="http://schemas.openxmlformats.org/drawingml/2006/main">
              <a:ext uri="{FF2B5EF4-FFF2-40B4-BE49-F238E27FC236}">
                <a16:creationId xmlns:a16="http://schemas.microsoft.com/office/drawing/2014/main" id="{F8B9C5DF-6DAD-4565-8331-47ED2B270285}"/>
              </a:ext>
            </a:extLst>
          </p:cNvPr>
          <p:cNvSpPr>
            <a:spLocks xmlns:a="http://schemas.openxmlformats.org/drawingml/2006/main" noGrp="1"/>
          </p:cNvSpPr>
          <p:nvPr/>
        </p:nvSpPr>
        <p:spPr>
          <a:xfrm xmlns:a="http://schemas.openxmlformats.org/drawingml/2006/main">
            <a:off x="609600" y="6534150"/>
            <a:ext cx="4762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675" b="1" i="0">
                <a:solidFill>
                  <a:srgbClr val="25112C">
                    <a:alpha val="55000"/>
                  </a:srgbClr>
                </a:solidFill>
                <a:latin typeface="Avenir Next"/>
                <a:ea typeface="Avenir Next"/>
                <a:cs typeface="Avenir Next"/>
              </a:defRPr>
            </a:pPr>
            <a:r>
              <a:rPr sz="675" b="1" i="0">
                <a:solidFill>
                  <a:srgbClr val="25112C">
                    <a:alpha val="55000"/>
                  </a:srgbClr>
                </a:solidFill>
                <a:latin typeface="Avenir Next"/>
                <a:ea typeface="Avenir Next"/>
                <a:cs typeface="Avenir Next"/>
              </a:rPr>
              <a:t>DOCUMENTO INTERNO · PROPUESTA EN REVISIÓN</a:t>
            </a:r>
          </a:p>
        </p:txBody>
      </p:sp>
      <p:sp>
        <p:nvSpPr>
          <p:cNvPr id="8" name="">
            <a:extLst xmlns:a="http://schemas.openxmlformats.org/drawingml/2006/main">
              <a:ext uri="{FF2B5EF4-FFF2-40B4-BE49-F238E27FC236}">
                <a16:creationId xmlns:a16="http://schemas.microsoft.com/office/drawing/2014/main" id="{8C6B7A06-62BF-45C2-A290-7DBFEDB1FD05}"/>
              </a:ext>
            </a:extLst>
          </p:cNvPr>
          <p:cNvSpPr>
            <a:spLocks xmlns:a="http://schemas.openxmlformats.org/drawingml/2006/main" noGrp="1"/>
          </p:cNvSpPr>
          <p:nvPr/>
        </p:nvSpPr>
        <p:spPr>
          <a:xfrm xmlns:a="http://schemas.openxmlformats.org/drawingml/2006/main">
            <a:off x="11239500" y="6505575"/>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750" b="1" i="0">
                <a:solidFill>
                  <a:srgbClr val="25112C">
                    <a:alpha val="55000"/>
                  </a:srgbClr>
                </a:solidFill>
                <a:latin typeface="Avenir Next"/>
                <a:ea typeface="Avenir Next"/>
                <a:cs typeface="Avenir Next"/>
              </a:defRPr>
            </a:pPr>
            <a:r>
              <a:rPr sz="750" b="1" i="0">
                <a:solidFill>
                  <a:srgbClr val="25112C">
                    <a:alpha val="55000"/>
                  </a:srgbClr>
                </a:solidFill>
                <a:latin typeface="Avenir Next"/>
                <a:ea typeface="Avenir Next"/>
                <a:cs typeface="Avenir Next"/>
              </a:rPr>
              <a:t>57</a:t>
            </a:r>
          </a:p>
        </p:txBody>
      </p:sp>
      <p:sp>
        <p:nvSpPr>
          <p:cNvPr id="9" name="">
            <a:extLst xmlns:a="http://schemas.openxmlformats.org/drawingml/2006/main">
              <a:ext uri="{FF2B5EF4-FFF2-40B4-BE49-F238E27FC236}">
                <a16:creationId xmlns:a16="http://schemas.microsoft.com/office/drawing/2014/main" id="{ED29246F-0C0B-4ADD-86D6-AFFCFCF563CE}"/>
              </a:ext>
            </a:extLst>
          </p:cNvPr>
          <p:cNvSpPr>
            <a:spLocks xmlns:a="http://schemas.openxmlformats.org/drawingml/2006/main" noGrp="1"/>
          </p:cNvSpPr>
          <p:nvPr/>
        </p:nvSpPr>
        <p:spPr>
          <a:xfrm xmlns:a="http://schemas.openxmlformats.org/drawingml/2006/main">
            <a:off x="609600" y="666750"/>
            <a:ext cx="1066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E72D78"/>
                </a:solidFill>
                <a:latin typeface="Avenir Next"/>
                <a:ea typeface="Avenir Next"/>
                <a:cs typeface="Avenir Next"/>
              </a:defRPr>
            </a:pPr>
            <a:r>
              <a:rPr sz="900" b="1" i="0">
                <a:solidFill>
                  <a:srgbClr val="E72D78"/>
                </a:solidFill>
                <a:latin typeface="Avenir Next"/>
                <a:ea typeface="Avenir Next"/>
                <a:cs typeface="Avenir Next"/>
              </a:rPr>
              <a:t>3–13 NOVIEMBRE</a:t>
            </a:r>
          </a:p>
        </p:txBody>
      </p:sp>
      <p:sp>
        <p:nvSpPr>
          <p:cNvPr id="10" name="">
            <a:extLst xmlns:a="http://schemas.openxmlformats.org/drawingml/2006/main">
              <a:ext uri="{FF2B5EF4-FFF2-40B4-BE49-F238E27FC236}">
                <a16:creationId xmlns:a16="http://schemas.microsoft.com/office/drawing/2014/main" id="{0D16C575-E370-4578-AE16-FA739CA040D9}"/>
              </a:ext>
            </a:extLst>
          </p:cNvPr>
          <p:cNvSpPr>
            <a:spLocks xmlns:a="http://schemas.openxmlformats.org/drawingml/2006/main" noGrp="1"/>
          </p:cNvSpPr>
          <p:nvPr/>
        </p:nvSpPr>
        <p:spPr>
          <a:xfrm xmlns:a="http://schemas.openxmlformats.org/drawingml/2006/main">
            <a:off x="609600" y="990600"/>
            <a:ext cx="1066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4350" b="1" i="0">
                <a:solidFill>
                  <a:srgbClr val="25112C"/>
                </a:solidFill>
                <a:latin typeface="DIN Condensed"/>
                <a:ea typeface="DIN Condensed"/>
                <a:cs typeface="DIN Condensed"/>
              </a:defRPr>
            </a:pPr>
            <a:r>
              <a:rPr sz="4350" b="1" i="0">
                <a:solidFill>
                  <a:srgbClr val="25112C"/>
                </a:solidFill>
                <a:latin typeface="DIN Condensed"/>
                <a:ea typeface="DIN Condensed"/>
                <a:cs typeface="DIN Condensed"/>
              </a:rPr>
              <a:t>La campaña termina cuando aprendemos.</a:t>
            </a:r>
          </a:p>
        </p:txBody>
      </p:sp>
      <p:sp>
        <p:nvSpPr>
          <p:cNvPr id="11" name="">
            <a:extLst xmlns:a="http://schemas.openxmlformats.org/drawingml/2006/main">
              <a:ext uri="{FF2B5EF4-FFF2-40B4-BE49-F238E27FC236}">
                <a16:creationId xmlns:a16="http://schemas.microsoft.com/office/drawing/2014/main" id="{F6AD8694-A1EE-4F0E-A096-2E8BEC1C329E}"/>
              </a:ext>
            </a:extLst>
          </p:cNvPr>
          <p:cNvSpPr>
            <a:spLocks xmlns:a="http://schemas.openxmlformats.org/drawingml/2006/main" noGrp="1"/>
          </p:cNvSpPr>
          <p:nvPr/>
        </p:nvSpPr>
        <p:spPr>
          <a:xfrm xmlns:a="http://schemas.openxmlformats.org/drawingml/2006/main">
            <a:off x="609600" y="182880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0" i="0">
                <a:solidFill>
                  <a:srgbClr val="6D6470"/>
                </a:solidFill>
                <a:latin typeface="Avenir Next"/>
                <a:ea typeface="Avenir Next"/>
                <a:cs typeface="Avenir Next"/>
              </a:defRPr>
            </a:pPr>
            <a:r>
              <a:rPr sz="1500" b="0" i="0">
                <a:solidFill>
                  <a:srgbClr val="6D6470"/>
                </a:solidFill>
                <a:latin typeface="Avenir Next"/>
                <a:ea typeface="Avenir Next"/>
                <a:cs typeface="Avenir Next"/>
              </a:rPr>
              <a:t>El histórico no permite comparar impacto con suficiente calidad. En 2026 el cierre es parte del trabajo, no un extra.</a:t>
            </a:r>
          </a:p>
        </p:txBody>
      </p:sp>
      <p:sp>
        <p:nvSpPr>
          <p:cNvPr id="12" name="">
            <a:extLst xmlns:a="http://schemas.openxmlformats.org/drawingml/2006/main">
              <a:ext uri="{FF2B5EF4-FFF2-40B4-BE49-F238E27FC236}">
                <a16:creationId xmlns:a16="http://schemas.microsoft.com/office/drawing/2014/main" id="{C4DD12DD-5C40-43DB-874B-9EFD55B3E2ED}"/>
              </a:ext>
            </a:extLst>
          </p:cNvPr>
          <p:cNvSpPr>
            <a:spLocks xmlns:a="http://schemas.openxmlformats.org/drawingml/2006/main" noGrp="1"/>
          </p:cNvSpPr>
          <p:nvPr/>
        </p:nvSpPr>
        <p:spPr>
          <a:xfrm xmlns:a="http://schemas.openxmlformats.org/drawingml/2006/main">
            <a:off x="609600" y="2895600"/>
            <a:ext cx="2457450" cy="2266950"/>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21F3183F-81B7-49C0-B3B7-DCC1757B3F92}"/>
              </a:ext>
            </a:extLst>
          </p:cNvPr>
          <p:cNvSpPr>
            <a:spLocks xmlns:a="http://schemas.openxmlformats.org/drawingml/2006/main" noGrp="1"/>
          </p:cNvSpPr>
          <p:nvPr/>
        </p:nvSpPr>
        <p:spPr>
          <a:xfrm xmlns:a="http://schemas.openxmlformats.org/drawingml/2006/main">
            <a:off x="781050" y="3048000"/>
            <a:ext cx="571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261"/>
          </a:bodyPr>
          <a:lstStyle xmlns:a="http://schemas.openxmlformats.org/drawingml/2006/main"/>
          <a:p xmlns:a="http://schemas.openxmlformats.org/drawingml/2006/main">
            <a:pPr algn="l">
              <a:lnSpc>
                <a:spcPct val="105000"/>
              </a:lnSpc>
              <a:buNone/>
              <a:defRPr sz="3150" b="1" i="0">
                <a:solidFill>
                  <a:srgbClr val="FFFFFF">
                    <a:alpha val="72000"/>
                  </a:srgbClr>
                </a:solidFill>
                <a:latin typeface="DIN Condensed"/>
                <a:ea typeface="DIN Condensed"/>
                <a:cs typeface="DIN Condensed"/>
              </a:defRPr>
            </a:pPr>
            <a:r>
              <a:rPr sz="3150" b="1" i="0">
                <a:solidFill>
                  <a:srgbClr val="FFFFFF">
                    <a:alpha val="72000"/>
                  </a:srgbClr>
                </a:solidFill>
                <a:latin typeface="DIN Condensed"/>
                <a:ea typeface="DIN Condensed"/>
                <a:cs typeface="DIN Condensed"/>
              </a:rPr>
              <a:t>01</a:t>
            </a:r>
          </a:p>
        </p:txBody>
      </p:sp>
      <p:sp>
        <p:nvSpPr>
          <p:cNvPr id="14" name="">
            <a:extLst xmlns:a="http://schemas.openxmlformats.org/drawingml/2006/main">
              <a:ext uri="{FF2B5EF4-FFF2-40B4-BE49-F238E27FC236}">
                <a16:creationId xmlns:a16="http://schemas.microsoft.com/office/drawing/2014/main" id="{B1468730-C2E0-4258-83D2-E7920D75276B}"/>
              </a:ext>
            </a:extLst>
          </p:cNvPr>
          <p:cNvSpPr>
            <a:spLocks xmlns:a="http://schemas.openxmlformats.org/drawingml/2006/main" noGrp="1"/>
          </p:cNvSpPr>
          <p:nvPr/>
        </p:nvSpPr>
        <p:spPr>
          <a:xfrm xmlns:a="http://schemas.openxmlformats.org/drawingml/2006/main">
            <a:off x="781050" y="377190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75" b="1" i="0">
                <a:solidFill>
                  <a:srgbClr val="FFFFFF"/>
                </a:solidFill>
                <a:latin typeface="DIN Condensed"/>
                <a:ea typeface="DIN Condensed"/>
                <a:cs typeface="DIN Condensed"/>
              </a:defRPr>
            </a:pPr>
            <a:r>
              <a:rPr sz="1875" b="1" i="0">
                <a:solidFill>
                  <a:srgbClr val="FFFFFF"/>
                </a:solidFill>
                <a:latin typeface="DIN Condensed"/>
                <a:ea typeface="DIN Condensed"/>
                <a:cs typeface="DIN Condensed"/>
              </a:rPr>
              <a:t>NEGOCIO</a:t>
            </a:r>
          </a:p>
        </p:txBody>
      </p:sp>
      <p:sp>
        <p:nvSpPr>
          <p:cNvPr id="15" name="">
            <a:extLst xmlns:a="http://schemas.openxmlformats.org/drawingml/2006/main">
              <a:ext uri="{FF2B5EF4-FFF2-40B4-BE49-F238E27FC236}">
                <a16:creationId xmlns:a16="http://schemas.microsoft.com/office/drawing/2014/main" id="{7BB44B43-5F1A-4AE8-B3CA-47183C043388}"/>
              </a:ext>
            </a:extLst>
          </p:cNvPr>
          <p:cNvSpPr>
            <a:spLocks xmlns:a="http://schemas.openxmlformats.org/drawingml/2006/main" noGrp="1"/>
          </p:cNvSpPr>
          <p:nvPr/>
        </p:nvSpPr>
        <p:spPr>
          <a:xfrm xmlns:a="http://schemas.openxmlformats.org/drawingml/2006/main">
            <a:off x="781050" y="4362450"/>
            <a:ext cx="2095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pauta · ventas · ingreso · producto</a:t>
            </a:r>
          </a:p>
        </p:txBody>
      </p:sp>
      <p:sp>
        <p:nvSpPr>
          <p:cNvPr id="16" name="">
            <a:extLst xmlns:a="http://schemas.openxmlformats.org/drawingml/2006/main">
              <a:ext uri="{FF2B5EF4-FFF2-40B4-BE49-F238E27FC236}">
                <a16:creationId xmlns:a16="http://schemas.microsoft.com/office/drawing/2014/main" id="{026BA8E1-F39E-45E1-9E35-9CC695277CC4}"/>
              </a:ext>
            </a:extLst>
          </p:cNvPr>
          <p:cNvSpPr>
            <a:spLocks xmlns:a="http://schemas.openxmlformats.org/drawingml/2006/main" noGrp="1"/>
          </p:cNvSpPr>
          <p:nvPr/>
        </p:nvSpPr>
        <p:spPr>
          <a:xfrm xmlns:a="http://schemas.openxmlformats.org/drawingml/2006/main">
            <a:off x="3390900" y="2895600"/>
            <a:ext cx="2457450" cy="2266950"/>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0760BC10-D3EB-47B0-B68D-1703F82F9AA4}"/>
              </a:ext>
            </a:extLst>
          </p:cNvPr>
          <p:cNvSpPr>
            <a:spLocks xmlns:a="http://schemas.openxmlformats.org/drawingml/2006/main" noGrp="1"/>
          </p:cNvSpPr>
          <p:nvPr/>
        </p:nvSpPr>
        <p:spPr>
          <a:xfrm xmlns:a="http://schemas.openxmlformats.org/drawingml/2006/main">
            <a:off x="3562350" y="3048000"/>
            <a:ext cx="571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261"/>
          </a:bodyPr>
          <a:lstStyle xmlns:a="http://schemas.openxmlformats.org/drawingml/2006/main"/>
          <a:p xmlns:a="http://schemas.openxmlformats.org/drawingml/2006/main">
            <a:pPr algn="l">
              <a:lnSpc>
                <a:spcPct val="105000"/>
              </a:lnSpc>
              <a:buNone/>
              <a:defRPr sz="3150" b="1" i="0">
                <a:solidFill>
                  <a:srgbClr val="FFFFFF">
                    <a:alpha val="72000"/>
                  </a:srgbClr>
                </a:solidFill>
                <a:latin typeface="DIN Condensed"/>
                <a:ea typeface="DIN Condensed"/>
                <a:cs typeface="DIN Condensed"/>
              </a:defRPr>
            </a:pPr>
            <a:r>
              <a:rPr sz="3150" b="1" i="0">
                <a:solidFill>
                  <a:srgbClr val="FFFFFF">
                    <a:alpha val="72000"/>
                  </a:srgbClr>
                </a:solidFill>
                <a:latin typeface="DIN Condensed"/>
                <a:ea typeface="DIN Condensed"/>
                <a:cs typeface="DIN Condensed"/>
              </a:rPr>
              <a:t>02</a:t>
            </a:r>
          </a:p>
        </p:txBody>
      </p:sp>
      <p:sp>
        <p:nvSpPr>
          <p:cNvPr id="18" name="">
            <a:extLst xmlns:a="http://schemas.openxmlformats.org/drawingml/2006/main">
              <a:ext uri="{FF2B5EF4-FFF2-40B4-BE49-F238E27FC236}">
                <a16:creationId xmlns:a16="http://schemas.microsoft.com/office/drawing/2014/main" id="{7B7AF444-85F0-47C7-B466-A8F718E8709F}"/>
              </a:ext>
            </a:extLst>
          </p:cNvPr>
          <p:cNvSpPr>
            <a:spLocks xmlns:a="http://schemas.openxmlformats.org/drawingml/2006/main" noGrp="1"/>
          </p:cNvSpPr>
          <p:nvPr/>
        </p:nvSpPr>
        <p:spPr>
          <a:xfrm xmlns:a="http://schemas.openxmlformats.org/drawingml/2006/main">
            <a:off x="3562350" y="377190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75" b="1" i="0">
                <a:solidFill>
                  <a:srgbClr val="FFFFFF"/>
                </a:solidFill>
                <a:latin typeface="DIN Condensed"/>
                <a:ea typeface="DIN Condensed"/>
                <a:cs typeface="DIN Condensed"/>
              </a:defRPr>
            </a:pPr>
            <a:r>
              <a:rPr sz="1875" b="1" i="0">
                <a:solidFill>
                  <a:srgbClr val="FFFFFF"/>
                </a:solidFill>
                <a:latin typeface="DIN Condensed"/>
                <a:ea typeface="DIN Condensed"/>
                <a:cs typeface="DIN Condensed"/>
              </a:rPr>
              <a:t>ASISTENCIA</a:t>
            </a:r>
          </a:p>
        </p:txBody>
      </p:sp>
      <p:sp>
        <p:nvSpPr>
          <p:cNvPr id="19" name="">
            <a:extLst xmlns:a="http://schemas.openxmlformats.org/drawingml/2006/main">
              <a:ext uri="{FF2B5EF4-FFF2-40B4-BE49-F238E27FC236}">
                <a16:creationId xmlns:a16="http://schemas.microsoft.com/office/drawing/2014/main" id="{7BA3F118-2C8F-45F7-BC1F-7898FD3DF7DC}"/>
              </a:ext>
            </a:extLst>
          </p:cNvPr>
          <p:cNvSpPr>
            <a:spLocks xmlns:a="http://schemas.openxmlformats.org/drawingml/2006/main" noGrp="1"/>
          </p:cNvSpPr>
          <p:nvPr/>
        </p:nvSpPr>
        <p:spPr>
          <a:xfrm xmlns:a="http://schemas.openxmlformats.org/drawingml/2006/main">
            <a:off x="3562350" y="4362450"/>
            <a:ext cx="2095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día · acceso · retorno · capacidad</a:t>
            </a:r>
          </a:p>
        </p:txBody>
      </p:sp>
      <p:sp>
        <p:nvSpPr>
          <p:cNvPr id="20" name="">
            <a:extLst xmlns:a="http://schemas.openxmlformats.org/drawingml/2006/main">
              <a:ext uri="{FF2B5EF4-FFF2-40B4-BE49-F238E27FC236}">
                <a16:creationId xmlns:a16="http://schemas.microsoft.com/office/drawing/2014/main" id="{5EE0CF7F-CF88-4E54-B994-6B1986A32804}"/>
              </a:ext>
            </a:extLst>
          </p:cNvPr>
          <p:cNvSpPr>
            <a:spLocks xmlns:a="http://schemas.openxmlformats.org/drawingml/2006/main" noGrp="1"/>
          </p:cNvSpPr>
          <p:nvPr/>
        </p:nvSpPr>
        <p:spPr>
          <a:xfrm xmlns:a="http://schemas.openxmlformats.org/drawingml/2006/main">
            <a:off x="6172200" y="2895600"/>
            <a:ext cx="2457450" cy="2266950"/>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414BA07B-785F-410F-8B15-B9B4C1A7CBA6}"/>
              </a:ext>
            </a:extLst>
          </p:cNvPr>
          <p:cNvSpPr>
            <a:spLocks xmlns:a="http://schemas.openxmlformats.org/drawingml/2006/main" noGrp="1"/>
          </p:cNvSpPr>
          <p:nvPr/>
        </p:nvSpPr>
        <p:spPr>
          <a:xfrm xmlns:a="http://schemas.openxmlformats.org/drawingml/2006/main">
            <a:off x="6343650" y="3048000"/>
            <a:ext cx="571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261"/>
          </a:bodyPr>
          <a:lstStyle xmlns:a="http://schemas.openxmlformats.org/drawingml/2006/main"/>
          <a:p xmlns:a="http://schemas.openxmlformats.org/drawingml/2006/main">
            <a:pPr algn="l">
              <a:lnSpc>
                <a:spcPct val="105000"/>
              </a:lnSpc>
              <a:buNone/>
              <a:defRPr sz="3150" b="1" i="0">
                <a:solidFill>
                  <a:srgbClr val="FFFFFF">
                    <a:alpha val="72000"/>
                  </a:srgbClr>
                </a:solidFill>
                <a:latin typeface="DIN Condensed"/>
                <a:ea typeface="DIN Condensed"/>
                <a:cs typeface="DIN Condensed"/>
              </a:defRPr>
            </a:pPr>
            <a:r>
              <a:rPr sz="3150" b="1" i="0">
                <a:solidFill>
                  <a:srgbClr val="FFFFFF">
                    <a:alpha val="72000"/>
                  </a:srgbClr>
                </a:solidFill>
                <a:latin typeface="DIN Condensed"/>
                <a:ea typeface="DIN Condensed"/>
                <a:cs typeface="DIN Condensed"/>
              </a:rPr>
              <a:t>03</a:t>
            </a:r>
          </a:p>
        </p:txBody>
      </p:sp>
      <p:sp>
        <p:nvSpPr>
          <p:cNvPr id="22" name="">
            <a:extLst xmlns:a="http://schemas.openxmlformats.org/drawingml/2006/main">
              <a:ext uri="{FF2B5EF4-FFF2-40B4-BE49-F238E27FC236}">
                <a16:creationId xmlns:a16="http://schemas.microsoft.com/office/drawing/2014/main" id="{2DC39749-3840-4B30-B898-296E9942CC36}"/>
              </a:ext>
            </a:extLst>
          </p:cNvPr>
          <p:cNvSpPr>
            <a:spLocks xmlns:a="http://schemas.openxmlformats.org/drawingml/2006/main" noGrp="1"/>
          </p:cNvSpPr>
          <p:nvPr/>
        </p:nvSpPr>
        <p:spPr>
          <a:xfrm xmlns:a="http://schemas.openxmlformats.org/drawingml/2006/main">
            <a:off x="6343650" y="377190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75" b="1" i="0">
                <a:solidFill>
                  <a:srgbClr val="FFFFFF"/>
                </a:solidFill>
                <a:latin typeface="DIN Condensed"/>
                <a:ea typeface="DIN Condensed"/>
                <a:cs typeface="DIN Condensed"/>
              </a:defRPr>
            </a:pPr>
            <a:r>
              <a:rPr sz="1875" b="1" i="0">
                <a:solidFill>
                  <a:srgbClr val="FFFFFF"/>
                </a:solidFill>
                <a:latin typeface="DIN Condensed"/>
                <a:ea typeface="DIN Condensed"/>
                <a:cs typeface="DIN Condensed"/>
              </a:rPr>
              <a:t>EXPERIENCIA</a:t>
            </a:r>
          </a:p>
        </p:txBody>
      </p:sp>
      <p:sp>
        <p:nvSpPr>
          <p:cNvPr id="23" name="">
            <a:extLst xmlns:a="http://schemas.openxmlformats.org/drawingml/2006/main">
              <a:ext uri="{FF2B5EF4-FFF2-40B4-BE49-F238E27FC236}">
                <a16:creationId xmlns:a16="http://schemas.microsoft.com/office/drawing/2014/main" id="{E2E0DC07-1CB1-4A7A-A4DF-099F94890FA1}"/>
              </a:ext>
            </a:extLst>
          </p:cNvPr>
          <p:cNvSpPr>
            <a:spLocks xmlns:a="http://schemas.openxmlformats.org/drawingml/2006/main" noGrp="1"/>
          </p:cNvSpPr>
          <p:nvPr/>
        </p:nvSpPr>
        <p:spPr>
          <a:xfrm xmlns:a="http://schemas.openxmlformats.org/drawingml/2006/main">
            <a:off x="6343650" y="4362450"/>
            <a:ext cx="2095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satisfacción · filas · orientación · comercio</a:t>
            </a:r>
          </a:p>
        </p:txBody>
      </p:sp>
      <p:sp>
        <p:nvSpPr>
          <p:cNvPr id="24" name="">
            <a:extLst xmlns:a="http://schemas.openxmlformats.org/drawingml/2006/main">
              <a:ext uri="{FF2B5EF4-FFF2-40B4-BE49-F238E27FC236}">
                <a16:creationId xmlns:a16="http://schemas.microsoft.com/office/drawing/2014/main" id="{3E851EC0-7012-452A-AE97-7185FBF5CA84}"/>
              </a:ext>
            </a:extLst>
          </p:cNvPr>
          <p:cNvSpPr>
            <a:spLocks xmlns:a="http://schemas.openxmlformats.org/drawingml/2006/main" noGrp="1"/>
          </p:cNvSpPr>
          <p:nvPr/>
        </p:nvSpPr>
        <p:spPr>
          <a:xfrm xmlns:a="http://schemas.openxmlformats.org/drawingml/2006/main">
            <a:off x="8953500" y="2895600"/>
            <a:ext cx="2457450" cy="2266950"/>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7F97CFDF-6EF5-453A-BF61-7A02A1F111BE}"/>
              </a:ext>
            </a:extLst>
          </p:cNvPr>
          <p:cNvSpPr>
            <a:spLocks xmlns:a="http://schemas.openxmlformats.org/drawingml/2006/main" noGrp="1"/>
          </p:cNvSpPr>
          <p:nvPr/>
        </p:nvSpPr>
        <p:spPr>
          <a:xfrm xmlns:a="http://schemas.openxmlformats.org/drawingml/2006/main">
            <a:off x="9124950" y="3048000"/>
            <a:ext cx="571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261"/>
          </a:bodyPr>
          <a:lstStyle xmlns:a="http://schemas.openxmlformats.org/drawingml/2006/main"/>
          <a:p xmlns:a="http://schemas.openxmlformats.org/drawingml/2006/main">
            <a:pPr algn="l">
              <a:lnSpc>
                <a:spcPct val="105000"/>
              </a:lnSpc>
              <a:buNone/>
              <a:defRPr sz="3150" b="1" i="0">
                <a:solidFill>
                  <a:srgbClr val="FFFFFF">
                    <a:alpha val="72000"/>
                  </a:srgbClr>
                </a:solidFill>
                <a:latin typeface="DIN Condensed"/>
                <a:ea typeface="DIN Condensed"/>
                <a:cs typeface="DIN Condensed"/>
              </a:defRPr>
            </a:pPr>
            <a:r>
              <a:rPr sz="3150" b="1" i="0">
                <a:solidFill>
                  <a:srgbClr val="FFFFFF">
                    <a:alpha val="72000"/>
                  </a:srgbClr>
                </a:solidFill>
                <a:latin typeface="DIN Condensed"/>
                <a:ea typeface="DIN Condensed"/>
                <a:cs typeface="DIN Condensed"/>
              </a:rPr>
              <a:t>04</a:t>
            </a:r>
          </a:p>
        </p:txBody>
      </p:sp>
      <p:sp>
        <p:nvSpPr>
          <p:cNvPr id="26" name="">
            <a:extLst xmlns:a="http://schemas.openxmlformats.org/drawingml/2006/main">
              <a:ext uri="{FF2B5EF4-FFF2-40B4-BE49-F238E27FC236}">
                <a16:creationId xmlns:a16="http://schemas.microsoft.com/office/drawing/2014/main" id="{9AD1FA41-F6E7-4124-8AFE-9A13750F9289}"/>
              </a:ext>
            </a:extLst>
          </p:cNvPr>
          <p:cNvSpPr>
            <a:spLocks xmlns:a="http://schemas.openxmlformats.org/drawingml/2006/main" noGrp="1"/>
          </p:cNvSpPr>
          <p:nvPr/>
        </p:nvSpPr>
        <p:spPr>
          <a:xfrm xmlns:a="http://schemas.openxmlformats.org/drawingml/2006/main">
            <a:off x="9124950" y="377190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75" b="1" i="0">
                <a:solidFill>
                  <a:srgbClr val="FFFFFF"/>
                </a:solidFill>
                <a:latin typeface="DIN Condensed"/>
                <a:ea typeface="DIN Condensed"/>
                <a:cs typeface="DIN Condensed"/>
              </a:defRPr>
            </a:pPr>
            <a:r>
              <a:rPr sz="1875" b="1" i="0">
                <a:solidFill>
                  <a:srgbClr val="FFFFFF"/>
                </a:solidFill>
                <a:latin typeface="DIN Condensed"/>
                <a:ea typeface="DIN Condensed"/>
                <a:cs typeface="DIN Condensed"/>
              </a:rPr>
              <a:t>REPUTACIÓN</a:t>
            </a:r>
          </a:p>
        </p:txBody>
      </p:sp>
      <p:sp>
        <p:nvSpPr>
          <p:cNvPr id="27" name="">
            <a:extLst xmlns:a="http://schemas.openxmlformats.org/drawingml/2006/main">
              <a:ext uri="{FF2B5EF4-FFF2-40B4-BE49-F238E27FC236}">
                <a16:creationId xmlns:a16="http://schemas.microsoft.com/office/drawing/2014/main" id="{69F36045-40BF-4708-ABCB-FF627ECFDA30}"/>
              </a:ext>
            </a:extLst>
          </p:cNvPr>
          <p:cNvSpPr>
            <a:spLocks xmlns:a="http://schemas.openxmlformats.org/drawingml/2006/main" noGrp="1"/>
          </p:cNvSpPr>
          <p:nvPr/>
        </p:nvSpPr>
        <p:spPr>
          <a:xfrm xmlns:a="http://schemas.openxmlformats.org/drawingml/2006/main">
            <a:off x="9124950" y="4362450"/>
            <a:ext cx="2095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comentarios · incidencias · respuesta · temas</a:t>
            </a:r>
          </a:p>
        </p:txBody>
      </p:sp>
      <p:sp>
        <p:nvSpPr>
          <p:cNvPr id="28" name="">
            <a:extLst xmlns:a="http://schemas.openxmlformats.org/drawingml/2006/main">
              <a:ext uri="{FF2B5EF4-FFF2-40B4-BE49-F238E27FC236}">
                <a16:creationId xmlns:a16="http://schemas.microsoft.com/office/drawing/2014/main" id="{9F8C8617-8EE0-4EAC-90C5-219CBC33D1E7}"/>
              </a:ext>
            </a:extLst>
          </p:cNvPr>
          <p:cNvSpPr>
            <a:spLocks xmlns:a="http://schemas.openxmlformats.org/drawingml/2006/main" noGrp="1"/>
          </p:cNvSpPr>
          <p:nvPr/>
        </p:nvSpPr>
        <p:spPr>
          <a:xfrm xmlns:a="http://schemas.openxmlformats.org/drawingml/2006/main">
            <a:off x="609600" y="5600700"/>
            <a:ext cx="10744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125" b="1" i="0">
                <a:solidFill>
                  <a:srgbClr val="25112C"/>
                </a:solidFill>
                <a:latin typeface="Avenir Next"/>
                <a:ea typeface="Avenir Next"/>
                <a:cs typeface="Avenir Next"/>
              </a:defRPr>
            </a:pPr>
            <a:r>
              <a:rPr sz="1125" b="1" i="0">
                <a:solidFill>
                  <a:srgbClr val="25112C"/>
                </a:solidFill>
                <a:latin typeface="Avenir Next"/>
                <a:ea typeface="Avenir Next"/>
                <a:cs typeface="Avenir Next"/>
              </a:rPr>
              <a:t>RETROSPECTIVA · DECISIONES · ARCHIVO CON DERECHOS · PRÓXIMOS PASOS</a:t>
            </a:r>
          </a:p>
        </p:txBody>
      </p:sp>
    </p:spTree>
    <p:extLst>
      <p:ext uri="{BB962C8B-B14F-4D97-AF65-F5344CB8AC3E}">
        <p14:creationId xmlns:p14="http://schemas.microsoft.com/office/powerpoint/2010/main" val="1233862525"/>
      </p:ext>
    </p:extLst>
  </p:cSld>
</p:sld>
</file>

<file path=ppt/slides/slide58.xml><?xml version="1.0" encoding="utf-8"?>
<p:sld xmlns:p="http://schemas.openxmlformats.org/presentationml/2006/main">
  <p:cSld>
    <p:bg>
      <p:bgPr>
        <a:solidFill xmlns:a="http://schemas.openxmlformats.org/drawingml/2006/main">
          <a:srgbClr val="FFF7EA"/>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17BFBEC3-2B42-469C-87E2-506A08F6CEA8}"/>
              </a:ext>
            </a:extLst>
          </p:cNvPr>
          <p:cNvSpPr>
            <a:spLocks xmlns:a="http://schemas.openxmlformats.org/drawingml/2006/main" noGrp="1"/>
          </p:cNvSpPr>
          <p:nvPr/>
        </p:nvSpPr>
        <p:spPr>
          <a:xfrm xmlns:a="http://schemas.openxmlformats.org/drawingml/2006/main">
            <a:off x="0" y="0"/>
            <a:ext cx="2438400" cy="66675"/>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D159DEC-1841-40F5-A519-CED275F739BC}"/>
              </a:ext>
            </a:extLst>
          </p:cNvPr>
          <p:cNvSpPr>
            <a:spLocks xmlns:a="http://schemas.openxmlformats.org/drawingml/2006/main" noGrp="1"/>
          </p:cNvSpPr>
          <p:nvPr/>
        </p:nvSpPr>
        <p:spPr>
          <a:xfrm xmlns:a="http://schemas.openxmlformats.org/drawingml/2006/main">
            <a:off x="2438400" y="0"/>
            <a:ext cx="2438400" cy="66675"/>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6D2D0939-D289-4A9A-927E-A2FF31752CFD}"/>
              </a:ext>
            </a:extLst>
          </p:cNvPr>
          <p:cNvSpPr>
            <a:spLocks xmlns:a="http://schemas.openxmlformats.org/drawingml/2006/main" noGrp="1"/>
          </p:cNvSpPr>
          <p:nvPr/>
        </p:nvSpPr>
        <p:spPr>
          <a:xfrm xmlns:a="http://schemas.openxmlformats.org/drawingml/2006/main">
            <a:off x="4876800" y="0"/>
            <a:ext cx="2438400" cy="66675"/>
          </a:xfrm>
          <a:prstGeom xmlns:a="http://schemas.openxmlformats.org/drawingml/2006/main" prst="rect">
            <a:avLst/>
          </a:prstGeom>
          <a:solidFill xmlns:a="http://schemas.openxmlformats.org/drawingml/2006/main">
            <a:srgbClr val="FFC92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A866C0F-4D2C-4427-A1EE-5A350883A0A9}"/>
              </a:ext>
            </a:extLst>
          </p:cNvPr>
          <p:cNvSpPr>
            <a:spLocks xmlns:a="http://schemas.openxmlformats.org/drawingml/2006/main" noGrp="1"/>
          </p:cNvSpPr>
          <p:nvPr/>
        </p:nvSpPr>
        <p:spPr>
          <a:xfrm xmlns:a="http://schemas.openxmlformats.org/drawingml/2006/main">
            <a:off x="7315200" y="0"/>
            <a:ext cx="2438400" cy="66675"/>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BCE7CC6D-C859-47E3-BD9E-4178CF2A36DB}"/>
              </a:ext>
            </a:extLst>
          </p:cNvPr>
          <p:cNvSpPr>
            <a:spLocks xmlns:a="http://schemas.openxmlformats.org/drawingml/2006/main" noGrp="1"/>
          </p:cNvSpPr>
          <p:nvPr/>
        </p:nvSpPr>
        <p:spPr>
          <a:xfrm xmlns:a="http://schemas.openxmlformats.org/drawingml/2006/main">
            <a:off x="9753600" y="0"/>
            <a:ext cx="2438400" cy="66675"/>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9467E685-AE51-424B-B001-1E0732E0DBA0}"/>
              </a:ext>
            </a:extLst>
          </p:cNvPr>
          <p:cNvSpPr>
            <a:spLocks xmlns:a="http://schemas.openxmlformats.org/drawingml/2006/main" noGrp="1"/>
          </p:cNvSpPr>
          <p:nvPr/>
        </p:nvSpPr>
        <p:spPr>
          <a:xfrm xmlns:a="http://schemas.openxmlformats.org/drawingml/2006/main">
            <a:off x="609600" y="26670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E72D78"/>
                </a:solidFill>
                <a:latin typeface="Avenir Next"/>
                <a:ea typeface="Avenir Next"/>
                <a:cs typeface="Avenir Next"/>
              </a:defRPr>
            </a:pPr>
            <a:r>
              <a:rPr sz="825" b="1" i="0">
                <a:solidFill>
                  <a:srgbClr val="E72D78"/>
                </a:solidFill>
                <a:latin typeface="Avenir Next"/>
                <a:ea typeface="Avenir Next"/>
                <a:cs typeface="Avenir Next"/>
              </a:rPr>
              <a:t>CIERRE Y CONFIANZA</a:t>
            </a:r>
          </a:p>
        </p:txBody>
      </p:sp>
      <p:sp>
        <p:nvSpPr>
          <p:cNvPr id="7" name="">
            <a:extLst xmlns:a="http://schemas.openxmlformats.org/drawingml/2006/main">
              <a:ext uri="{FF2B5EF4-FFF2-40B4-BE49-F238E27FC236}">
                <a16:creationId xmlns:a16="http://schemas.microsoft.com/office/drawing/2014/main" id="{A37280A5-6C5D-4315-85C8-A72DA1865470}"/>
              </a:ext>
            </a:extLst>
          </p:cNvPr>
          <p:cNvSpPr>
            <a:spLocks xmlns:a="http://schemas.openxmlformats.org/drawingml/2006/main" noGrp="1"/>
          </p:cNvSpPr>
          <p:nvPr/>
        </p:nvSpPr>
        <p:spPr>
          <a:xfrm xmlns:a="http://schemas.openxmlformats.org/drawingml/2006/main">
            <a:off x="609600" y="6534150"/>
            <a:ext cx="4762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675" b="1" i="0">
                <a:solidFill>
                  <a:srgbClr val="25112C">
                    <a:alpha val="55000"/>
                  </a:srgbClr>
                </a:solidFill>
                <a:latin typeface="Avenir Next"/>
                <a:ea typeface="Avenir Next"/>
                <a:cs typeface="Avenir Next"/>
              </a:defRPr>
            </a:pPr>
            <a:r>
              <a:rPr sz="675" b="1" i="0">
                <a:solidFill>
                  <a:srgbClr val="25112C">
                    <a:alpha val="55000"/>
                  </a:srgbClr>
                </a:solidFill>
                <a:latin typeface="Avenir Next"/>
                <a:ea typeface="Avenir Next"/>
                <a:cs typeface="Avenir Next"/>
              </a:rPr>
              <a:t>DOCUMENTO INTERNO · PROPUESTA EN REVISIÓN</a:t>
            </a:r>
          </a:p>
        </p:txBody>
      </p:sp>
      <p:sp>
        <p:nvSpPr>
          <p:cNvPr id="8" name="">
            <a:extLst xmlns:a="http://schemas.openxmlformats.org/drawingml/2006/main">
              <a:ext uri="{FF2B5EF4-FFF2-40B4-BE49-F238E27FC236}">
                <a16:creationId xmlns:a16="http://schemas.microsoft.com/office/drawing/2014/main" id="{9D451518-8978-4155-AEC2-8AF3A80E9E51}"/>
              </a:ext>
            </a:extLst>
          </p:cNvPr>
          <p:cNvSpPr>
            <a:spLocks xmlns:a="http://schemas.openxmlformats.org/drawingml/2006/main" noGrp="1"/>
          </p:cNvSpPr>
          <p:nvPr/>
        </p:nvSpPr>
        <p:spPr>
          <a:xfrm xmlns:a="http://schemas.openxmlformats.org/drawingml/2006/main">
            <a:off x="11239500" y="6505575"/>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750" b="1" i="0">
                <a:solidFill>
                  <a:srgbClr val="25112C">
                    <a:alpha val="55000"/>
                  </a:srgbClr>
                </a:solidFill>
                <a:latin typeface="Avenir Next"/>
                <a:ea typeface="Avenir Next"/>
                <a:cs typeface="Avenir Next"/>
              </a:defRPr>
            </a:pPr>
            <a:r>
              <a:rPr sz="750" b="1" i="0">
                <a:solidFill>
                  <a:srgbClr val="25112C">
                    <a:alpha val="55000"/>
                  </a:srgbClr>
                </a:solidFill>
                <a:latin typeface="Avenir Next"/>
                <a:ea typeface="Avenir Next"/>
                <a:cs typeface="Avenir Next"/>
              </a:rPr>
              <a:t>58</a:t>
            </a:r>
          </a:p>
        </p:txBody>
      </p:sp>
      <p:sp>
        <p:nvSpPr>
          <p:cNvPr id="9" name="">
            <a:extLst xmlns:a="http://schemas.openxmlformats.org/drawingml/2006/main">
              <a:ext uri="{FF2B5EF4-FFF2-40B4-BE49-F238E27FC236}">
                <a16:creationId xmlns:a16="http://schemas.microsoft.com/office/drawing/2014/main" id="{931F6CBF-2AF2-4E32-A6B7-CC7BC20146B8}"/>
              </a:ext>
            </a:extLst>
          </p:cNvPr>
          <p:cNvSpPr>
            <a:spLocks xmlns:a="http://schemas.openxmlformats.org/drawingml/2006/main" noGrp="1"/>
          </p:cNvSpPr>
          <p:nvPr/>
        </p:nvSpPr>
        <p:spPr>
          <a:xfrm xmlns:a="http://schemas.openxmlformats.org/drawingml/2006/main">
            <a:off x="609600" y="666750"/>
            <a:ext cx="1066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E72D78"/>
                </a:solidFill>
                <a:latin typeface="Avenir Next"/>
                <a:ea typeface="Avenir Next"/>
                <a:cs typeface="Avenir Next"/>
              </a:defRPr>
            </a:pPr>
            <a:r>
              <a:rPr sz="900" b="1" i="0">
                <a:solidFill>
                  <a:srgbClr val="E72D78"/>
                </a:solidFill>
                <a:latin typeface="Avenir Next"/>
                <a:ea typeface="Avenir Next"/>
                <a:cs typeface="Avenir Next"/>
              </a:rPr>
              <a:t>3–13 NOV · DESPUÉS DE LA FERIA</a:t>
            </a:r>
          </a:p>
        </p:txBody>
      </p:sp>
      <p:sp>
        <p:nvSpPr>
          <p:cNvPr id="10" name="">
            <a:extLst xmlns:a="http://schemas.openxmlformats.org/drawingml/2006/main">
              <a:ext uri="{FF2B5EF4-FFF2-40B4-BE49-F238E27FC236}">
                <a16:creationId xmlns:a16="http://schemas.microsoft.com/office/drawing/2014/main" id="{3370ED7F-C0D9-4E51-B620-6AE3B44AC616}"/>
              </a:ext>
            </a:extLst>
          </p:cNvPr>
          <p:cNvSpPr>
            <a:spLocks xmlns:a="http://schemas.openxmlformats.org/drawingml/2006/main" noGrp="1"/>
          </p:cNvSpPr>
          <p:nvPr/>
        </p:nvSpPr>
        <p:spPr>
          <a:xfrm xmlns:a="http://schemas.openxmlformats.org/drawingml/2006/main">
            <a:off x="609600" y="990600"/>
            <a:ext cx="1066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4050" b="1" i="0">
                <a:solidFill>
                  <a:srgbClr val="25112C"/>
                </a:solidFill>
                <a:latin typeface="DIN Condensed"/>
                <a:ea typeface="DIN Condensed"/>
                <a:cs typeface="DIN Condensed"/>
              </a:defRPr>
            </a:pPr>
            <a:r>
              <a:rPr sz="4050" b="1" i="0">
                <a:solidFill>
                  <a:srgbClr val="25112C"/>
                </a:solidFill>
                <a:latin typeface="DIN Condensed"/>
                <a:ea typeface="DIN Condensed"/>
                <a:cs typeface="DIN Condensed"/>
              </a:rPr>
              <a:t>Cumplir, medir y proteger la confianza.</a:t>
            </a:r>
          </a:p>
        </p:txBody>
      </p:sp>
      <p:sp>
        <p:nvSpPr>
          <p:cNvPr id="11" name="">
            <a:extLst xmlns:a="http://schemas.openxmlformats.org/drawingml/2006/main">
              <a:ext uri="{FF2B5EF4-FFF2-40B4-BE49-F238E27FC236}">
                <a16:creationId xmlns:a16="http://schemas.microsoft.com/office/drawing/2014/main" id="{30FBBA6E-FD99-43C3-8D1E-ED45FF31452D}"/>
              </a:ext>
            </a:extLst>
          </p:cNvPr>
          <p:cNvSpPr>
            <a:spLocks xmlns:a="http://schemas.openxmlformats.org/drawingml/2006/main" noGrp="1"/>
          </p:cNvSpPr>
          <p:nvPr/>
        </p:nvSpPr>
        <p:spPr>
          <a:xfrm xmlns:a="http://schemas.openxmlformats.org/drawingml/2006/main">
            <a:off x="609600" y="182880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0" i="0">
                <a:solidFill>
                  <a:srgbClr val="6D6470"/>
                </a:solidFill>
                <a:latin typeface="Avenir Next"/>
                <a:ea typeface="Avenir Next"/>
                <a:cs typeface="Avenir Next"/>
              </a:defRPr>
            </a:pPr>
            <a:r>
              <a:rPr sz="1500" b="0" i="0">
                <a:solidFill>
                  <a:srgbClr val="6D6470"/>
                </a:solidFill>
                <a:latin typeface="Avenir Next"/>
                <a:ea typeface="Avenir Next"/>
                <a:cs typeface="Avenir Next"/>
              </a:rPr>
              <a:t>El cierre prueba si la promesa se convirtió en experiencia, conversación y regreso; también deja reglas para no repetir errores.</a:t>
            </a:r>
          </a:p>
        </p:txBody>
      </p:sp>
      <p:sp>
        <p:nvSpPr>
          <p:cNvPr id="12" name="">
            <a:extLst xmlns:a="http://schemas.openxmlformats.org/drawingml/2006/main">
              <a:ext uri="{FF2B5EF4-FFF2-40B4-BE49-F238E27FC236}">
                <a16:creationId xmlns:a16="http://schemas.microsoft.com/office/drawing/2014/main" id="{9807B95D-BC37-46B0-8A15-679370E2B3D7}"/>
              </a:ext>
            </a:extLst>
          </p:cNvPr>
          <p:cNvSpPr>
            <a:spLocks xmlns:a="http://schemas.openxmlformats.org/drawingml/2006/main" noGrp="1"/>
          </p:cNvSpPr>
          <p:nvPr/>
        </p:nvSpPr>
        <p:spPr>
          <a:xfrm xmlns:a="http://schemas.openxmlformats.org/drawingml/2006/main">
            <a:off x="609600" y="2857500"/>
            <a:ext cx="2438400" cy="1485900"/>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164D9664-4E00-482E-B7DF-A91FF94DB3E4}"/>
              </a:ext>
            </a:extLst>
          </p:cNvPr>
          <p:cNvSpPr>
            <a:spLocks xmlns:a="http://schemas.openxmlformats.org/drawingml/2006/main" noGrp="1"/>
          </p:cNvSpPr>
          <p:nvPr/>
        </p:nvSpPr>
        <p:spPr>
          <a:xfrm xmlns:a="http://schemas.openxmlformats.org/drawingml/2006/main">
            <a:off x="781050" y="3086100"/>
            <a:ext cx="2095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725" b="1" i="0">
                <a:solidFill>
                  <a:srgbClr val="FFFFFF"/>
                </a:solidFill>
                <a:latin typeface="DIN Condensed"/>
                <a:ea typeface="DIN Condensed"/>
                <a:cs typeface="DIN Condensed"/>
              </a:defRPr>
            </a:pPr>
            <a:r>
              <a:rPr sz="1725" b="1" i="0">
                <a:solidFill>
                  <a:srgbClr val="FFFFFF"/>
                </a:solidFill>
                <a:latin typeface="DIN Condensed"/>
                <a:ea typeface="DIN Condensed"/>
                <a:cs typeface="DIN Condensed"/>
              </a:rPr>
              <a:t>ASISTENCIA</a:t>
            </a:r>
          </a:p>
        </p:txBody>
      </p:sp>
      <p:sp>
        <p:nvSpPr>
          <p:cNvPr id="14" name="">
            <a:extLst xmlns:a="http://schemas.openxmlformats.org/drawingml/2006/main">
              <a:ext uri="{FF2B5EF4-FFF2-40B4-BE49-F238E27FC236}">
                <a16:creationId xmlns:a16="http://schemas.microsoft.com/office/drawing/2014/main" id="{6F9D465D-13D3-4E0F-9E07-0721DC23179A}"/>
              </a:ext>
            </a:extLst>
          </p:cNvPr>
          <p:cNvSpPr>
            <a:spLocks xmlns:a="http://schemas.openxmlformats.org/drawingml/2006/main" noGrp="1"/>
          </p:cNvSpPr>
          <p:nvPr/>
        </p:nvSpPr>
        <p:spPr>
          <a:xfrm xmlns:a="http://schemas.openxmlformats.org/drawingml/2006/main">
            <a:off x="781050" y="3638550"/>
            <a:ext cx="209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visitas por día · personas únicas · entradas válidas · retorno</a:t>
            </a:r>
          </a:p>
        </p:txBody>
      </p:sp>
      <p:sp>
        <p:nvSpPr>
          <p:cNvPr id="15" name="">
            <a:extLst xmlns:a="http://schemas.openxmlformats.org/drawingml/2006/main">
              <a:ext uri="{FF2B5EF4-FFF2-40B4-BE49-F238E27FC236}">
                <a16:creationId xmlns:a16="http://schemas.microsoft.com/office/drawing/2014/main" id="{525EDCBF-8AD0-4816-9AD3-BF150D7B1D4B}"/>
              </a:ext>
            </a:extLst>
          </p:cNvPr>
          <p:cNvSpPr>
            <a:spLocks xmlns:a="http://schemas.openxmlformats.org/drawingml/2006/main" noGrp="1"/>
          </p:cNvSpPr>
          <p:nvPr/>
        </p:nvSpPr>
        <p:spPr>
          <a:xfrm xmlns:a="http://schemas.openxmlformats.org/drawingml/2006/main">
            <a:off x="3390900" y="2857500"/>
            <a:ext cx="2438400" cy="1485900"/>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B2C40CED-8B64-4E34-947C-0BBA0CAF230C}"/>
              </a:ext>
            </a:extLst>
          </p:cNvPr>
          <p:cNvSpPr>
            <a:spLocks xmlns:a="http://schemas.openxmlformats.org/drawingml/2006/main" noGrp="1"/>
          </p:cNvSpPr>
          <p:nvPr/>
        </p:nvSpPr>
        <p:spPr>
          <a:xfrm xmlns:a="http://schemas.openxmlformats.org/drawingml/2006/main">
            <a:off x="3562350" y="3086100"/>
            <a:ext cx="2095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725" b="1" i="0">
                <a:solidFill>
                  <a:srgbClr val="FFFFFF"/>
                </a:solidFill>
                <a:latin typeface="DIN Condensed"/>
                <a:ea typeface="DIN Condensed"/>
                <a:cs typeface="DIN Condensed"/>
              </a:defRPr>
            </a:pPr>
            <a:r>
              <a:rPr sz="1725" b="1" i="0">
                <a:solidFill>
                  <a:srgbClr val="FFFFFF"/>
                </a:solidFill>
                <a:latin typeface="DIN Condensed"/>
                <a:ea typeface="DIN Condensed"/>
                <a:cs typeface="DIN Condensed"/>
              </a:rPr>
              <a:t>EXPERIENCIA</a:t>
            </a:r>
          </a:p>
        </p:txBody>
      </p:sp>
      <p:sp>
        <p:nvSpPr>
          <p:cNvPr id="17" name="">
            <a:extLst xmlns:a="http://schemas.openxmlformats.org/drawingml/2006/main">
              <a:ext uri="{FF2B5EF4-FFF2-40B4-BE49-F238E27FC236}">
                <a16:creationId xmlns:a16="http://schemas.microsoft.com/office/drawing/2014/main" id="{CC4FF615-3B65-40E2-A945-C58C9DE7B661}"/>
              </a:ext>
            </a:extLst>
          </p:cNvPr>
          <p:cNvSpPr>
            <a:spLocks xmlns:a="http://schemas.openxmlformats.org/drawingml/2006/main" noGrp="1"/>
          </p:cNvSpPr>
          <p:nvPr/>
        </p:nvSpPr>
        <p:spPr>
          <a:xfrm xmlns:a="http://schemas.openxmlformats.org/drawingml/2006/main">
            <a:off x="3562350" y="3638550"/>
            <a:ext cx="209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espera · orientación · satisfacción · reclamos</a:t>
            </a:r>
          </a:p>
        </p:txBody>
      </p:sp>
      <p:sp>
        <p:nvSpPr>
          <p:cNvPr id="18" name="">
            <a:extLst xmlns:a="http://schemas.openxmlformats.org/drawingml/2006/main">
              <a:ext uri="{FF2B5EF4-FFF2-40B4-BE49-F238E27FC236}">
                <a16:creationId xmlns:a16="http://schemas.microsoft.com/office/drawing/2014/main" id="{C3469BB2-A145-4D80-AE00-5DC3255673B3}"/>
              </a:ext>
            </a:extLst>
          </p:cNvPr>
          <p:cNvSpPr>
            <a:spLocks xmlns:a="http://schemas.openxmlformats.org/drawingml/2006/main" noGrp="1"/>
          </p:cNvSpPr>
          <p:nvPr/>
        </p:nvSpPr>
        <p:spPr>
          <a:xfrm xmlns:a="http://schemas.openxmlformats.org/drawingml/2006/main">
            <a:off x="6172200" y="2857500"/>
            <a:ext cx="2438400" cy="1485900"/>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AB49BDFA-03FD-4333-948C-E1F4BB4542AA}"/>
              </a:ext>
            </a:extLst>
          </p:cNvPr>
          <p:cNvSpPr>
            <a:spLocks xmlns:a="http://schemas.openxmlformats.org/drawingml/2006/main" noGrp="1"/>
          </p:cNvSpPr>
          <p:nvPr/>
        </p:nvSpPr>
        <p:spPr>
          <a:xfrm xmlns:a="http://schemas.openxmlformats.org/drawingml/2006/main">
            <a:off x="6343650" y="3086100"/>
            <a:ext cx="2095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725" b="1" i="0">
                <a:solidFill>
                  <a:srgbClr val="FFFFFF"/>
                </a:solidFill>
                <a:latin typeface="DIN Condensed"/>
                <a:ea typeface="DIN Condensed"/>
                <a:cs typeface="DIN Condensed"/>
              </a:defRPr>
            </a:pPr>
            <a:r>
              <a:rPr sz="1725" b="1" i="0">
                <a:solidFill>
                  <a:srgbClr val="FFFFFF"/>
                </a:solidFill>
                <a:latin typeface="DIN Condensed"/>
                <a:ea typeface="DIN Condensed"/>
                <a:cs typeface="DIN Condensed"/>
              </a:rPr>
              <a:t>PARTICIPACIÓN</a:t>
            </a:r>
          </a:p>
        </p:txBody>
      </p:sp>
      <p:sp>
        <p:nvSpPr>
          <p:cNvPr id="20" name="">
            <a:extLst xmlns:a="http://schemas.openxmlformats.org/drawingml/2006/main">
              <a:ext uri="{FF2B5EF4-FFF2-40B4-BE49-F238E27FC236}">
                <a16:creationId xmlns:a16="http://schemas.microsoft.com/office/drawing/2014/main" id="{4A485690-A2EB-43C1-9BE8-BB28CEBE8F20}"/>
              </a:ext>
            </a:extLst>
          </p:cNvPr>
          <p:cNvSpPr>
            <a:spLocks xmlns:a="http://schemas.openxmlformats.org/drawingml/2006/main" noGrp="1"/>
          </p:cNvSpPr>
          <p:nvPr/>
        </p:nvSpPr>
        <p:spPr>
          <a:xfrm xmlns:a="http://schemas.openxmlformats.org/drawingml/2006/main">
            <a:off x="6343650" y="3638550"/>
            <a:ext cx="209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postulaciones válidas · códigos · redenciones</a:t>
            </a:r>
          </a:p>
        </p:txBody>
      </p:sp>
      <p:sp>
        <p:nvSpPr>
          <p:cNvPr id="21" name="">
            <a:extLst xmlns:a="http://schemas.openxmlformats.org/drawingml/2006/main">
              <a:ext uri="{FF2B5EF4-FFF2-40B4-BE49-F238E27FC236}">
                <a16:creationId xmlns:a16="http://schemas.microsoft.com/office/drawing/2014/main" id="{F593096C-FA94-4DE6-A459-B7CC7BD6251F}"/>
              </a:ext>
            </a:extLst>
          </p:cNvPr>
          <p:cNvSpPr>
            <a:spLocks xmlns:a="http://schemas.openxmlformats.org/drawingml/2006/main" noGrp="1"/>
          </p:cNvSpPr>
          <p:nvPr/>
        </p:nvSpPr>
        <p:spPr>
          <a:xfrm xmlns:a="http://schemas.openxmlformats.org/drawingml/2006/main">
            <a:off x="8953500" y="2857500"/>
            <a:ext cx="2438400" cy="1485900"/>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BCDB1AB9-F923-4199-9CD0-48405C93F253}"/>
              </a:ext>
            </a:extLst>
          </p:cNvPr>
          <p:cNvSpPr>
            <a:spLocks xmlns:a="http://schemas.openxmlformats.org/drawingml/2006/main" noGrp="1"/>
          </p:cNvSpPr>
          <p:nvPr/>
        </p:nvSpPr>
        <p:spPr>
          <a:xfrm xmlns:a="http://schemas.openxmlformats.org/drawingml/2006/main">
            <a:off x="9124950" y="3086100"/>
            <a:ext cx="2095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725" b="1" i="0">
                <a:solidFill>
                  <a:srgbClr val="FFFFFF"/>
                </a:solidFill>
                <a:latin typeface="DIN Condensed"/>
                <a:ea typeface="DIN Condensed"/>
                <a:cs typeface="DIN Condensed"/>
              </a:defRPr>
            </a:pPr>
            <a:r>
              <a:rPr sz="1725" b="1" i="0">
                <a:solidFill>
                  <a:srgbClr val="FFFFFF"/>
                </a:solidFill>
                <a:latin typeface="DIN Condensed"/>
                <a:ea typeface="DIN Condensed"/>
                <a:cs typeface="DIN Condensed"/>
              </a:rPr>
              <a:t>OPERACIÓN</a:t>
            </a:r>
          </a:p>
        </p:txBody>
      </p:sp>
      <p:sp>
        <p:nvSpPr>
          <p:cNvPr id="23" name="">
            <a:extLst xmlns:a="http://schemas.openxmlformats.org/drawingml/2006/main">
              <a:ext uri="{FF2B5EF4-FFF2-40B4-BE49-F238E27FC236}">
                <a16:creationId xmlns:a16="http://schemas.microsoft.com/office/drawing/2014/main" id="{30785F42-F311-471E-AC05-9E9BCD31D435}"/>
              </a:ext>
            </a:extLst>
          </p:cNvPr>
          <p:cNvSpPr>
            <a:spLocks xmlns:a="http://schemas.openxmlformats.org/drawingml/2006/main" noGrp="1"/>
          </p:cNvSpPr>
          <p:nvPr/>
        </p:nvSpPr>
        <p:spPr>
          <a:xfrm xmlns:a="http://schemas.openxmlformats.org/drawingml/2006/main">
            <a:off x="9124950" y="3638550"/>
            <a:ext cx="209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842"/>
          </a:bodyPr>
          <a:lstStyle xmlns:a="http://schemas.openxmlformats.org/drawingml/2006/main"/>
          <a:p xmlns:a="http://schemas.openxmlformats.org/drawingml/2006/main">
            <a:pPr algn="l">
              <a:lnSpc>
                <a:spcPct val="105000"/>
              </a:lnSpc>
              <a:buNone/>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vasos entregados · estacionamiento · limpieza · incidentes</a:t>
            </a:r>
          </a:p>
        </p:txBody>
      </p:sp>
      <p:sp>
        <p:nvSpPr>
          <p:cNvPr id="24" name="">
            <a:extLst xmlns:a="http://schemas.openxmlformats.org/drawingml/2006/main">
              <a:ext uri="{FF2B5EF4-FFF2-40B4-BE49-F238E27FC236}">
                <a16:creationId xmlns:a16="http://schemas.microsoft.com/office/drawing/2014/main" id="{1021E165-66D2-4320-9B93-72E6530A63EF}"/>
              </a:ext>
            </a:extLst>
          </p:cNvPr>
          <p:cNvSpPr>
            <a:spLocks xmlns:a="http://schemas.openxmlformats.org/drawingml/2006/main" noGrp="1"/>
          </p:cNvSpPr>
          <p:nvPr/>
        </p:nvSpPr>
        <p:spPr>
          <a:xfrm xmlns:a="http://schemas.openxmlformats.org/drawingml/2006/main">
            <a:off x="609600" y="4762500"/>
            <a:ext cx="361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250" b="1" i="0">
                <a:solidFill>
                  <a:srgbClr val="E53D42"/>
                </a:solidFill>
                <a:latin typeface="DIN Condensed"/>
                <a:ea typeface="DIN Condensed"/>
                <a:cs typeface="DIN Condensed"/>
              </a:defRPr>
            </a:pPr>
            <a:r>
              <a:rPr sz="2250" b="1" i="0">
                <a:solidFill>
                  <a:srgbClr val="E53D42"/>
                </a:solidFill>
                <a:latin typeface="DIN Condensed"/>
                <a:ea typeface="DIN Condensed"/>
                <a:cs typeface="DIN Condensed"/>
              </a:rPr>
              <a:t>×</a:t>
            </a:r>
          </a:p>
        </p:txBody>
      </p:sp>
      <p:sp>
        <p:nvSpPr>
          <p:cNvPr id="25" name="">
            <a:extLst xmlns:a="http://schemas.openxmlformats.org/drawingml/2006/main">
              <a:ext uri="{FF2B5EF4-FFF2-40B4-BE49-F238E27FC236}">
                <a16:creationId xmlns:a16="http://schemas.microsoft.com/office/drawing/2014/main" id="{0C9E871B-B05C-4A42-8F8F-D25002D2FDC4}"/>
              </a:ext>
            </a:extLst>
          </p:cNvPr>
          <p:cNvSpPr>
            <a:spLocks xmlns:a="http://schemas.openxmlformats.org/drawingml/2006/main" noGrp="1"/>
          </p:cNvSpPr>
          <p:nvPr/>
        </p:nvSpPr>
        <p:spPr>
          <a:xfrm xmlns:a="http://schemas.openxmlformats.org/drawingml/2006/main">
            <a:off x="1009650" y="4819650"/>
            <a:ext cx="1962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25112C"/>
                </a:solidFill>
                <a:latin typeface="Avenir Next"/>
                <a:ea typeface="Avenir Next"/>
                <a:cs typeface="Avenir Next"/>
              </a:defRPr>
            </a:pPr>
            <a:r>
              <a:rPr sz="1050" b="1" i="0">
                <a:solidFill>
                  <a:srgbClr val="25112C"/>
                </a:solidFill>
                <a:latin typeface="Avenir Next"/>
                <a:ea typeface="Avenir Next"/>
                <a:cs typeface="Avenir Next"/>
              </a:rPr>
              <a:t>sin agotados simulados</a:t>
            </a:r>
          </a:p>
        </p:txBody>
      </p:sp>
      <p:sp>
        <p:nvSpPr>
          <p:cNvPr id="26" name="">
            <a:extLst xmlns:a="http://schemas.openxmlformats.org/drawingml/2006/main">
              <a:ext uri="{FF2B5EF4-FFF2-40B4-BE49-F238E27FC236}">
                <a16:creationId xmlns:a16="http://schemas.microsoft.com/office/drawing/2014/main" id="{B45D045C-FF37-4FF6-AC4A-0D76BD7148F9}"/>
              </a:ext>
            </a:extLst>
          </p:cNvPr>
          <p:cNvSpPr>
            <a:spLocks xmlns:a="http://schemas.openxmlformats.org/drawingml/2006/main" noGrp="1"/>
          </p:cNvSpPr>
          <p:nvPr/>
        </p:nvSpPr>
        <p:spPr>
          <a:xfrm xmlns:a="http://schemas.openxmlformats.org/drawingml/2006/main">
            <a:off x="3390900" y="4762500"/>
            <a:ext cx="361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250" b="1" i="0">
                <a:solidFill>
                  <a:srgbClr val="E53D42"/>
                </a:solidFill>
                <a:latin typeface="DIN Condensed"/>
                <a:ea typeface="DIN Condensed"/>
                <a:cs typeface="DIN Condensed"/>
              </a:defRPr>
            </a:pPr>
            <a:r>
              <a:rPr sz="2250" b="1" i="0">
                <a:solidFill>
                  <a:srgbClr val="E53D42"/>
                </a:solidFill>
                <a:latin typeface="DIN Condensed"/>
                <a:ea typeface="DIN Condensed"/>
                <a:cs typeface="DIN Condensed"/>
              </a:rPr>
              <a:t>×</a:t>
            </a:r>
          </a:p>
        </p:txBody>
      </p:sp>
      <p:sp>
        <p:nvSpPr>
          <p:cNvPr id="27" name="">
            <a:extLst xmlns:a="http://schemas.openxmlformats.org/drawingml/2006/main">
              <a:ext uri="{FF2B5EF4-FFF2-40B4-BE49-F238E27FC236}">
                <a16:creationId xmlns:a16="http://schemas.microsoft.com/office/drawing/2014/main" id="{CA97C53B-0793-4934-93FC-12CCCA5FC347}"/>
              </a:ext>
            </a:extLst>
          </p:cNvPr>
          <p:cNvSpPr>
            <a:spLocks xmlns:a="http://schemas.openxmlformats.org/drawingml/2006/main" noGrp="1"/>
          </p:cNvSpPr>
          <p:nvPr/>
        </p:nvSpPr>
        <p:spPr>
          <a:xfrm xmlns:a="http://schemas.openxmlformats.org/drawingml/2006/main">
            <a:off x="3790950" y="4819650"/>
            <a:ext cx="1962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25112C"/>
                </a:solidFill>
                <a:latin typeface="Avenir Next"/>
                <a:ea typeface="Avenir Next"/>
                <a:cs typeface="Avenir Next"/>
              </a:defRPr>
            </a:pPr>
            <a:r>
              <a:rPr sz="1050" b="1" i="0">
                <a:solidFill>
                  <a:srgbClr val="25112C"/>
                </a:solidFill>
                <a:latin typeface="Avenir Next"/>
                <a:ea typeface="Avenir Next"/>
                <a:cs typeface="Avenir Next"/>
              </a:rPr>
              <a:t>sin ganar por más me gusta</a:t>
            </a:r>
          </a:p>
        </p:txBody>
      </p:sp>
      <p:sp>
        <p:nvSpPr>
          <p:cNvPr id="28" name="">
            <a:extLst xmlns:a="http://schemas.openxmlformats.org/drawingml/2006/main">
              <a:ext uri="{FF2B5EF4-FFF2-40B4-BE49-F238E27FC236}">
                <a16:creationId xmlns:a16="http://schemas.microsoft.com/office/drawing/2014/main" id="{6C4141D2-AC0D-49DF-848B-5A636E6BBD2C}"/>
              </a:ext>
            </a:extLst>
          </p:cNvPr>
          <p:cNvSpPr>
            <a:spLocks xmlns:a="http://schemas.openxmlformats.org/drawingml/2006/main" noGrp="1"/>
          </p:cNvSpPr>
          <p:nvPr/>
        </p:nvSpPr>
        <p:spPr>
          <a:xfrm xmlns:a="http://schemas.openxmlformats.org/drawingml/2006/main">
            <a:off x="6172200" y="4762500"/>
            <a:ext cx="361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250" b="1" i="0">
                <a:solidFill>
                  <a:srgbClr val="E53D42"/>
                </a:solidFill>
                <a:latin typeface="DIN Condensed"/>
                <a:ea typeface="DIN Condensed"/>
                <a:cs typeface="DIN Condensed"/>
              </a:defRPr>
            </a:pPr>
            <a:r>
              <a:rPr sz="2250" b="1" i="0">
                <a:solidFill>
                  <a:srgbClr val="E53D42"/>
                </a:solidFill>
                <a:latin typeface="DIN Condensed"/>
                <a:ea typeface="DIN Condensed"/>
                <a:cs typeface="DIN Condensed"/>
              </a:rPr>
              <a:t>×</a:t>
            </a:r>
          </a:p>
        </p:txBody>
      </p:sp>
      <p:sp>
        <p:nvSpPr>
          <p:cNvPr id="29" name="">
            <a:extLst xmlns:a="http://schemas.openxmlformats.org/drawingml/2006/main">
              <a:ext uri="{FF2B5EF4-FFF2-40B4-BE49-F238E27FC236}">
                <a16:creationId xmlns:a16="http://schemas.microsoft.com/office/drawing/2014/main" id="{5C34822C-827A-4AB6-8BE6-3A3AC76451EA}"/>
              </a:ext>
            </a:extLst>
          </p:cNvPr>
          <p:cNvSpPr>
            <a:spLocks xmlns:a="http://schemas.openxmlformats.org/drawingml/2006/main" noGrp="1"/>
          </p:cNvSpPr>
          <p:nvPr/>
        </p:nvSpPr>
        <p:spPr>
          <a:xfrm xmlns:a="http://schemas.openxmlformats.org/drawingml/2006/main">
            <a:off x="6572250" y="4819650"/>
            <a:ext cx="1962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25112C"/>
                </a:solidFill>
                <a:latin typeface="Avenir Next"/>
                <a:ea typeface="Avenir Next"/>
                <a:cs typeface="Avenir Next"/>
              </a:defRPr>
            </a:pPr>
            <a:r>
              <a:rPr sz="1050" b="1" i="0">
                <a:solidFill>
                  <a:srgbClr val="25112C"/>
                </a:solidFill>
                <a:latin typeface="Avenir Next"/>
                <a:ea typeface="Avenir Next"/>
                <a:cs typeface="Avenir Next"/>
              </a:rPr>
              <a:t>sin pago abierto por vistas</a:t>
            </a:r>
          </a:p>
        </p:txBody>
      </p:sp>
      <p:sp>
        <p:nvSpPr>
          <p:cNvPr id="30" name="">
            <a:extLst xmlns:a="http://schemas.openxmlformats.org/drawingml/2006/main">
              <a:ext uri="{FF2B5EF4-FFF2-40B4-BE49-F238E27FC236}">
                <a16:creationId xmlns:a16="http://schemas.microsoft.com/office/drawing/2014/main" id="{66BDD92B-641B-4D40-AF61-1A5CA8BD5990}"/>
              </a:ext>
            </a:extLst>
          </p:cNvPr>
          <p:cNvSpPr>
            <a:spLocks xmlns:a="http://schemas.openxmlformats.org/drawingml/2006/main" noGrp="1"/>
          </p:cNvSpPr>
          <p:nvPr/>
        </p:nvSpPr>
        <p:spPr>
          <a:xfrm xmlns:a="http://schemas.openxmlformats.org/drawingml/2006/main">
            <a:off x="8953500" y="4762500"/>
            <a:ext cx="361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250" b="1" i="0">
                <a:solidFill>
                  <a:srgbClr val="E53D42"/>
                </a:solidFill>
                <a:latin typeface="DIN Condensed"/>
                <a:ea typeface="DIN Condensed"/>
                <a:cs typeface="DIN Condensed"/>
              </a:defRPr>
            </a:pPr>
            <a:r>
              <a:rPr sz="2250" b="1" i="0">
                <a:solidFill>
                  <a:srgbClr val="E53D42"/>
                </a:solidFill>
                <a:latin typeface="DIN Condensed"/>
                <a:ea typeface="DIN Condensed"/>
                <a:cs typeface="DIN Condensed"/>
              </a:rPr>
              <a:t>×</a:t>
            </a:r>
          </a:p>
        </p:txBody>
      </p:sp>
      <p:sp>
        <p:nvSpPr>
          <p:cNvPr id="31" name="">
            <a:extLst xmlns:a="http://schemas.openxmlformats.org/drawingml/2006/main">
              <a:ext uri="{FF2B5EF4-FFF2-40B4-BE49-F238E27FC236}">
                <a16:creationId xmlns:a16="http://schemas.microsoft.com/office/drawing/2014/main" id="{33B8B773-0C66-41ED-9BEF-3B1E46DEDD4F}"/>
              </a:ext>
            </a:extLst>
          </p:cNvPr>
          <p:cNvSpPr>
            <a:spLocks xmlns:a="http://schemas.openxmlformats.org/drawingml/2006/main" noGrp="1"/>
          </p:cNvSpPr>
          <p:nvPr/>
        </p:nvSpPr>
        <p:spPr>
          <a:xfrm xmlns:a="http://schemas.openxmlformats.org/drawingml/2006/main">
            <a:off x="9353550" y="4819650"/>
            <a:ext cx="1962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25112C"/>
                </a:solidFill>
                <a:latin typeface="Avenir Next"/>
                <a:ea typeface="Avenir Next"/>
                <a:cs typeface="Avenir Next"/>
              </a:defRPr>
            </a:pPr>
            <a:r>
              <a:rPr sz="1050" b="1" i="0">
                <a:solidFill>
                  <a:srgbClr val="25112C"/>
                </a:solidFill>
                <a:latin typeface="Avenir Next"/>
                <a:ea typeface="Avenir Next"/>
                <a:cs typeface="Avenir Next"/>
              </a:rPr>
              <a:t>sin dato público sin control</a:t>
            </a:r>
          </a:p>
        </p:txBody>
      </p:sp>
      <p:sp>
        <p:nvSpPr>
          <p:cNvPr id="32" name="">
            <a:extLst xmlns:a="http://schemas.openxmlformats.org/drawingml/2006/main">
              <a:ext uri="{FF2B5EF4-FFF2-40B4-BE49-F238E27FC236}">
                <a16:creationId xmlns:a16="http://schemas.microsoft.com/office/drawing/2014/main" id="{35728AB7-03D0-4AAC-8685-1A7F5FBB2FB1}"/>
              </a:ext>
            </a:extLst>
          </p:cNvPr>
          <p:cNvSpPr>
            <a:spLocks xmlns:a="http://schemas.openxmlformats.org/drawingml/2006/main" noGrp="1"/>
          </p:cNvSpPr>
          <p:nvPr/>
        </p:nvSpPr>
        <p:spPr>
          <a:xfrm xmlns:a="http://schemas.openxmlformats.org/drawingml/2006/main">
            <a:off x="609600" y="5391150"/>
            <a:ext cx="10744200" cy="590550"/>
          </a:xfrm>
          <a:prstGeom xmlns:a="http://schemas.openxmlformats.org/drawingml/2006/main" prst="rect">
            <a:avLst/>
          </a:prstGeom>
          <a:solidFill xmlns:a="http://schemas.openxmlformats.org/drawingml/2006/main">
            <a:srgbClr val="E53D42"/>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9F032E03-EFF9-426F-A589-789446A114BB}"/>
              </a:ext>
            </a:extLst>
          </p:cNvPr>
          <p:cNvSpPr>
            <a:spLocks xmlns:a="http://schemas.openxmlformats.org/drawingml/2006/main" noGrp="1"/>
          </p:cNvSpPr>
          <p:nvPr/>
        </p:nvSpPr>
        <p:spPr>
          <a:xfrm xmlns:a="http://schemas.openxmlformats.org/drawingml/2006/main">
            <a:off x="800100" y="5581650"/>
            <a:ext cx="10363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200" b="1" i="0">
                <a:solidFill>
                  <a:srgbClr val="FFFFFF"/>
                </a:solidFill>
                <a:latin typeface="Avenir Next"/>
                <a:ea typeface="Avenir Next"/>
                <a:cs typeface="Avenir Next"/>
              </a:defRPr>
            </a:pPr>
            <a:r>
              <a:rPr sz="1200" b="1" i="0">
                <a:solidFill>
                  <a:srgbClr val="FFFFFF"/>
                </a:solidFill>
                <a:latin typeface="Avenir Next"/>
                <a:ea typeface="Avenir Next"/>
                <a:cs typeface="Avenir Next"/>
              </a:rPr>
              <a:t>DUEÑO + FUENTE + APROBACIÓN + EVIDENCIA. SI FALTA UNO, NO SE PUBLICA.</a:t>
            </a:r>
          </a:p>
        </p:txBody>
      </p:sp>
    </p:spTree>
    <p:extLst>
      <p:ext uri="{BB962C8B-B14F-4D97-AF65-F5344CB8AC3E}">
        <p14:creationId xmlns:p14="http://schemas.microsoft.com/office/powerpoint/2010/main" val="1233862525"/>
      </p:ext>
    </p:extLst>
  </p:cSld>
</p:sld>
</file>

<file path=ppt/slides/slide59.xml><?xml version="1.0" encoding="utf-8"?>
<p:sld xmlns:p="http://schemas.openxmlformats.org/presentationml/2006/main">
  <p:cSld>
    <p:bg>
      <p:bgPr>
        <a:solidFill xmlns:a="http://schemas.openxmlformats.org/drawingml/2006/main">
          <a:srgbClr val="160A22"/>
        </a:solidFill>
      </p:bgPr>
    </p:bg>
    <p:spTree>
      <p:nvGrpSpPr>
        <p:cNvPr id="1" name=""/>
        <p:cNvGrpSpPr/>
        <p:nvPr/>
      </p:nvGrpSpPr>
      <p:grpSpPr>
        <a:xfrm xmlns:a="http://schemas.openxmlformats.org/drawingml/2006/main"/>
      </p:grpSpPr>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d37a020d37744b36"/>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8BDA077-6375-4775-995F-55BCDB29A5F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gradFill xmlns:a="http://schemas.openxmlformats.org/drawingml/2006/main">
            <a:gsLst>
              <a:gs pos="0">
                <a:srgbClr val="160A22">
                  <a:alpha val="94000"/>
                </a:srgbClr>
              </a:gs>
              <a:gs pos="50000">
                <a:srgbClr val="160A22">
                  <a:alpha val="58000"/>
                </a:srgbClr>
              </a:gs>
              <a:gs pos="100000">
                <a:srgbClr val="E72D78">
                  <a:alpha val="32000"/>
                </a:srgbClr>
              </a:gs>
            </a:gsLst>
            <a:lin ang="0"/>
          </a:gra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ECC42642-EAD2-411A-B65D-B9B5F10AB244}"/>
              </a:ext>
            </a:extLst>
          </p:cNvPr>
          <p:cNvSpPr>
            <a:spLocks xmlns:a="http://schemas.openxmlformats.org/drawingml/2006/main" noGrp="1"/>
          </p:cNvSpPr>
          <p:nvPr/>
        </p:nvSpPr>
        <p:spPr>
          <a:xfrm xmlns:a="http://schemas.openxmlformats.org/drawingml/2006/main">
            <a:off x="0" y="0"/>
            <a:ext cx="2438400" cy="66675"/>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8B3CE4E-A4F3-4FC6-B51D-FE22745B1E11}"/>
              </a:ext>
            </a:extLst>
          </p:cNvPr>
          <p:cNvSpPr>
            <a:spLocks xmlns:a="http://schemas.openxmlformats.org/drawingml/2006/main" noGrp="1"/>
          </p:cNvSpPr>
          <p:nvPr/>
        </p:nvSpPr>
        <p:spPr>
          <a:xfrm xmlns:a="http://schemas.openxmlformats.org/drawingml/2006/main">
            <a:off x="2438400" y="0"/>
            <a:ext cx="2438400" cy="66675"/>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EF3EEA43-3CF4-4832-8B8A-BD1EFA74F202}"/>
              </a:ext>
            </a:extLst>
          </p:cNvPr>
          <p:cNvSpPr>
            <a:spLocks xmlns:a="http://schemas.openxmlformats.org/drawingml/2006/main" noGrp="1"/>
          </p:cNvSpPr>
          <p:nvPr/>
        </p:nvSpPr>
        <p:spPr>
          <a:xfrm xmlns:a="http://schemas.openxmlformats.org/drawingml/2006/main">
            <a:off x="4876800" y="0"/>
            <a:ext cx="2438400" cy="66675"/>
          </a:xfrm>
          <a:prstGeom xmlns:a="http://schemas.openxmlformats.org/drawingml/2006/main" prst="rect">
            <a:avLst/>
          </a:prstGeom>
          <a:solidFill xmlns:a="http://schemas.openxmlformats.org/drawingml/2006/main">
            <a:srgbClr val="FFC92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B6C4739D-E90F-4C7C-9849-3D7A30B6D5DF}"/>
              </a:ext>
            </a:extLst>
          </p:cNvPr>
          <p:cNvSpPr>
            <a:spLocks xmlns:a="http://schemas.openxmlformats.org/drawingml/2006/main" noGrp="1"/>
          </p:cNvSpPr>
          <p:nvPr/>
        </p:nvSpPr>
        <p:spPr>
          <a:xfrm xmlns:a="http://schemas.openxmlformats.org/drawingml/2006/main">
            <a:off x="7315200" y="0"/>
            <a:ext cx="2438400" cy="66675"/>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1ECBA6CC-67CF-4512-B33A-6A64773E6759}"/>
              </a:ext>
            </a:extLst>
          </p:cNvPr>
          <p:cNvSpPr>
            <a:spLocks xmlns:a="http://schemas.openxmlformats.org/drawingml/2006/main" noGrp="1"/>
          </p:cNvSpPr>
          <p:nvPr/>
        </p:nvSpPr>
        <p:spPr>
          <a:xfrm xmlns:a="http://schemas.openxmlformats.org/drawingml/2006/main">
            <a:off x="9753600" y="0"/>
            <a:ext cx="2438400" cy="66675"/>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622F5C7-5ED1-46B1-9935-DB76D3AB71C5}"/>
              </a:ext>
            </a:extLst>
          </p:cNvPr>
          <p:cNvSpPr>
            <a:spLocks xmlns:a="http://schemas.openxmlformats.org/drawingml/2006/main" noGrp="1"/>
          </p:cNvSpPr>
          <p:nvPr/>
        </p:nvSpPr>
        <p:spPr>
          <a:xfrm xmlns:a="http://schemas.openxmlformats.org/drawingml/2006/main">
            <a:off x="609600" y="26670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FFC928"/>
                </a:solidFill>
                <a:latin typeface="Avenir Next"/>
                <a:ea typeface="Avenir Next"/>
                <a:cs typeface="Avenir Next"/>
              </a:defRPr>
            </a:pPr>
            <a:r>
              <a:rPr sz="825" b="1" i="0">
                <a:solidFill>
                  <a:srgbClr val="FFC928"/>
                </a:solidFill>
                <a:latin typeface="Avenir Next"/>
                <a:ea typeface="Avenir Next"/>
                <a:cs typeface="Avenir Next"/>
              </a:rPr>
              <a:t>DECISIÓN</a:t>
            </a:r>
          </a:p>
        </p:txBody>
      </p:sp>
      <p:sp>
        <p:nvSpPr>
          <p:cNvPr id="9" name="">
            <a:extLst xmlns:a="http://schemas.openxmlformats.org/drawingml/2006/main">
              <a:ext uri="{FF2B5EF4-FFF2-40B4-BE49-F238E27FC236}">
                <a16:creationId xmlns:a16="http://schemas.microsoft.com/office/drawing/2014/main" id="{C2973124-F6F6-42A6-A25F-F4897C0ECBEF}"/>
              </a:ext>
            </a:extLst>
          </p:cNvPr>
          <p:cNvSpPr>
            <a:spLocks xmlns:a="http://schemas.openxmlformats.org/drawingml/2006/main" noGrp="1"/>
          </p:cNvSpPr>
          <p:nvPr/>
        </p:nvSpPr>
        <p:spPr>
          <a:xfrm xmlns:a="http://schemas.openxmlformats.org/drawingml/2006/main">
            <a:off x="609600" y="6534150"/>
            <a:ext cx="4762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675" b="1" i="0">
                <a:solidFill>
                  <a:srgbClr val="FFFFFF">
                    <a:alpha val="52000"/>
                  </a:srgbClr>
                </a:solidFill>
                <a:latin typeface="Avenir Next"/>
                <a:ea typeface="Avenir Next"/>
                <a:cs typeface="Avenir Next"/>
              </a:defRPr>
            </a:pPr>
            <a:r>
              <a:rPr sz="675" b="1" i="0">
                <a:solidFill>
                  <a:srgbClr val="FFFFFF">
                    <a:alpha val="52000"/>
                  </a:srgbClr>
                </a:solidFill>
                <a:latin typeface="Avenir Next"/>
                <a:ea typeface="Avenir Next"/>
                <a:cs typeface="Avenir Next"/>
              </a:rPr>
              <a:t>DOCUMENTO INTERNO · PROPUESTA EN REVISIÓN</a:t>
            </a:r>
          </a:p>
        </p:txBody>
      </p:sp>
      <p:sp>
        <p:nvSpPr>
          <p:cNvPr id="10" name="">
            <a:extLst xmlns:a="http://schemas.openxmlformats.org/drawingml/2006/main">
              <a:ext uri="{FF2B5EF4-FFF2-40B4-BE49-F238E27FC236}">
                <a16:creationId xmlns:a16="http://schemas.microsoft.com/office/drawing/2014/main" id="{B8493A4E-1F83-4256-BE9D-C695EA234B95}"/>
              </a:ext>
            </a:extLst>
          </p:cNvPr>
          <p:cNvSpPr>
            <a:spLocks xmlns:a="http://schemas.openxmlformats.org/drawingml/2006/main" noGrp="1"/>
          </p:cNvSpPr>
          <p:nvPr/>
        </p:nvSpPr>
        <p:spPr>
          <a:xfrm xmlns:a="http://schemas.openxmlformats.org/drawingml/2006/main">
            <a:off x="11239500" y="6505575"/>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750" b="1" i="0">
                <a:solidFill>
                  <a:srgbClr val="FFFFFF">
                    <a:alpha val="52000"/>
                  </a:srgbClr>
                </a:solidFill>
                <a:latin typeface="Avenir Next"/>
                <a:ea typeface="Avenir Next"/>
                <a:cs typeface="Avenir Next"/>
              </a:defRPr>
            </a:pPr>
            <a:r>
              <a:rPr sz="750" b="1" i="0">
                <a:solidFill>
                  <a:srgbClr val="FFFFFF">
                    <a:alpha val="52000"/>
                  </a:srgbClr>
                </a:solidFill>
                <a:latin typeface="Avenir Next"/>
                <a:ea typeface="Avenir Next"/>
                <a:cs typeface="Avenir Next"/>
              </a:rPr>
              <a:t>59</a:t>
            </a:r>
          </a:p>
        </p:txBody>
      </p:sp>
      <p:sp>
        <p:nvSpPr>
          <p:cNvPr id="11" name="">
            <a:extLst xmlns:a="http://schemas.openxmlformats.org/drawingml/2006/main">
              <a:ext uri="{FF2B5EF4-FFF2-40B4-BE49-F238E27FC236}">
                <a16:creationId xmlns:a16="http://schemas.microsoft.com/office/drawing/2014/main" id="{44953E95-0EF1-4FDB-AA84-D65632EAC297}"/>
              </a:ext>
            </a:extLst>
          </p:cNvPr>
          <p:cNvSpPr>
            <a:spLocks xmlns:a="http://schemas.openxmlformats.org/drawingml/2006/main" noGrp="1"/>
          </p:cNvSpPr>
          <p:nvPr/>
        </p:nvSpPr>
        <p:spPr>
          <a:xfrm xmlns:a="http://schemas.openxmlformats.org/drawingml/2006/main">
            <a:off x="609600" y="914400"/>
            <a:ext cx="74295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84000"/>
              </a:lnSpc>
              <a:buNone/>
              <a:defRPr sz="7050" b="1" i="0">
                <a:solidFill>
                  <a:srgbClr val="FFFFFF"/>
                </a:solidFill>
                <a:latin typeface="DIN Condensed"/>
                <a:ea typeface="DIN Condensed"/>
                <a:cs typeface="DIN Condensed"/>
              </a:defRPr>
            </a:pPr>
            <a:r>
              <a:rPr sz="7050" b="1" i="0">
                <a:solidFill>
                  <a:srgbClr val="FFFFFF"/>
                </a:solidFill>
                <a:latin typeface="DIN Condensed"/>
                <a:ea typeface="DIN Condensed"/>
                <a:cs typeface="DIN Condensed"/>
              </a:rPr>
              <a:t>LISTOS PARA</a:t>
            </a:r>
          </a:p>
          <a:p xmlns:a="http://schemas.openxmlformats.org/drawingml/2006/main">
            <a:pPr algn="l">
              <a:lnSpc>
                <a:spcPct val="84000"/>
              </a:lnSpc>
              <a:buNone/>
              <a:defRPr sz="7050" b="1" i="0">
                <a:solidFill>
                  <a:srgbClr val="FFFFFF"/>
                </a:solidFill>
                <a:latin typeface="DIN Condensed"/>
                <a:ea typeface="DIN Condensed"/>
                <a:cs typeface="DIN Condensed"/>
              </a:defRPr>
            </a:pPr>
            <a:r>
              <a:rPr sz="7050" b="1" i="0">
                <a:solidFill>
                  <a:srgbClr val="FFFFFF"/>
                </a:solidFill>
                <a:latin typeface="DIN Condensed"/>
                <a:ea typeface="DIN Condensed"/>
                <a:cs typeface="DIN Condensed"/>
              </a:rPr>
              <a:t>CONSTRUIRLA.</a:t>
            </a:r>
          </a:p>
        </p:txBody>
      </p:sp>
      <p:sp>
        <p:nvSpPr>
          <p:cNvPr id="12" name="">
            <a:extLst xmlns:a="http://schemas.openxmlformats.org/drawingml/2006/main">
              <a:ext uri="{FF2B5EF4-FFF2-40B4-BE49-F238E27FC236}">
                <a16:creationId xmlns:a16="http://schemas.microsoft.com/office/drawing/2014/main" id="{48FF6C77-DA88-4175-A735-E14F79DA02CE}"/>
              </a:ext>
            </a:extLst>
          </p:cNvPr>
          <p:cNvSpPr>
            <a:spLocks xmlns:a="http://schemas.openxmlformats.org/drawingml/2006/main" noGrp="1"/>
          </p:cNvSpPr>
          <p:nvPr/>
        </p:nvSpPr>
        <p:spPr>
          <a:xfrm xmlns:a="http://schemas.openxmlformats.org/drawingml/2006/main">
            <a:off x="647700" y="3028950"/>
            <a:ext cx="61912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025" b="1" i="0">
                <a:solidFill>
                  <a:srgbClr val="FFF7EA"/>
                </a:solidFill>
                <a:latin typeface="Avenir Next"/>
                <a:ea typeface="Avenir Next"/>
                <a:cs typeface="Avenir Next"/>
              </a:defRPr>
            </a:pPr>
            <a:r>
              <a:rPr sz="2025" b="1" i="0">
                <a:solidFill>
                  <a:srgbClr val="FFF7EA"/>
                </a:solidFill>
                <a:latin typeface="Avenir Next"/>
                <a:ea typeface="Avenir Next"/>
                <a:cs typeface="Avenir Next"/>
              </a:rPr>
              <a:t>La decisión de hoy activa un sistema de trabajo.</a:t>
            </a:r>
          </a:p>
          <a:p xmlns:a="http://schemas.openxmlformats.org/drawingml/2006/main">
            <a:pPr algn="l">
              <a:lnSpc>
                <a:spcPct val="105000"/>
              </a:lnSpc>
              <a:buNone/>
              <a:defRPr sz="2025" b="1" i="0">
                <a:solidFill>
                  <a:srgbClr val="FFF7EA"/>
                </a:solidFill>
                <a:latin typeface="Avenir Next"/>
                <a:ea typeface="Avenir Next"/>
                <a:cs typeface="Avenir Next"/>
              </a:defRPr>
            </a:pPr>
            <a:r>
              <a:rPr sz="2025" b="1" i="0">
                <a:solidFill>
                  <a:srgbClr val="FFF7EA"/>
                </a:solidFill>
                <a:latin typeface="Avenir Next"/>
                <a:ea typeface="Avenir Next"/>
                <a:cs typeface="Avenir Next"/>
              </a:rPr>
              <a:t>No autoriza publicaciones externas.</a:t>
            </a:r>
          </a:p>
        </p:txBody>
      </p:sp>
      <p:sp>
        <p:nvSpPr>
          <p:cNvPr id="13" name="">
            <a:extLst xmlns:a="http://schemas.openxmlformats.org/drawingml/2006/main">
              <a:ext uri="{FF2B5EF4-FFF2-40B4-BE49-F238E27FC236}">
                <a16:creationId xmlns:a16="http://schemas.microsoft.com/office/drawing/2014/main" id="{3A05F3A8-2FA6-4318-95BF-7B623DBB0BD9}"/>
              </a:ext>
            </a:extLst>
          </p:cNvPr>
          <p:cNvSpPr>
            <a:spLocks xmlns:a="http://schemas.openxmlformats.org/drawingml/2006/main" noGrp="1"/>
          </p:cNvSpPr>
          <p:nvPr/>
        </p:nvSpPr>
        <p:spPr>
          <a:xfrm xmlns:a="http://schemas.openxmlformats.org/drawingml/2006/main">
            <a:off x="647700" y="4305300"/>
            <a:ext cx="3429000" cy="552450"/>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38A71066-4282-4126-BFDF-0E96ACEE6DBD}"/>
              </a:ext>
            </a:extLst>
          </p:cNvPr>
          <p:cNvSpPr>
            <a:spLocks xmlns:a="http://schemas.openxmlformats.org/drawingml/2006/main" noGrp="1"/>
          </p:cNvSpPr>
          <p:nvPr/>
        </p:nvSpPr>
        <p:spPr>
          <a:xfrm xmlns:a="http://schemas.openxmlformats.org/drawingml/2006/main">
            <a:off x="781050" y="4410075"/>
            <a:ext cx="323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75" b="1" i="0">
                <a:solidFill>
                  <a:srgbClr val="FFFFFF"/>
                </a:solidFill>
                <a:latin typeface="DIN Condensed"/>
                <a:ea typeface="DIN Condensed"/>
                <a:cs typeface="DIN Condensed"/>
              </a:defRPr>
            </a:pPr>
            <a:r>
              <a:rPr sz="1875" b="1" i="0">
                <a:solidFill>
                  <a:srgbClr val="FFFFFF"/>
                </a:solidFill>
                <a:latin typeface="DIN Condensed"/>
                <a:ea typeface="DIN Condensed"/>
                <a:cs typeface="DIN Condensed"/>
              </a:rPr>
              <a:t>1</a:t>
            </a:r>
          </a:p>
        </p:txBody>
      </p:sp>
      <p:sp>
        <p:nvSpPr>
          <p:cNvPr id="15" name="">
            <a:extLst xmlns:a="http://schemas.openxmlformats.org/drawingml/2006/main">
              <a:ext uri="{FF2B5EF4-FFF2-40B4-BE49-F238E27FC236}">
                <a16:creationId xmlns:a16="http://schemas.microsoft.com/office/drawing/2014/main" id="{7E5E174E-F259-43F9-A7FD-6C79E948F570}"/>
              </a:ext>
            </a:extLst>
          </p:cNvPr>
          <p:cNvSpPr>
            <a:spLocks xmlns:a="http://schemas.openxmlformats.org/drawingml/2006/main" noGrp="1"/>
          </p:cNvSpPr>
          <p:nvPr/>
        </p:nvSpPr>
        <p:spPr>
          <a:xfrm xmlns:a="http://schemas.openxmlformats.org/drawingml/2006/main">
            <a:off x="1181100" y="4457700"/>
            <a:ext cx="27241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FFFFFF"/>
                </a:solidFill>
                <a:latin typeface="Avenir Next"/>
                <a:ea typeface="Avenir Next"/>
                <a:cs typeface="Avenir Next"/>
              </a:defRPr>
            </a:pPr>
            <a:r>
              <a:rPr sz="900" b="1" i="0">
                <a:solidFill>
                  <a:srgbClr val="FFFFFF"/>
                </a:solidFill>
                <a:latin typeface="Avenir Next"/>
                <a:ea typeface="Avenir Next"/>
                <a:cs typeface="Avenir Next"/>
              </a:rPr>
              <a:t>APROBAR ES TRADICIÓN Y SUS MOTORES</a:t>
            </a:r>
          </a:p>
        </p:txBody>
      </p:sp>
      <p:sp>
        <p:nvSpPr>
          <p:cNvPr id="16" name="">
            <a:extLst xmlns:a="http://schemas.openxmlformats.org/drawingml/2006/main">
              <a:ext uri="{FF2B5EF4-FFF2-40B4-BE49-F238E27FC236}">
                <a16:creationId xmlns:a16="http://schemas.microsoft.com/office/drawing/2014/main" id="{649741F1-6071-4400-87CE-0CF090C80CBA}"/>
              </a:ext>
            </a:extLst>
          </p:cNvPr>
          <p:cNvSpPr>
            <a:spLocks xmlns:a="http://schemas.openxmlformats.org/drawingml/2006/main" noGrp="1"/>
          </p:cNvSpPr>
          <p:nvPr/>
        </p:nvSpPr>
        <p:spPr>
          <a:xfrm xmlns:a="http://schemas.openxmlformats.org/drawingml/2006/main">
            <a:off x="4362450" y="4305300"/>
            <a:ext cx="3429000" cy="552450"/>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66F874A6-C419-478A-9F26-D3349BF3E02A}"/>
              </a:ext>
            </a:extLst>
          </p:cNvPr>
          <p:cNvSpPr>
            <a:spLocks xmlns:a="http://schemas.openxmlformats.org/drawingml/2006/main" noGrp="1"/>
          </p:cNvSpPr>
          <p:nvPr/>
        </p:nvSpPr>
        <p:spPr>
          <a:xfrm xmlns:a="http://schemas.openxmlformats.org/drawingml/2006/main">
            <a:off x="4495800" y="4410075"/>
            <a:ext cx="323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75" b="1" i="0">
                <a:solidFill>
                  <a:srgbClr val="FFFFFF"/>
                </a:solidFill>
                <a:latin typeface="DIN Condensed"/>
                <a:ea typeface="DIN Condensed"/>
                <a:cs typeface="DIN Condensed"/>
              </a:defRPr>
            </a:pPr>
            <a:r>
              <a:rPr sz="1875" b="1" i="0">
                <a:solidFill>
                  <a:srgbClr val="FFFFFF"/>
                </a:solidFill>
                <a:latin typeface="DIN Condensed"/>
                <a:ea typeface="DIN Condensed"/>
                <a:cs typeface="DIN Condensed"/>
              </a:rPr>
              <a:t>2</a:t>
            </a:r>
          </a:p>
        </p:txBody>
      </p:sp>
      <p:sp>
        <p:nvSpPr>
          <p:cNvPr id="18" name="">
            <a:extLst xmlns:a="http://schemas.openxmlformats.org/drawingml/2006/main">
              <a:ext uri="{FF2B5EF4-FFF2-40B4-BE49-F238E27FC236}">
                <a16:creationId xmlns:a16="http://schemas.microsoft.com/office/drawing/2014/main" id="{698D3761-E8F6-4315-9F7B-A15757A9C117}"/>
              </a:ext>
            </a:extLst>
          </p:cNvPr>
          <p:cNvSpPr>
            <a:spLocks xmlns:a="http://schemas.openxmlformats.org/drawingml/2006/main" noGrp="1"/>
          </p:cNvSpPr>
          <p:nvPr/>
        </p:nvSpPr>
        <p:spPr>
          <a:xfrm xmlns:a="http://schemas.openxmlformats.org/drawingml/2006/main">
            <a:off x="4895850" y="4457700"/>
            <a:ext cx="27241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FFFFFF"/>
                </a:solidFill>
                <a:latin typeface="Avenir Next"/>
                <a:ea typeface="Avenir Next"/>
                <a:cs typeface="Avenir Next"/>
              </a:defRPr>
            </a:pPr>
            <a:r>
              <a:rPr sz="900" b="1" i="0">
                <a:solidFill>
                  <a:srgbClr val="FFFFFF"/>
                </a:solidFill>
                <a:latin typeface="Avenir Next"/>
                <a:ea typeface="Avenir Next"/>
                <a:cs typeface="Avenir Next"/>
              </a:rPr>
              <a:t>RATIFICAR RESPONSABLES Y SUPLENTES</a:t>
            </a:r>
          </a:p>
        </p:txBody>
      </p:sp>
      <p:sp>
        <p:nvSpPr>
          <p:cNvPr id="19" name="">
            <a:extLst xmlns:a="http://schemas.openxmlformats.org/drawingml/2006/main">
              <a:ext uri="{FF2B5EF4-FFF2-40B4-BE49-F238E27FC236}">
                <a16:creationId xmlns:a16="http://schemas.microsoft.com/office/drawing/2014/main" id="{4AA30FA0-412C-433D-9E59-32026887E035}"/>
              </a:ext>
            </a:extLst>
          </p:cNvPr>
          <p:cNvSpPr>
            <a:spLocks xmlns:a="http://schemas.openxmlformats.org/drawingml/2006/main" noGrp="1"/>
          </p:cNvSpPr>
          <p:nvPr/>
        </p:nvSpPr>
        <p:spPr>
          <a:xfrm xmlns:a="http://schemas.openxmlformats.org/drawingml/2006/main">
            <a:off x="647700" y="5010150"/>
            <a:ext cx="3429000" cy="552450"/>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ECE8A732-71BB-4ADC-B31B-B5EB132412EB}"/>
              </a:ext>
            </a:extLst>
          </p:cNvPr>
          <p:cNvSpPr>
            <a:spLocks xmlns:a="http://schemas.openxmlformats.org/drawingml/2006/main" noGrp="1"/>
          </p:cNvSpPr>
          <p:nvPr/>
        </p:nvSpPr>
        <p:spPr>
          <a:xfrm xmlns:a="http://schemas.openxmlformats.org/drawingml/2006/main">
            <a:off x="781050" y="5114925"/>
            <a:ext cx="323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75" b="1" i="0">
                <a:solidFill>
                  <a:srgbClr val="FFFFFF"/>
                </a:solidFill>
                <a:latin typeface="DIN Condensed"/>
                <a:ea typeface="DIN Condensed"/>
                <a:cs typeface="DIN Condensed"/>
              </a:defRPr>
            </a:pPr>
            <a:r>
              <a:rPr sz="1875" b="1" i="0">
                <a:solidFill>
                  <a:srgbClr val="FFFFFF"/>
                </a:solidFill>
                <a:latin typeface="DIN Condensed"/>
                <a:ea typeface="DIN Condensed"/>
                <a:cs typeface="DIN Condensed"/>
              </a:rPr>
              <a:t>3</a:t>
            </a:r>
          </a:p>
        </p:txBody>
      </p:sp>
      <p:sp>
        <p:nvSpPr>
          <p:cNvPr id="21" name="">
            <a:extLst xmlns:a="http://schemas.openxmlformats.org/drawingml/2006/main">
              <a:ext uri="{FF2B5EF4-FFF2-40B4-BE49-F238E27FC236}">
                <a16:creationId xmlns:a16="http://schemas.microsoft.com/office/drawing/2014/main" id="{672304F3-639C-46F3-980E-604B9966BB15}"/>
              </a:ext>
            </a:extLst>
          </p:cNvPr>
          <p:cNvSpPr>
            <a:spLocks xmlns:a="http://schemas.openxmlformats.org/drawingml/2006/main" noGrp="1"/>
          </p:cNvSpPr>
          <p:nvPr/>
        </p:nvSpPr>
        <p:spPr>
          <a:xfrm xmlns:a="http://schemas.openxmlformats.org/drawingml/2006/main">
            <a:off x="1181100" y="5162550"/>
            <a:ext cx="27241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5979"/>
          </a:bodyPr>
          <a:lstStyle xmlns:a="http://schemas.openxmlformats.org/drawingml/2006/main"/>
          <a:p xmlns:a="http://schemas.openxmlformats.org/drawingml/2006/main">
            <a:pPr algn="l">
              <a:lnSpc>
                <a:spcPct val="105000"/>
              </a:lnSpc>
              <a:buNone/>
              <a:defRPr sz="900" b="1" i="0">
                <a:solidFill>
                  <a:srgbClr val="FFFFFF"/>
                </a:solidFill>
                <a:latin typeface="Avenir Next"/>
                <a:ea typeface="Avenir Next"/>
                <a:cs typeface="Avenir Next"/>
              </a:defRPr>
            </a:pPr>
            <a:r>
              <a:rPr sz="900" b="1" i="0">
                <a:solidFill>
                  <a:srgbClr val="FFFFFF"/>
                </a:solidFill>
                <a:latin typeface="Avenir Next"/>
                <a:ea typeface="Avenir Next"/>
                <a:cs typeface="Avenir Next"/>
              </a:rPr>
              <a:t>CERRAR AFIRMACIONES, PREMIOS, DERECHOS Y CONTROLES</a:t>
            </a:r>
          </a:p>
        </p:txBody>
      </p:sp>
      <p:sp>
        <p:nvSpPr>
          <p:cNvPr id="22" name="">
            <a:extLst xmlns:a="http://schemas.openxmlformats.org/drawingml/2006/main">
              <a:ext uri="{FF2B5EF4-FFF2-40B4-BE49-F238E27FC236}">
                <a16:creationId xmlns:a16="http://schemas.microsoft.com/office/drawing/2014/main" id="{B41292CA-7B88-40DD-A833-1011639E9521}"/>
              </a:ext>
            </a:extLst>
          </p:cNvPr>
          <p:cNvSpPr>
            <a:spLocks xmlns:a="http://schemas.openxmlformats.org/drawingml/2006/main" noGrp="1"/>
          </p:cNvSpPr>
          <p:nvPr/>
        </p:nvSpPr>
        <p:spPr>
          <a:xfrm xmlns:a="http://schemas.openxmlformats.org/drawingml/2006/main">
            <a:off x="4362450" y="5010150"/>
            <a:ext cx="3429000" cy="552450"/>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DDDD595A-51A9-483C-BEC2-CF5E2A5E537C}"/>
              </a:ext>
            </a:extLst>
          </p:cNvPr>
          <p:cNvSpPr>
            <a:spLocks xmlns:a="http://schemas.openxmlformats.org/drawingml/2006/main" noGrp="1"/>
          </p:cNvSpPr>
          <p:nvPr/>
        </p:nvSpPr>
        <p:spPr>
          <a:xfrm xmlns:a="http://schemas.openxmlformats.org/drawingml/2006/main">
            <a:off x="4495800" y="5114925"/>
            <a:ext cx="323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75" b="1" i="0">
                <a:solidFill>
                  <a:srgbClr val="FFFFFF"/>
                </a:solidFill>
                <a:latin typeface="DIN Condensed"/>
                <a:ea typeface="DIN Condensed"/>
                <a:cs typeface="DIN Condensed"/>
              </a:defRPr>
            </a:pPr>
            <a:r>
              <a:rPr sz="1875" b="1" i="0">
                <a:solidFill>
                  <a:srgbClr val="FFFFFF"/>
                </a:solidFill>
                <a:latin typeface="DIN Condensed"/>
                <a:ea typeface="DIN Condensed"/>
                <a:cs typeface="DIN Condensed"/>
              </a:rPr>
              <a:t>4</a:t>
            </a:r>
          </a:p>
        </p:txBody>
      </p:sp>
      <p:sp>
        <p:nvSpPr>
          <p:cNvPr id="24" name="">
            <a:extLst xmlns:a="http://schemas.openxmlformats.org/drawingml/2006/main">
              <a:ext uri="{FF2B5EF4-FFF2-40B4-BE49-F238E27FC236}">
                <a16:creationId xmlns:a16="http://schemas.microsoft.com/office/drawing/2014/main" id="{8D73EC1E-2539-4583-B4BC-C7966D132D87}"/>
              </a:ext>
            </a:extLst>
          </p:cNvPr>
          <p:cNvSpPr>
            <a:spLocks xmlns:a="http://schemas.openxmlformats.org/drawingml/2006/main" noGrp="1"/>
          </p:cNvSpPr>
          <p:nvPr/>
        </p:nvSpPr>
        <p:spPr>
          <a:xfrm xmlns:a="http://schemas.openxmlformats.org/drawingml/2006/main">
            <a:off x="4895850" y="5162550"/>
            <a:ext cx="27241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254"/>
          </a:bodyPr>
          <a:lstStyle xmlns:a="http://schemas.openxmlformats.org/drawingml/2006/main"/>
          <a:p xmlns:a="http://schemas.openxmlformats.org/drawingml/2006/main">
            <a:pPr algn="l">
              <a:lnSpc>
                <a:spcPct val="105000"/>
              </a:lnSpc>
              <a:buNone/>
              <a:defRPr sz="900" b="1" i="0">
                <a:solidFill>
                  <a:srgbClr val="FFFFFF"/>
                </a:solidFill>
                <a:latin typeface="Avenir Next"/>
                <a:ea typeface="Avenir Next"/>
                <a:cs typeface="Avenir Next"/>
              </a:defRPr>
            </a:pPr>
            <a:r>
              <a:rPr sz="900" b="1" i="0">
                <a:solidFill>
                  <a:srgbClr val="FFFFFF"/>
                </a:solidFill>
                <a:latin typeface="Avenir Next"/>
                <a:ea typeface="Avenir Next"/>
                <a:cs typeface="Avenir Next"/>
              </a:rPr>
              <a:t>AUTORIZAR PILOTOS INTERNOS, BASES Y TABLERO</a:t>
            </a:r>
          </a:p>
        </p:txBody>
      </p:sp>
      <p:sp>
        <p:nvSpPr>
          <p:cNvPr id="25" name="">
            <a:extLst xmlns:a="http://schemas.openxmlformats.org/drawingml/2006/main">
              <a:ext uri="{FF2B5EF4-FFF2-40B4-BE49-F238E27FC236}">
                <a16:creationId xmlns:a16="http://schemas.microsoft.com/office/drawing/2014/main" id="{50D25227-F025-4F73-AB43-9560123646A5}"/>
              </a:ext>
            </a:extLst>
          </p:cNvPr>
          <p:cNvSpPr>
            <a:spLocks xmlns:a="http://schemas.openxmlformats.org/drawingml/2006/main" noGrp="1"/>
          </p:cNvSpPr>
          <p:nvPr/>
        </p:nvSpPr>
        <p:spPr>
          <a:xfrm xmlns:a="http://schemas.openxmlformats.org/drawingml/2006/main">
            <a:off x="647700" y="598170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FFC928"/>
                </a:solidFill>
                <a:latin typeface="Avenir Next"/>
                <a:ea typeface="Avenir Next"/>
                <a:cs typeface="Avenir Next"/>
              </a:defRPr>
            </a:pPr>
            <a:r>
              <a:rPr sz="825" b="1" i="0">
                <a:solidFill>
                  <a:srgbClr val="FFC928"/>
                </a:solidFill>
                <a:latin typeface="Avenir Next"/>
                <a:ea typeface="Avenir Next"/>
                <a:cs typeface="Avenir Next"/>
              </a:rPr>
              <a:t>ESTA PRESENTACIÓN NO AUTORIZA PUBLICACIÓN, PAUTA, VENTA NI REVELACIÓN.</a:t>
            </a:r>
          </a:p>
        </p:txBody>
      </p:sp>
    </p:spTree>
    <p:extLst>
      <p:ext uri="{BB962C8B-B14F-4D97-AF65-F5344CB8AC3E}">
        <p14:creationId xmlns:p14="http://schemas.microsoft.com/office/powerpoint/2010/main" val="137387525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2026-08-26T11:56:07.0030000Z</dcterms:created>
  <dcterms:modified xsi:type="dcterms:W3CDTF">2026-08-26T11:56:07.0030000Z</dcterms:modified>
</coreProperties>
</file>