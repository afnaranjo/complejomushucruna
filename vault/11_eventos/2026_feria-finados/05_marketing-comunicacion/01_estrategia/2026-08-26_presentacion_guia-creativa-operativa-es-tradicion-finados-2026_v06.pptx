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a9dd382fc4b54" /><Relationship Type="http://schemas.openxmlformats.org/officeDocument/2006/relationships/extended-properties" Target="/docProps/app.xml" Id="R3c9286e18ebd4c28" /><Relationship Type="http://schemas.openxmlformats.org/officeDocument/2006/relationships/officeDocument" Target="/ppt/presentation.xml" Id="Ra29436b2512340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ffcfc372b4974"/>
  </p:sldMasterIdLst>
  <p:notesMasterIdLst>
    <p:notesMasterId xmlns:r="http://schemas.openxmlformats.org/officeDocument/2006/relationships" r:id="R6ba7b2bddf4641df"/>
  </p:notesMasterIdLst>
  <p:sldIdLst>
    <p:sldId xmlns:r="http://schemas.openxmlformats.org/officeDocument/2006/relationships" id="256" r:id="Rd80520dd5b994a6f"/>
    <p:sldId xmlns:r="http://schemas.openxmlformats.org/officeDocument/2006/relationships" id="257" r:id="R79c895f53c3648aa"/>
    <p:sldId xmlns:r="http://schemas.openxmlformats.org/officeDocument/2006/relationships" id="258" r:id="R83508a4065e94979"/>
    <p:sldId xmlns:r="http://schemas.openxmlformats.org/officeDocument/2006/relationships" id="259" r:id="R7b6eade134d5423c"/>
    <p:sldId xmlns:r="http://schemas.openxmlformats.org/officeDocument/2006/relationships" id="260" r:id="R5aa9e4ee0eb340af"/>
    <p:sldId xmlns:r="http://schemas.openxmlformats.org/officeDocument/2006/relationships" id="261" r:id="R460ed4f34fca4103"/>
    <p:sldId xmlns:r="http://schemas.openxmlformats.org/officeDocument/2006/relationships" id="262" r:id="Rc553b5cf2de94cbf"/>
    <p:sldId xmlns:r="http://schemas.openxmlformats.org/officeDocument/2006/relationships" id="263" r:id="R815dc18f68de42e6"/>
    <p:sldId xmlns:r="http://schemas.openxmlformats.org/officeDocument/2006/relationships" id="264" r:id="R3141e9eb641749bf"/>
    <p:sldId xmlns:r="http://schemas.openxmlformats.org/officeDocument/2006/relationships" id="265" r:id="Rd105267ccab1433a"/>
    <p:sldId xmlns:r="http://schemas.openxmlformats.org/officeDocument/2006/relationships" id="266" r:id="Ra38aec60f0974b4a"/>
    <p:sldId xmlns:r="http://schemas.openxmlformats.org/officeDocument/2006/relationships" id="267" r:id="R65b2cabc438a4faa"/>
    <p:sldId xmlns:r="http://schemas.openxmlformats.org/officeDocument/2006/relationships" id="268" r:id="R8d67519935e14a85"/>
    <p:sldId xmlns:r="http://schemas.openxmlformats.org/officeDocument/2006/relationships" id="269" r:id="R1eb2263486744df2"/>
    <p:sldId xmlns:r="http://schemas.openxmlformats.org/officeDocument/2006/relationships" id="270" r:id="R66b3fde8ce844fd2"/>
    <p:sldId xmlns:r="http://schemas.openxmlformats.org/officeDocument/2006/relationships" id="271" r:id="R33698a54fd8a4034"/>
    <p:sldId xmlns:r="http://schemas.openxmlformats.org/officeDocument/2006/relationships" id="272" r:id="Rbbd9f0c05e8a4a60"/>
    <p:sldId xmlns:r="http://schemas.openxmlformats.org/officeDocument/2006/relationships" id="273" r:id="R6ba77180b78544f7"/>
    <p:sldId xmlns:r="http://schemas.openxmlformats.org/officeDocument/2006/relationships" id="274" r:id="R9c6b9250178d4b84"/>
    <p:sldId xmlns:r="http://schemas.openxmlformats.org/officeDocument/2006/relationships" id="275" r:id="R812d99d3e3fe48d8"/>
    <p:sldId xmlns:r="http://schemas.openxmlformats.org/officeDocument/2006/relationships" id="276" r:id="R4972caed70be4d08"/>
    <p:sldId xmlns:r="http://schemas.openxmlformats.org/officeDocument/2006/relationships" id="277" r:id="Rb8076e863bd3477d"/>
    <p:sldId xmlns:r="http://schemas.openxmlformats.org/officeDocument/2006/relationships" id="278" r:id="R2378df54de854323"/>
    <p:sldId xmlns:r="http://schemas.openxmlformats.org/officeDocument/2006/relationships" id="279" r:id="R63d055238d464006"/>
    <p:sldId xmlns:r="http://schemas.openxmlformats.org/officeDocument/2006/relationships" id="280" r:id="R52380039b08e4ac6"/>
    <p:sldId xmlns:r="http://schemas.openxmlformats.org/officeDocument/2006/relationships" id="281" r:id="Ra60bc827dcdd45d8"/>
    <p:sldId xmlns:r="http://schemas.openxmlformats.org/officeDocument/2006/relationships" id="282" r:id="R6c295cd6bc054a64"/>
    <p:sldId xmlns:r="http://schemas.openxmlformats.org/officeDocument/2006/relationships" id="283" r:id="R234a8533814c40b9"/>
    <p:sldId xmlns:r="http://schemas.openxmlformats.org/officeDocument/2006/relationships" id="284" r:id="R8cfd4770424d4398"/>
    <p:sldId xmlns:r="http://schemas.openxmlformats.org/officeDocument/2006/relationships" id="285" r:id="R6e1f9fcd71db455a"/>
    <p:sldId xmlns:r="http://schemas.openxmlformats.org/officeDocument/2006/relationships" id="286" r:id="R0f28bcf18c2f408d"/>
    <p:sldId xmlns:r="http://schemas.openxmlformats.org/officeDocument/2006/relationships" id="287" r:id="R91f505e9d1c24c43"/>
    <p:sldId xmlns:r="http://schemas.openxmlformats.org/officeDocument/2006/relationships" id="288" r:id="R2bbbcc1442884cf5"/>
    <p:sldId xmlns:r="http://schemas.openxmlformats.org/officeDocument/2006/relationships" id="289" r:id="R1bd5bbfe4b7542d8"/>
    <p:sldId xmlns:r="http://schemas.openxmlformats.org/officeDocument/2006/relationships" id="290" r:id="R7662e4d048f0401c"/>
    <p:sldId xmlns:r="http://schemas.openxmlformats.org/officeDocument/2006/relationships" id="291" r:id="R90173a34baee4887"/>
    <p:sldId xmlns:r="http://schemas.openxmlformats.org/officeDocument/2006/relationships" id="292" r:id="R8bd60f1e21694123"/>
    <p:sldId xmlns:r="http://schemas.openxmlformats.org/officeDocument/2006/relationships" id="293" r:id="R1fc3298ade4447c2"/>
    <p:sldId xmlns:r="http://schemas.openxmlformats.org/officeDocument/2006/relationships" id="294" r:id="R3c3384972e2849ba"/>
    <p:sldId xmlns:r="http://schemas.openxmlformats.org/officeDocument/2006/relationships" id="295" r:id="Rdce7b918ed4f4a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da52b2fc04659" /><Relationship Type="http://schemas.openxmlformats.org/officeDocument/2006/relationships/slideMaster" Target="/ppt/slideMasters/slideMaster1.xml" Id="Rb0effcfc372b4974" /><Relationship Type="http://schemas.openxmlformats.org/officeDocument/2006/relationships/notesMaster" Target="/ppt/notesMasters/notesMaster1.xml" Id="R6ba7b2bddf4641df" /><Relationship Type="http://schemas.openxmlformats.org/officeDocument/2006/relationships/presProps" Target="/ppt/presProps.xml" Id="R50b663a5069d4954" /><Relationship Type="http://schemas.openxmlformats.org/officeDocument/2006/relationships/tableStyles" Target="/ppt/tableStyles.xml" Id="R9db12457b2c743ac" /><Relationship Type="http://schemas.openxmlformats.org/officeDocument/2006/relationships/slide" Target="/ppt/slides/slide1.xml" Id="Rd80520dd5b994a6f" /><Relationship Type="http://schemas.openxmlformats.org/officeDocument/2006/relationships/slide" Target="/ppt/slides/slide2.xml" Id="R79c895f53c3648aa" /><Relationship Type="http://schemas.openxmlformats.org/officeDocument/2006/relationships/slide" Target="/ppt/slides/slide3.xml" Id="R83508a4065e94979" /><Relationship Type="http://schemas.openxmlformats.org/officeDocument/2006/relationships/slide" Target="/ppt/slides/slide4.xml" Id="R7b6eade134d5423c" /><Relationship Type="http://schemas.openxmlformats.org/officeDocument/2006/relationships/slide" Target="/ppt/slides/slide5.xml" Id="R5aa9e4ee0eb340af" /><Relationship Type="http://schemas.openxmlformats.org/officeDocument/2006/relationships/slide" Target="/ppt/slides/slide6.xml" Id="R460ed4f34fca4103" /><Relationship Type="http://schemas.openxmlformats.org/officeDocument/2006/relationships/slide" Target="/ppt/slides/slide7.xml" Id="Rc553b5cf2de94cbf" /><Relationship Type="http://schemas.openxmlformats.org/officeDocument/2006/relationships/slide" Target="/ppt/slides/slide8.xml" Id="R815dc18f68de42e6" /><Relationship Type="http://schemas.openxmlformats.org/officeDocument/2006/relationships/slide" Target="/ppt/slides/slide9.xml" Id="R3141e9eb641749bf" /><Relationship Type="http://schemas.openxmlformats.org/officeDocument/2006/relationships/slide" Target="/ppt/slides/slide10.xml" Id="Rd105267ccab1433a" /><Relationship Type="http://schemas.openxmlformats.org/officeDocument/2006/relationships/slide" Target="/ppt/slides/slide11.xml" Id="Ra38aec60f0974b4a" /><Relationship Type="http://schemas.openxmlformats.org/officeDocument/2006/relationships/slide" Target="/ppt/slides/slide12.xml" Id="R65b2cabc438a4faa" /><Relationship Type="http://schemas.openxmlformats.org/officeDocument/2006/relationships/slide" Target="/ppt/slides/slide13.xml" Id="R8d67519935e14a85" /><Relationship Type="http://schemas.openxmlformats.org/officeDocument/2006/relationships/slide" Target="/ppt/slides/slide14.xml" Id="R1eb2263486744df2" /><Relationship Type="http://schemas.openxmlformats.org/officeDocument/2006/relationships/slide" Target="/ppt/slides/slide15.xml" Id="R66b3fde8ce844fd2" /><Relationship Type="http://schemas.openxmlformats.org/officeDocument/2006/relationships/slide" Target="/ppt/slides/slide16.xml" Id="R33698a54fd8a4034" /><Relationship Type="http://schemas.openxmlformats.org/officeDocument/2006/relationships/slide" Target="/ppt/slides/slide17.xml" Id="Rbbd9f0c05e8a4a60" /><Relationship Type="http://schemas.openxmlformats.org/officeDocument/2006/relationships/slide" Target="/ppt/slides/slide18.xml" Id="R6ba77180b78544f7" /><Relationship Type="http://schemas.openxmlformats.org/officeDocument/2006/relationships/slide" Target="/ppt/slides/slide19.xml" Id="R9c6b9250178d4b84" /><Relationship Type="http://schemas.openxmlformats.org/officeDocument/2006/relationships/slide" Target="/ppt/slides/slide20.xml" Id="R812d99d3e3fe48d8" /><Relationship Type="http://schemas.openxmlformats.org/officeDocument/2006/relationships/slide" Target="/ppt/slides/slide21.xml" Id="R4972caed70be4d08" /><Relationship Type="http://schemas.openxmlformats.org/officeDocument/2006/relationships/slide" Target="/ppt/slides/slide22.xml" Id="Rb8076e863bd3477d" /><Relationship Type="http://schemas.openxmlformats.org/officeDocument/2006/relationships/slide" Target="/ppt/slides/slide23.xml" Id="R2378df54de854323" /><Relationship Type="http://schemas.openxmlformats.org/officeDocument/2006/relationships/slide" Target="/ppt/slides/slide24.xml" Id="R63d055238d464006" /><Relationship Type="http://schemas.openxmlformats.org/officeDocument/2006/relationships/slide" Target="/ppt/slides/slide25.xml" Id="R52380039b08e4ac6" /><Relationship Type="http://schemas.openxmlformats.org/officeDocument/2006/relationships/slide" Target="/ppt/slides/slide26.xml" Id="Ra60bc827dcdd45d8" /><Relationship Type="http://schemas.openxmlformats.org/officeDocument/2006/relationships/slide" Target="/ppt/slides/slide27.xml" Id="R6c295cd6bc054a64" /><Relationship Type="http://schemas.openxmlformats.org/officeDocument/2006/relationships/slide" Target="/ppt/slides/slide28.xml" Id="R234a8533814c40b9" /><Relationship Type="http://schemas.openxmlformats.org/officeDocument/2006/relationships/slide" Target="/ppt/slides/slide29.xml" Id="R8cfd4770424d4398" /><Relationship Type="http://schemas.openxmlformats.org/officeDocument/2006/relationships/slide" Target="/ppt/slides/slide30.xml" Id="R6e1f9fcd71db455a" /><Relationship Type="http://schemas.openxmlformats.org/officeDocument/2006/relationships/slide" Target="/ppt/slides/slide31.xml" Id="R0f28bcf18c2f408d" /><Relationship Type="http://schemas.openxmlformats.org/officeDocument/2006/relationships/slide" Target="/ppt/slides/slide32.xml" Id="R91f505e9d1c24c43" /><Relationship Type="http://schemas.openxmlformats.org/officeDocument/2006/relationships/slide" Target="/ppt/slides/slide33.xml" Id="R2bbbcc1442884cf5" /><Relationship Type="http://schemas.openxmlformats.org/officeDocument/2006/relationships/slide" Target="/ppt/slides/slide34.xml" Id="R1bd5bbfe4b7542d8" /><Relationship Type="http://schemas.openxmlformats.org/officeDocument/2006/relationships/slide" Target="/ppt/slides/slide35.xml" Id="R7662e4d048f0401c" /><Relationship Type="http://schemas.openxmlformats.org/officeDocument/2006/relationships/slide" Target="/ppt/slides/slide36.xml" Id="R90173a34baee4887" /><Relationship Type="http://schemas.openxmlformats.org/officeDocument/2006/relationships/slide" Target="/ppt/slides/slide37.xml" Id="R8bd60f1e21694123" /><Relationship Type="http://schemas.openxmlformats.org/officeDocument/2006/relationships/slide" Target="/ppt/slides/slide38.xml" Id="R1fc3298ade4447c2" /><Relationship Type="http://schemas.openxmlformats.org/officeDocument/2006/relationships/slide" Target="/ppt/slides/slide39.xml" Id="R3c3384972e2849ba" /><Relationship Type="http://schemas.openxmlformats.org/officeDocument/2006/relationships/slide" Target="/ppt/slides/slide40.xml" Id="Rdce7b918ed4f4a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5953d514a7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edf6c264d4d32" /><Relationship Type="http://schemas.openxmlformats.org/officeDocument/2006/relationships/notesMaster" Target="/ppt/notesMasters/notesMaster1.xml" Id="Rba81ace5256d49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4ab36d9c9d4c33" /><Relationship Type="http://schemas.openxmlformats.org/officeDocument/2006/relationships/notesMaster" Target="/ppt/notesMasters/notesMaster1.xml" Id="Rcb0c834c6a5c47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9d82a1f034b06" /><Relationship Type="http://schemas.openxmlformats.org/officeDocument/2006/relationships/notesMaster" Target="/ppt/notesMasters/notesMaster1.xml" Id="R706681e4eb224f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10682a818b47a7" /><Relationship Type="http://schemas.openxmlformats.org/officeDocument/2006/relationships/notesMaster" Target="/ppt/notesMasters/notesMaster1.xml" Id="Rf2c81af8880743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635fd55b6f4d0e" /><Relationship Type="http://schemas.openxmlformats.org/officeDocument/2006/relationships/notesMaster" Target="/ppt/notesMasters/notesMaster1.xml" Id="Rbb47d9ff78a54d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e74ab13aea4f3c" /><Relationship Type="http://schemas.openxmlformats.org/officeDocument/2006/relationships/notesMaster" Target="/ppt/notesMasters/notesMaster1.xml" Id="R5d07abc7dbac4a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5e4cbc6ecc4277" /><Relationship Type="http://schemas.openxmlformats.org/officeDocument/2006/relationships/notesMaster" Target="/ppt/notesMasters/notesMaster1.xml" Id="R1616c1c4dd6f45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d3c148910a445c" /><Relationship Type="http://schemas.openxmlformats.org/officeDocument/2006/relationships/notesMaster" Target="/ppt/notesMasters/notesMaster1.xml" Id="Rb42634cdbefc45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e9296fe79a48ac" /><Relationship Type="http://schemas.openxmlformats.org/officeDocument/2006/relationships/notesMaster" Target="/ppt/notesMasters/notesMaster1.xml" Id="Rcc2123bb747a49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7297bcbf614db8" /><Relationship Type="http://schemas.openxmlformats.org/officeDocument/2006/relationships/notesMaster" Target="/ppt/notesMasters/notesMaster1.xml" Id="Re0820478464844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008d6e22e54681" /><Relationship Type="http://schemas.openxmlformats.org/officeDocument/2006/relationships/notesMaster" Target="/ppt/notesMasters/notesMaster1.xml" Id="R7ec0b7b173ae4a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efa844e05a40f1" /><Relationship Type="http://schemas.openxmlformats.org/officeDocument/2006/relationships/notesMaster" Target="/ppt/notesMasters/notesMaster1.xml" Id="R715fdca135ee44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009be6b50943e0" /><Relationship Type="http://schemas.openxmlformats.org/officeDocument/2006/relationships/notesMaster" Target="/ppt/notesMasters/notesMaster1.xml" Id="Rf68da0a591f64a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df8db7a2194595" /><Relationship Type="http://schemas.openxmlformats.org/officeDocument/2006/relationships/notesMaster" Target="/ppt/notesMasters/notesMaster1.xml" Id="Ra3fb04b03fee40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04d76a5bc34eee" /><Relationship Type="http://schemas.openxmlformats.org/officeDocument/2006/relationships/notesMaster" Target="/ppt/notesMasters/notesMaster1.xml" Id="Ra60b9e6b1e9a4b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de11d5dce64550" /><Relationship Type="http://schemas.openxmlformats.org/officeDocument/2006/relationships/notesMaster" Target="/ppt/notesMasters/notesMaster1.xml" Id="Ra44d0fa661e943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d185e341c24d43" /><Relationship Type="http://schemas.openxmlformats.org/officeDocument/2006/relationships/notesMaster" Target="/ppt/notesMasters/notesMaster1.xml" Id="R39c0a747532c49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3413293c5746f5" /><Relationship Type="http://schemas.openxmlformats.org/officeDocument/2006/relationships/notesMaster" Target="/ppt/notesMasters/notesMaster1.xml" Id="Rea3f961a791545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c634002b474f64" /><Relationship Type="http://schemas.openxmlformats.org/officeDocument/2006/relationships/notesMaster" Target="/ppt/notesMasters/notesMaster1.xml" Id="R3e6267360fd041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b4cb5290e54618" /><Relationship Type="http://schemas.openxmlformats.org/officeDocument/2006/relationships/notesMaster" Target="/ppt/notesMasters/notesMaster1.xml" Id="R12da9b6bcafe4d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87da6128b34521" /><Relationship Type="http://schemas.openxmlformats.org/officeDocument/2006/relationships/notesMaster" Target="/ppt/notesMasters/notesMaster1.xml" Id="Rc39ab4d77cc24c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724ba32f2c4e80" /><Relationship Type="http://schemas.openxmlformats.org/officeDocument/2006/relationships/notesMaster" Target="/ppt/notesMasters/notesMaster1.xml" Id="R6516b37624dd4c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50b33bb3764556" /><Relationship Type="http://schemas.openxmlformats.org/officeDocument/2006/relationships/notesMaster" Target="/ppt/notesMasters/notesMaster1.xml" Id="R462d4a808a2d41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baba4fce82e4c76" /><Relationship Type="http://schemas.openxmlformats.org/officeDocument/2006/relationships/notesMaster" Target="/ppt/notesMasters/notesMaster1.xml" Id="R0289e654d33d4d3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56ab96891145d6" /><Relationship Type="http://schemas.openxmlformats.org/officeDocument/2006/relationships/notesMaster" Target="/ppt/notesMasters/notesMaster1.xml" Id="Rc70153e42367427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71aaaaf4cb43f9" /><Relationship Type="http://schemas.openxmlformats.org/officeDocument/2006/relationships/notesMaster" Target="/ppt/notesMasters/notesMaster1.xml" Id="Rf9ed42bce36c4ec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dceaeea7ce146eb" /><Relationship Type="http://schemas.openxmlformats.org/officeDocument/2006/relationships/notesMaster" Target="/ppt/notesMasters/notesMaster1.xml" Id="Re2a56bc7c68a430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57caeed3e7f43c8" /><Relationship Type="http://schemas.openxmlformats.org/officeDocument/2006/relationships/notesMaster" Target="/ppt/notesMasters/notesMaster1.xml" Id="Rc1b4578043da48a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f883936759b43f1" /><Relationship Type="http://schemas.openxmlformats.org/officeDocument/2006/relationships/notesMaster" Target="/ppt/notesMasters/notesMaster1.xml" Id="R6978c50053a1449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dbc662a6aa44b6" /><Relationship Type="http://schemas.openxmlformats.org/officeDocument/2006/relationships/notesMaster" Target="/ppt/notesMasters/notesMaster1.xml" Id="R4a3c3c0257b3418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e3d6213356f424b" /><Relationship Type="http://schemas.openxmlformats.org/officeDocument/2006/relationships/notesMaster" Target="/ppt/notesMasters/notesMaster1.xml" Id="R9d11f8d22568473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8f50855170e4875" /><Relationship Type="http://schemas.openxmlformats.org/officeDocument/2006/relationships/notesMaster" Target="/ppt/notesMasters/notesMaster1.xml" Id="Rd77d1dc83dff4e5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6e6f08f2928423d" /><Relationship Type="http://schemas.openxmlformats.org/officeDocument/2006/relationships/notesMaster" Target="/ppt/notesMasters/notesMaster1.xml" Id="R54f37c6977d345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5dc8e1c8f944f79" /><Relationship Type="http://schemas.openxmlformats.org/officeDocument/2006/relationships/notesMaster" Target="/ppt/notesMasters/notesMaster1.xml" Id="Rd557ec6293d24db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f179f4804d2420c" /><Relationship Type="http://schemas.openxmlformats.org/officeDocument/2006/relationships/notesMaster" Target="/ppt/notesMasters/notesMaster1.xml" Id="R14097e8a01fd494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4bc82462fe44fe3" /><Relationship Type="http://schemas.openxmlformats.org/officeDocument/2006/relationships/notesMaster" Target="/ppt/notesMasters/notesMaster1.xml" Id="R66136ebce31b431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3a9a7d0627d4fad" /><Relationship Type="http://schemas.openxmlformats.org/officeDocument/2006/relationships/notesMaster" Target="/ppt/notesMasters/notesMaster1.xml" Id="Rb8ac5a460190414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6d345618f3b427e" /><Relationship Type="http://schemas.openxmlformats.org/officeDocument/2006/relationships/notesMaster" Target="/ppt/notesMasters/notesMaster1.xml" Id="R3e816888b2e145a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3a03523634f416a" /><Relationship Type="http://schemas.openxmlformats.org/officeDocument/2006/relationships/notesMaster" Target="/ppt/notesMasters/notesMaster1.xml" Id="Reb2db5051f4c4cf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e18c35d83004824" /><Relationship Type="http://schemas.openxmlformats.org/officeDocument/2006/relationships/notesMaster" Target="/ppt/notesMasters/notesMaster1.xml" Id="R465ac89fd926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idea: no vamos a presentar una lista de publicaciones; vamos a presentar el sistema que hará que la feria vuelva a sentirse propia, deseable y fácil de vivir.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Fotografía histórica entregada por Alex; derechos publicitarios por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competencia puede ofrecer espectáculos gratuitos. Nuestra defensa no es gritar más fuerte: es combinar identidad, feria, música, orientación, servicio y una razón distinta para cada jornada.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Fotografía histórica entregada por Alex; derechos publicitarios por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empezar diciendo que todo estuvo mal. El archivo prueba capacidad creativa y operativa. La dirección 2026 rescata lo mejor y corrige el sistema de trabajo que produjo saturación y poca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vault/13_datos-medicion/2026-08-24_auditoria-meta-2021-2026/2026-08-24_informe-auditoria-meta-2021-2026_v01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matriz no replica las 188 microtareas. Las consolida en 73 entregables que se pueden gobernar, medir y cerrar sin concentrar toda la carga en una sola persona.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TRADICIÓN es la idea que unifica todos los frentes. Debe sentirse en el archivo, la feria, las revelaciones, la señalética, la guía móvil y la forma de responder al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promesa obliga a integrar frentes: si el visitante no sabe qué incluye, dónde queda o cómo volver, la creatividad no compensa la fricción.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  <a:p xmlns:a="http://schemas.openxmlformats.org/drawingml/2006/main">
            <a:r>
              <a:t>- vault/11_eventos/2026_feria-finados/06_ventas-entradas/2026-08-24_arquitectura-oferta-preventa-finados-2026_v01.md</a:t>
            </a:r>
          </a:p>
          <a:p xmlns:a="http://schemas.openxmlformats.org/drawingml/2006/main">
            <a:r>
              <a:t>- Fotografía histórica entregada por Alex; derechos publicitarios por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equipo debe identificar en qué fase está cada pieza. Una revelación no sustituye expectativa; un mapa no sustituye deseo; una pieza emocional no sustituye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este journey como prueba de coherencia. Si una pieza no sabe qué fricción resuelve o qué paso prepara, probablemente es relleno editorial.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  <a:p xmlns:a="http://schemas.openxmlformats.org/drawingml/2006/main">
            <a:r>
              <a:t>- vault/11_eventos/2026_feria-finados/06_ventas-entradas/2026-08-24_arquitectura-oferta-preventa-finados-2026_v01.md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programación final debe demostrar diferencias reales. Las identidades no pueden prometer experiencias que producción, cultura, aforo o contratos no sostienen.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ecosistema guía el reparto editorial y el tablero. No se puede cubrir música durante cinco días y dejar invisibles comercio, familia, tradición, orientación o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referencia solicitada es la dramaturgia y el asombro de un gran espectáculo tipo Cirque du Soleil. La ejecución usa recursos propios, música original o licenciada y cultura validada.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Fotografía histórica entregada por Alex; derechos publicitarios por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tipografías son propuestas porque el manual oficial no está disponible. El equipo debe mantener la jerarquía aunque cambie la familia tipográfica tras aprobación de marca.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Presentación v05, sistema tipográfico heredado.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 archivo necesita año, evento, contexto y estado de derechos. Una escena histórica nunca debe presentarse como oferta vigente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Fotografía histórica entregada por Alex; derechos publicitarios por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paleta es funcional: permite reconocer emoción, feria, utilidad y noche. No debe forzar todos los colores en todas las piezas.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Referencia cromática histórica compartida por Alex; identidad definitiva pendiente de aprobación.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Construir una sensación de gran espectáculo con tensión, contraste y resolución, no copiando música o repertorio de otra marca. Los primeros segundos deben usar sonido reconocible y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video de gran escala no significa edición acelerada todo el tiempo. El contraste entre silencio, detalle y expansión es lo que produce emoción.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primera película debe hacer sentir ‘yo he vivido esto’ o ‘quiero vivirlo con los míos’. No vende artistas ni promesas no confirmadas.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expositor no es fondo decorativo. Su historia debe terminar en una ruta o un CTA verificable sin prometer ventas.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música entra como prueba de ES TRADICIÓN. Nunca se publica un artista sin contrato, grafía, jornada, precio, derechos y compra de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pieza presenta el arco de cinco días y debe conectar guía móvil, rutas, rituales y razones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matriz editorial evita publicar por inercia. Cada pilar debe tener insumos, aprobaciones y medición. La frecuencia se controla para no repetir la saturación de 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calendario define una progresión: primero identidad, luego capítulos, después cartel y venta, finalmente servicio. Nada se adelanta para llenar un hueco editorial.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CIERRE: plataforma, responsables, tablero y bloqueos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2 SEP: GO / ITERAR / DETENER. SIN GATE, NO HAY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NO ‘MÁS LIKES GANA’. PARTICIPACIÓN = APRENDIZAJE, NO FRAUDE.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CONTRATO + DÍA + PRECIO + DERECHOS + COMPRA DE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CADA REVELACIÓN DEBE MEJORAR ELECCIÓN O CONVERSIÓN, NO SOLO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EL 2 OCT ES UNA VENTANA, NO UNA OBLIGACIÓN SI FALTA VERDAD.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UNA PIEZA MUSICAL SIEMPRE CONECTA DÍA + VALOR + RUTA + 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NUNCA INVENTARIO, AGOTADO O BENEFICIO SIN FUENTE CONCILIADA.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META DE LA GUÍA: ENCONTRAR BAÑO, COMIDA, ESCENARIO Y SALIDA SIN FRICCIÓN.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semana se cierra cuando existe evidencia, no cuando se “envió” una pieza. NO SE CAMBIA UNA PIEZA EN UN CANAL AISLADO. UNA FUENTE, TODAS LAS SALIDAS.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comando publica programación después del corte operativo, mantiene cuotas por pilar, corrige desde una fuente oficial y registra incidentes y respuestas.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  <a:p xmlns:a="http://schemas.openxmlformats.org/drawingml/2006/main">
            <a:r>
              <a:t>- Fotografía histórica entregada por Alex; derechos publicitarios por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cierre concilia fuentes y separa visitas acumuladas de personas únicas. Los resultados de expositores se reportan por rangos y sin exponer ventas individuales.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revelar todo en una semana ni usar adivinanzas repetidas. Cada revelación debe conectar con una jornada, una experiencia completa y un destino de compra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vault/11_eventos/2026_feria-finados/06_ventas-entradas/2026-08-24_arquitectura-oferta-preventa-finados-2026_v01.md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guía no es una app de tienda ni una plataforma transaccional. El mapa digital debe coincidir con la señalética física y mostrar su última actualización.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vault/11_eventos/2026_feria-finados/10_tecnologia-datos/2026-08-24_guia-movil-informativa-sin-backend-finados-2026_v01.md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reunión del lunes confirma la verdad; el viernes no solo mira métricas: cierra evidencia, decide qué escalar y deja el tablero listo para la siguiente semana.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función debe saber qué recibe y qué entrega. Diseño no confirma precios; comunicación no inventa horarios; pauta no activa sin destino probado; datos no entrega solo capturas.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estrategia no usa manipulación engañosa. La conversión se construye con prueba, claridad, disponibilidad real y razones diferentes por jornada.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vault/11_eventos/2026_feria-finados/05_marketing-comunicacion/2026-08-26_analisis-tareas-historicas-y-sistema-operativo-finados-2026_v01.md</a:t>
            </a:r>
          </a:p>
          <a:p xmlns:a="http://schemas.openxmlformats.org/drawingml/2006/main">
            <a:r>
              <a:t>- vault/11_eventos/2026_feria-finados/05_marketing-comunicacion/01_estrategia/2026-08-25_plan-confidencial-revelacion-cartel-finados-2026_v01.md</a:t>
            </a:r>
          </a:p>
          <a:p xmlns:a="http://schemas.openxmlformats.org/drawingml/2006/main">
            <a:r>
              <a:t>- vault/11_eventos/2026_feria-finados/06_ventas-entradas/2026-08-24_arquitectura-oferta-preventa-finados-2026_v01.md</a:t>
            </a:r>
          </a:p>
          <a:p xmlns:a="http://schemas.openxmlformats.org/drawingml/2006/main">
            <a:r>
              <a:t>- vault/11_eventos/2026_feria-finados/01_concepto-experiencia/2026-08-24_arquitectura-experiencia-asistencia-200k-finados-2026_v01.md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solicitando decisiones concretas. Una vez aprobados plataforma, responsables y gates, el equipo puede ejecutar la semana 1 sin improvisar ni revelar información bajo embargo.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 externa.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vault/11_eventos/2026_feria-finados/05_marketing-comunicacion/2026-08-26_matriz-operativa-equipo-finados-2026_v01.xlsx</a:t>
            </a:r>
          </a:p>
          <a:p xmlns:a="http://schemas.openxmlformats.org/drawingml/2006/main">
            <a:r>
              <a:t>- vault/11_eventos/2026_feria-finados/05_marketing-comunicacion/01_estrategia/2026-08-25_plataforma-emocional-es-tradicion-finados-2026_v01.md</a:t>
            </a:r>
          </a:p>
          <a:p xmlns:a="http://schemas.openxmlformats.org/drawingml/2006/main">
            <a:r>
              <a:t>- vault/11_eventos/2026_feria-finados/05_marketing-comunicacion/02_contenido/2026-08-25_calendario-expectativa-es-tradicion-finados-2026_v01.md</a:t>
            </a:r>
          </a:p>
          <a:p xmlns:a="http://schemas.openxmlformats.org/drawingml/2006/main">
            <a:r>
              <a:t>- Fotografía histórica entregada por Alex; derechos publicitarios por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35d6acd8745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62982a3616410c" /><Relationship Type="http://schemas.openxmlformats.org/officeDocument/2006/relationships/slideLayout" Target="/ppt/slideLayouts/slideLayout1.xml" Id="R964f7325ef244d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4f7325ef244d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231b61db94b53" /><Relationship Type="http://schemas.openxmlformats.org/officeDocument/2006/relationships/image" Target="/ppt/media/image.png" Id="R4661737a1c964568" /><Relationship Type="http://schemas.openxmlformats.org/officeDocument/2006/relationships/notesSlide" Target="/ppt/notesSlides/notesSlide1.xml" Id="Rc6d89de70b44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ef3d30d6a4b1d" /><Relationship Type="http://schemas.openxmlformats.org/officeDocument/2006/relationships/image" Target="/ppt/media/image2.png" Id="Rd2eff26546b240c3" /><Relationship Type="http://schemas.openxmlformats.org/officeDocument/2006/relationships/notesSlide" Target="/ppt/notesSlides/notesSlide2.xml" Id="R7d33d51637a942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f1793abc146bd" /><Relationship Type="http://schemas.openxmlformats.org/officeDocument/2006/relationships/notesSlide" Target="/ppt/notesSlides/notesSlide3.xml" Id="R64e2b76d1ef7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3057379254611" /><Relationship Type="http://schemas.openxmlformats.org/officeDocument/2006/relationships/notesSlide" Target="/ppt/notesSlides/notesSlide4.xml" Id="Rb93ef24e86c74c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2737bb945433d" /><Relationship Type="http://schemas.openxmlformats.org/officeDocument/2006/relationships/notesSlide" Target="/ppt/notesSlides/notesSlide5.xml" Id="R171fc2a99a144a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6912fdf3941ad" /><Relationship Type="http://schemas.openxmlformats.org/officeDocument/2006/relationships/image" Target="/ppt/media/image3.png" Id="Re59a01d6a6d44295" /><Relationship Type="http://schemas.openxmlformats.org/officeDocument/2006/relationships/notesSlide" Target="/ppt/notesSlides/notesSlide6.xml" Id="R2b5ce0a6be0d43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4c5aace00418e" /><Relationship Type="http://schemas.openxmlformats.org/officeDocument/2006/relationships/notesSlide" Target="/ppt/notesSlides/notesSlide7.xml" Id="Rfa59357d7cab43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058a6d6b34565" /><Relationship Type="http://schemas.openxmlformats.org/officeDocument/2006/relationships/notesSlide" Target="/ppt/notesSlides/notesSlide8.xml" Id="R99b64d1de4c041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92536dce34e3a" /><Relationship Type="http://schemas.openxmlformats.org/officeDocument/2006/relationships/notesSlide" Target="/ppt/notesSlides/notesSlide9.xml" Id="Rc10fbdbf809c49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f37e85a204731" /><Relationship Type="http://schemas.openxmlformats.org/officeDocument/2006/relationships/notesSlide" Target="/ppt/notesSlides/notesSlide10.xml" Id="Rb2f132498bfa47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2275ea9924e68" /><Relationship Type="http://schemas.openxmlformats.org/officeDocument/2006/relationships/image" Target="/ppt/media/image4.png" Id="Rc409c5b7debd4014" /><Relationship Type="http://schemas.openxmlformats.org/officeDocument/2006/relationships/notesSlide" Target="/ppt/notesSlides/notesSlide11.xml" Id="R9f76cfec421745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bc8017ed443be" /><Relationship Type="http://schemas.openxmlformats.org/officeDocument/2006/relationships/notesSlide" Target="/ppt/notesSlides/notesSlide12.xml" Id="R916897af00ed46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a2342219b4d5f" /><Relationship Type="http://schemas.openxmlformats.org/officeDocument/2006/relationships/image" Target="/ppt/media/image5.png" Id="R6ebc0574109043ec" /><Relationship Type="http://schemas.openxmlformats.org/officeDocument/2006/relationships/notesSlide" Target="/ppt/notesSlides/notesSlide13.xml" Id="Rcefbe4b7aeef43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115a9a7cc4396" /><Relationship Type="http://schemas.openxmlformats.org/officeDocument/2006/relationships/notesSlide" Target="/ppt/notesSlides/notesSlide14.xml" Id="R7dee78cb3bec45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4c986e7794774" /><Relationship Type="http://schemas.openxmlformats.org/officeDocument/2006/relationships/notesSlide" Target="/ppt/notesSlides/notesSlide15.xml" Id="R9829c6a600b341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96653e4284398" /><Relationship Type="http://schemas.openxmlformats.org/officeDocument/2006/relationships/notesSlide" Target="/ppt/notesSlides/notesSlide16.xml" Id="R3f5e1cdc8b434b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a9ee25cd54147" /><Relationship Type="http://schemas.openxmlformats.org/officeDocument/2006/relationships/notesSlide" Target="/ppt/notesSlides/notesSlide17.xml" Id="R71f00abcad9b4f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2873100ce40c0" /><Relationship Type="http://schemas.openxmlformats.org/officeDocument/2006/relationships/notesSlide" Target="/ppt/notesSlides/notesSlide18.xml" Id="R80e92911971242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6607b4b374a72" /><Relationship Type="http://schemas.openxmlformats.org/officeDocument/2006/relationships/notesSlide" Target="/ppt/notesSlides/notesSlide19.xml" Id="Rfe6ccd9156f841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4a61768044d9f" /><Relationship Type="http://schemas.openxmlformats.org/officeDocument/2006/relationships/notesSlide" Target="/ppt/notesSlides/notesSlide20.xml" Id="R8ddf2186e5444e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5d2e23a3846e5" /><Relationship Type="http://schemas.openxmlformats.org/officeDocument/2006/relationships/notesSlide" Target="/ppt/notesSlides/notesSlide21.xml" Id="R4054314d4e15435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ba38abcbc49ab" /><Relationship Type="http://schemas.openxmlformats.org/officeDocument/2006/relationships/notesSlide" Target="/ppt/notesSlides/notesSlide22.xml" Id="R0611ec41f8ef48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d8cd014cb44b8" /><Relationship Type="http://schemas.openxmlformats.org/officeDocument/2006/relationships/notesSlide" Target="/ppt/notesSlides/notesSlide23.xml" Id="Rc78cf80f61ef4b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843e5ecf84568" /><Relationship Type="http://schemas.openxmlformats.org/officeDocument/2006/relationships/notesSlide" Target="/ppt/notesSlides/notesSlide24.xml" Id="R8a20115c61be4a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277be2be54791" /><Relationship Type="http://schemas.openxmlformats.org/officeDocument/2006/relationships/notesSlide" Target="/ppt/notesSlides/notesSlide25.xml" Id="R08183199ef3f460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317aec173459b" /><Relationship Type="http://schemas.openxmlformats.org/officeDocument/2006/relationships/notesSlide" Target="/ppt/notesSlides/notesSlide26.xml" Id="Rf6a82483ac6743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d788015504ec3" /><Relationship Type="http://schemas.openxmlformats.org/officeDocument/2006/relationships/notesSlide" Target="/ppt/notesSlides/notesSlide27.xml" Id="R38be713237c444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b1a47891a4921" /><Relationship Type="http://schemas.openxmlformats.org/officeDocument/2006/relationships/notesSlide" Target="/ppt/notesSlides/notesSlide28.xml" Id="R863ac8f039cc4bb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b99b87bd24ed7" /><Relationship Type="http://schemas.openxmlformats.org/officeDocument/2006/relationships/notesSlide" Target="/ppt/notesSlides/notesSlide29.xml" Id="R3a1e2129665e420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ec077f95442d2" /><Relationship Type="http://schemas.openxmlformats.org/officeDocument/2006/relationships/notesSlide" Target="/ppt/notesSlides/notesSlide30.xml" Id="R4a03e71d018844f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065027c624a23" /><Relationship Type="http://schemas.openxmlformats.org/officeDocument/2006/relationships/notesSlide" Target="/ppt/notesSlides/notesSlide31.xml" Id="R1ad4e31f5aa141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ddee8e3e94f16" /><Relationship Type="http://schemas.openxmlformats.org/officeDocument/2006/relationships/notesSlide" Target="/ppt/notesSlides/notesSlide32.xml" Id="Rf1511ba67d284bf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6463ba6f14692" /><Relationship Type="http://schemas.openxmlformats.org/officeDocument/2006/relationships/image" Target="/ppt/media/image6.png" Id="R165223fac4764d7d" /><Relationship Type="http://schemas.openxmlformats.org/officeDocument/2006/relationships/notesSlide" Target="/ppt/notesSlides/notesSlide33.xml" Id="R76c1931e118344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6b20d77284129" /><Relationship Type="http://schemas.openxmlformats.org/officeDocument/2006/relationships/notesSlide" Target="/ppt/notesSlides/notesSlide34.xml" Id="R338add89c5a9442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913243d2d4d27" /><Relationship Type="http://schemas.openxmlformats.org/officeDocument/2006/relationships/notesSlide" Target="/ppt/notesSlides/notesSlide35.xml" Id="Rfb3fb4db78ca4aa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ba47316fa4627" /><Relationship Type="http://schemas.openxmlformats.org/officeDocument/2006/relationships/notesSlide" Target="/ppt/notesSlides/notesSlide36.xml" Id="R71a06475df94483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08f79d9ae4212" /><Relationship Type="http://schemas.openxmlformats.org/officeDocument/2006/relationships/notesSlide" Target="/ppt/notesSlides/notesSlide37.xml" Id="R81593b7d5a4448f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d53f01a2c4016" /><Relationship Type="http://schemas.openxmlformats.org/officeDocument/2006/relationships/notesSlide" Target="/ppt/notesSlides/notesSlide38.xml" Id="R26228f5f423d470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ea042539d432b" /><Relationship Type="http://schemas.openxmlformats.org/officeDocument/2006/relationships/notesSlide" Target="/ppt/notesSlides/notesSlide39.xml" Id="R51c4db80d0a545f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3195a907b4b9e" /><Relationship Type="http://schemas.openxmlformats.org/officeDocument/2006/relationships/image" Target="/ppt/media/image7.png" Id="Rcdb573b3ecd8473d" /><Relationship Type="http://schemas.openxmlformats.org/officeDocument/2006/relationships/notesSlide" Target="/ppt/notesSlides/notesSlide40.xml" Id="Rd53d4ac0316d4b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1737a1c964568"/>
          <a:srcRect xmlns:a="http://schemas.openxmlformats.org/drawingml/2006/main" l="20313" t="0" r="203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950E8-2B30-4113-A98C-C2A3ED7A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0A22">
                  <a:alpha val="88000"/>
                </a:srgbClr>
              </a:gs>
              <a:gs pos="48000">
                <a:srgbClr val="160A22">
                  <a:alpha val="18000"/>
                </a:srgbClr>
              </a:gs>
              <a:gs pos="100000">
                <a:srgbClr val="E72D78">
                  <a:alpha val="1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B0D26-4B95-4EDE-9533-2B8EB37B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CF295-5761-45B9-9EC8-B5D4E0DA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2ECE-BBC1-4AF4-88B5-46243754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485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F3FC3-5E76-45F0-B70C-AC3B79F0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0485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DE388-E5A8-4C7C-9AC4-47877D4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FERIA DE FINADOS · MUSHUC RUNA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75519-5FB6-4924-B27E-2DCB1633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9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B517E-6946-4FC5-AA84-20253B5E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84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84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TRADICIÓN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19B1E-979E-4185-9EF2-9ADFAFBB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Cinco días para volver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a encontrarnos.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86E0E-4812-4FC8-9836-3EBB593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>
                    <a:alpha val="8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DIRECCIÓN CREATIVA · CAMPAÑA · OPERACIÓN SEMANAL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14120-0F8F-4D02-A6BB-CAE139F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2781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A6FEE-0295-428C-ACAF-3FF1D0A4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48275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40 CAPÍTULOS · UNA MISMA HISTORIA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CBCF5-3B33-4862-9594-7AD739FB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3890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4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48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34FF2-DF4B-44D9-BC44-41B6D332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7025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ff26546b240c3"/>
          <a:srcRect xmlns:a="http://schemas.openxmlformats.org/drawingml/2006/main" l="25935" t="0" r="259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DBB2C-5373-495D-BA6E-7E0D20CE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1047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7EA"/>
              </a:gs>
              <a:gs pos="100000">
                <a:srgbClr val="FFF7EA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0AF9D-4C54-4398-BF1F-D8B693C3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91218-1C14-4C06-AF08-E4D5BE74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B6170-12D0-4231-AF0D-BA3D47D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281B6-0774-48CB-901F-5BDBBE26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C6D49-5D6B-4502-8C10-F9151874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83381-46A8-4096-9AEE-7BF9F3D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DIRECCIÓN ESTRATÉGICA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8465B-3085-4CD7-9CF0-DEE0E7F4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7EC26-BC8D-4AEE-AB60-E4E19A7B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93529-9694-4093-81A2-8B185B34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LA DECISIÓN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55154-A8D0-44DF-AC52-0119B02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38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6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No ser otro evento del feriado.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B00C3-AF01-4C27-A273-9F7995E5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Ser la feria que la gente reconoce como parte de su historia y elige vivir completa.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7B2FA-05C8-4C43-9898-8C9950F8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D3EDA-0984-4D8D-BA2A-0284A90D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81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EL CARTEL ATRAE.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LA EXPERIENCIA CONVIERTE.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LA VERDAD OPERATIVA HACE VOLVER.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A5A81-2458-422F-B202-439D5137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1DDD0-C66A-4346-B2AE-3777313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</p:spTree>
    <p:extLst>
      <p:ext uri="{BB962C8B-B14F-4D97-AF65-F5344CB8AC3E}">
        <p14:creationId xmlns:p14="http://schemas.microsoft.com/office/powerpoint/2010/main" val="1269447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FD220-2594-4999-8EB3-7F80ABA3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26C05-AD90-4AA9-86D5-66FB42B4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4F867-E6CA-4860-BC31-643ABB1A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2A91C-7763-47AE-9671-919ECE26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5947F-06C6-4816-A8B9-00E89D9A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AD9B3-AC1C-4EA5-B9A2-9A14A53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APRENDIZAJE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5C352-F1E6-4356-B76F-D06BA6A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80AE4-8384-43A1-AC40-3454FB4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A9378-3DC2-4D75-B21C-97BF962C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LO QUE HEREDAMOS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10A4E-7A87-464E-9079-B92009F8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Hay activos valiosos.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El sistema es lo que debe cambiar.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13BB5-A86E-4C10-A118-3EE796D9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La feria ya tiene memoria, archivo, comunidad y formatos que funcionan. El riesgo es volver a operarlos con saturación, urgencia y poca trazabilidad.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B612F-94A4-4A60-9193-D79EDE87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B85C0-9174-4077-B53E-EC914984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896C4-2C56-4F86-AC28-074E6895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80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CONSERVAR Y ESCALAR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C7620-DD44-4028-BFE5-1E4C6245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800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video con ganchos y emoción real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feria, comercio y expositores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agenda, accesos y parqueaderos útiles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música como gancho, no como único producto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creadores, medios y activación territorial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B37D6-58C0-4118-9386-3E215F0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486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D7A7F-20CD-453A-AC45-1C66154B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EF81A-B9CA-494B-B21F-6D76F7A8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CORREGIR DE RAÍZ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78512-6D07-4F94-B222-1E8A914D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35,8 publicaciones diarias en el pico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microtareas de horas y una persona saturada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más likes como jurado o señal de éxito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falsa escasez, sold out simulado o premios quemados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cero cierre comparable de ventas y experiencia</a:t>
            </a:r>
          </a:p>
        </p:txBody>
      </p:sp>
    </p:spTree>
    <p:extLst>
      <p:ext uri="{BB962C8B-B14F-4D97-AF65-F5344CB8AC3E}">
        <p14:creationId xmlns:p14="http://schemas.microsoft.com/office/powerpoint/2010/main" val="1516066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0B00A-C6D0-426D-A868-AE196868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A0A51-85D5-4E8C-99BE-736EB122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D602B-AF11-49D0-9CBA-30AEBF4D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F1879-C027-4584-83AE-CD0E8881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E85A4-82CF-47B6-AF22-31865E14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56795-6318-4726-A2E4-68F8597C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MODELO OPERATIVO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30A2D-87CC-4E1B-BD61-F858E75A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60191-4FC8-45A9-918B-DD479B05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336C0-2620-4E16-8684-2357C151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LA CORRECCIÓN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2F6A2-F50B-4C62-90F7-E1D4918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3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De piezas sueltas a un sistema conectado.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A1A35-2420-4818-8326-6E095260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Cada entregable tiene dueño funcional, apoyo, aprobador, dependencia, gate y evidencia de cierre.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11C2D-F0EE-4962-8D9F-C9BDCD7A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438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F4EB8-D901-4A3A-9074-66ECD21A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6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188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55249-2506-4693-B2A3-FC022C88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TAREAS HISTÓRICAS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73BF8-F6D8-45BA-86C4-BC0230D2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438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3C6A8-D34D-4D58-9BF8-500BB576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670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6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A1DDD-FBAE-4D0F-968A-3EE72250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PAQUETES DE TRABAJO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00EB1-DE6D-4A60-826C-92D825F3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2438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E16E5-EEBA-4CB3-A725-0DA6D12C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6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73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4EFF6-A23B-47B9-BB73-58B5D6BC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ENTREGABLES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0C4F9-A6DB-4C59-A217-5B2F40E7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2438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E8B16-EC2C-47E5-8298-A8EA51F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6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F444B-7D7F-41C8-B907-ACACBEE4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95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FUENTE VIGENTE POR DATO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235A7-7817-431F-B858-FDC702AE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Dirección confirma → el frente dueño entrega verdad → creatividad convierte → aprobación valida → publicación activa → datos devuelven una decisión.</a:t>
            </a:r>
          </a:p>
        </p:txBody>
      </p:sp>
    </p:spTree>
    <p:extLst>
      <p:ext uri="{BB962C8B-B14F-4D97-AF65-F5344CB8AC3E}">
        <p14:creationId xmlns:p14="http://schemas.microsoft.com/office/powerpoint/2010/main" val="1754112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2D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18B70-BFFB-4B5F-A147-DFBA6F35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4748D-AEB7-4B16-A87D-6B255D8A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C1F78-9484-4015-A218-53E44AF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BBA72-D6DA-4E7E-A241-62ED1AE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242D0-1F7A-4FD1-B9F6-A3A96AEA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E443F-B24A-41CF-83F4-1915B16E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PLATAFORMA CREATIVA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500ED-7962-4ABB-AC8B-1B7E6ED2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7D8AA-671D-4CD4-AD5F-832F99B5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31195-812C-4B17-83D2-D23AF46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1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70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870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46795-E34E-4D86-9ACF-DBD7A448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18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18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TRADICIÓN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B49D7-34D3-4D64-9DA1-BF1CD0BC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 es nostalgia quieta.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 una tradición viva que vuelve a reunirnos.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228DC-C8C4-4DC8-9702-6AB3BFD3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0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00982-EA2F-4779-A748-156EA16D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4C52A-173C-4D79-8DF5-95D75764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2450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A1B72-B649-46AA-8B4D-89A53F2A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721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DESCUBRIR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EE44C-1F3F-4B81-A0D7-358F7A2D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2450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C9669-92C9-4373-9E3B-0E36CDCA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721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5AE25-6CAF-41D9-9FBF-574998EC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2450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BDF50-1276-4777-8F58-775387C7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5721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COMPARTIR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9CED7-702D-491B-95D5-9D09A74F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2450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571C9-71D7-4256-95EF-A2C4EF2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721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RECORDAR</a:t>
            </a:r>
          </a:p>
        </p:txBody>
      </p:sp>
    </p:spTree>
    <p:extLst>
      <p:ext uri="{BB962C8B-B14F-4D97-AF65-F5344CB8AC3E}">
        <p14:creationId xmlns:p14="http://schemas.microsoft.com/office/powerpoint/2010/main" val="142194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15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a01d6a6d44295"/>
          <a:srcRect xmlns:a="http://schemas.openxmlformats.org/drawingml/2006/main" l="21234" t="0" r="212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9E86E-16FE-4200-B794-4EEA8668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0A22">
                  <a:alpha val="70000"/>
                </a:srgbClr>
              </a:gs>
              <a:gs pos="100000">
                <a:srgbClr val="315BFF">
                  <a:alpha val="1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09DB7-78C5-4292-B17E-C65935EE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B9F6F-BFDA-449D-BC5B-1374DB21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289F0-53D9-4BDD-8174-11200714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87864-5D6B-446A-AA5E-DD838D7F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94971-8527-4760-9268-EED7CE8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EAACF-6A72-4550-A148-0E39DC1E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B275B-A958-4F60-9F42-A335F36F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PROMESA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78721-3193-4EF6-895F-6A2B6820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699FD-9BB0-4763-B35C-456293DC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C5FCC-35A6-46D0-8B16-A4C59B3A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477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LA PROMESA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7D8CE-78F1-41BC-A0A9-47704D59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5143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No vienes solo a mirar.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Vienes a vivir un día completo.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029B0-84B2-4DB4-97DD-108505BC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Una jornada que puedes elegir, recorrer, entender y recordar con los tuyos.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415EF-9B62-4802-ABC4-A428F05C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DCF5F-A25B-4275-8862-2E44AD3D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FERIA + FAMILIA + MÚSICA + TRADICIÓN + ORIENTACIÓN</a:t>
            </a:r>
          </a:p>
        </p:txBody>
      </p:sp>
    </p:spTree>
    <p:extLst>
      <p:ext uri="{BB962C8B-B14F-4D97-AF65-F5344CB8AC3E}">
        <p14:creationId xmlns:p14="http://schemas.microsoft.com/office/powerpoint/2010/main" val="413774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4F416B-BD7D-4BC6-8CDF-03FF205E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30FDE-5411-4F80-B51C-6CA2093F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1BA13-EFAE-4F00-903A-074ADBEB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D746F-392D-4F6B-A720-F589D0F8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AE6E6-46E8-4371-8C13-C621367D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53052-9E53-4719-B19D-F928E602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ARQUITECTURA DE CAMPAÑA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BF594-012F-4D83-9D83-46B294E8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22501-B182-4115-B758-E7E6E33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186E2-1484-41F2-930D-A7E6E2B8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EL ARCO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9017C-DB52-4CEE-80DE-972053B9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La campaña cambia la relación, no solo el alcance.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458AC-E6B7-43EC-84AD-E386FF47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Cada fase responde una pregunta distinta del público y prepara la siguiente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F5C27-E8EE-4447-B92B-160EA1FE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E72D78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E72D78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C18C7-7700-495A-94EE-201BCBD6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RECORDAR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92B27-ED6D-4BC1-BF80-08FB41DA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¿Esto también es mío?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9341F-2F9B-4A36-B860-8C960D5E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81C19-FD94-4639-A98A-C705A4B0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FF6A1A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FF6A1A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7A3EB-CC33-4ED5-A565-F8E8DA6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RECONOCER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8B211-AC55-45E1-AECD-0316B50E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¿Qué hace especial a esta feria?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72D70-A767-4132-B29D-B56DEB89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95D40-8F6F-4ED8-B9BA-6162B0D8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2C852-5D2D-49D7-956A-7B1C346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DESEAR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839ED-36E6-4389-817C-01798DF9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¿Qué quiero vivir?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738E1-D00A-422C-B429-E0322003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15EF9-A0A8-40D4-B477-53BFBDB2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00AFA0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00AFA0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137E3-2258-447F-BC3F-40E4F469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ELEGIR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B8B3C-DEFE-40A6-AD98-B7D0885E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81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¿Qué día y producto me convienen?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7493FE-8F56-411D-9583-2F32AD68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E93EC2-9B4E-4DA9-8C51-BEE8CE05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315BFF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315BFF"/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C6EEC-8D66-454F-BE5B-CD36082E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LLEGAR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26489-CCE4-47FC-9E41-0F08A98E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¿Cómo entro y me oriento?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09FB6-F08E-4D99-A640-DB6FA1EA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84B366-BCCF-4FAE-9E62-BE4C65D1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E72D78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E72D78"/>
                </a:solidFill>
                <a:latin typeface="DIN Condensed"/>
                <a:ea typeface="DIN Condensed"/>
                <a:cs typeface="DIN Condensed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8E3E5-72A0-43A2-A2E0-6D93AD2C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00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VIVIR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A9720D-C2D9-44A8-8FDB-02006468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05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¿Qué hago ahora?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BB2DE7-F15D-450C-80D5-EA370494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4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BE72D9-AFBD-43BF-96BE-C4D7ADF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FF6A1A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FF6A1A"/>
                </a:solidFill>
                <a:latin typeface="DIN Condensed"/>
                <a:ea typeface="DIN Condensed"/>
                <a:cs typeface="DIN Condensed"/>
              </a:rPr>
              <a:t>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1EE81D-79B4-4F8D-A58C-81996FE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00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VOLVER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EA8EA1-4561-42A7-825E-82623484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05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¿Qué me trae otra jornada?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CBB9C6-6A22-4D96-9650-FC36F62D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4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D39D7-F690-4575-B75E-88F1A8BC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00AFA0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00AFA0"/>
                </a:solidFill>
                <a:latin typeface="DIN Condensed"/>
                <a:ea typeface="DIN Condensed"/>
                <a:cs typeface="DIN Condensed"/>
              </a:rPr>
              <a:t>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EF7679-A6A4-4C78-8492-4A2595B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00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RECOMENDAR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13C1CB-484E-4D90-A970-1908BB7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05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¿Qué historia cuento?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9C3DFB-FDD2-431D-A5AC-5F30BECF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4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4045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3E805-8D07-43E2-AE97-651C6C67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54648-1D2A-4F54-9359-6AD64279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C4295-00E4-4FA8-8C47-76B5C176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5BA9D-16F7-4F16-B4FD-46602AF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BCF23-43D2-4A02-9CEB-0A06D24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8C5D9-46D8-4921-837C-072AB6E1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CUSTOMER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5EB1B-EBCC-4B79-94AA-80765E3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3AB38-C7C6-48F0-8911-13A7A8E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1E158-C054-4E0A-ACAC-B3075AEF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DEL RECUERDO A LA RECOMENDACIÓN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805A5-92B9-473C-A722-4D3F7B1B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Cada contenido debe quitar una fricción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73AAA-8525-4BC8-BF2F-15D21DF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La campaña acompaña a la persona antes, durante y después de la visita.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6BA8C-5FAA-4EB6-A4EB-DA5AC893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DESCUBRO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569BD-2E6B-4695-90A8-BC7256D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81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Emoción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0A15F-FBF3-48FD-BAF7-A415B23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Archivo real + ES TRADICIÓN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AEF1D-E05F-47DC-81AD-FD83FE6B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 detengo y recuerdo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DD65E-9E60-4F83-B497-21F7B01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D6ABA-16C9-4200-AB16-AC12515B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CONSIDERO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C324D-9865-4B6E-9479-08B28416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48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Prueba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B25ED-6A9D-40F0-9CE1-7BCAADE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48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Cinco días + feria + música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19A56-89C0-45AE-8175-2D720C5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Encuentro un motivo propio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308FB-66A2-4555-8B7C-821FA344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9B83D-4054-4069-9C0A-FB1D248C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ELIJO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7CE3B-9123-44D3-AEB9-0C635D0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4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Claridad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5D25D-FD63-4E0C-93A5-DC02C6F4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14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Día, precio, inclusión, agenda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ED9AB-A85A-4B72-B189-B77B041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Puedo decidir sin adivinar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A618C-C195-498A-AD25-B70A766D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284EE-61DF-4B63-A0F2-7134AB7A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rPr>
              <a:t>LLEGO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C35CC-40C2-482A-8DB6-4C050E1B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81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B1685-7321-4D32-93E2-19B13F62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Mapa, parqueaderos, QR y FAQ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8BEDE-CB0B-470E-9F00-8F770399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Sé cómo entrar y moverme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7A3099-5261-4BE9-A25F-6C1FE8D1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FD4EC3-8C85-4B30-A52F-CFF9959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VIVO / VUELVO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238294-1B94-4763-846E-0543F005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48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Experiencia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0B7399-CBA1-43B8-8120-BAD8BE88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483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Rutas, rituales, retorno y cobertura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0BAC85-E9E8-43D2-BFB8-8B504CB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483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Quiero regresar y compartir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54D13A-A723-4764-BA07-2D601FB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1532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F9963-A345-45F1-8180-965096B9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17B78-C09C-4B79-A6D2-1DDF910E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951E5-0ACF-4F66-B20A-108CEB20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F19AD-1DF9-4E52-9655-D84E5A1B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3596C-20A9-4727-B130-00AC0E05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1D623-6E48-4EB6-B64E-E6CD9899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PRODUCTO DE EXPERIENCIA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F798D-86C8-44ED-9391-B6704A8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DD854-B83D-490A-A850-D4EBBACB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FCA47-E6A0-466B-BF9D-81B9DAFF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CINCO CAPÍTULOS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4A7B4-DBE8-41F3-B578-E355DBC2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Cada día necesita una razón propia para asistir y volver.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66B0F-99EB-4FD2-92AB-C9C3C35C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Hasta ratificar el calendario público, el relato usa Día 1–Día 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69ABE-D753-498F-B379-151206CF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962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399ED-1084-42C9-9C14-9D97F0AB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7ED17-E2C9-4892-9406-561F91AC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VOLVER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A8A30-8C2A-4DB7-9FA2-0D15DDB2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apertura · comunidad · retorno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C6521-34AE-4452-8CF0-6E718CD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1962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52038-BF84-4B8F-BEAB-9B71BB0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A7384-406B-4C58-8890-156E2BA4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00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DESCUBRIR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C5252-7594-4FDF-B1A3-9F1BE51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72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feria · comercio · sabores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E4D86-F1F8-4EFD-BF25-B605802B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1962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7B443-D0A9-4838-B912-8BBF5B5D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52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8B66F-7DB6-4E37-AE63-8BC1BD9F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00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CANTAR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7D4E3-C09D-44BB-8E2F-E516D16F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72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feria + gran momento musical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2DDB8-D022-48DF-9C19-213D7588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1962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11957-DA37-4360-866F-FC43EA0A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45D26-2896-43E7-A878-D788CDE6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COMPARTIR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AE41A-1702-4023-9E6E-8892DBBF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72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familia · cultura · concursos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F2B23-D692-4F13-ADE5-80FD234A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962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6B19A3-1360-48EE-BF8E-0D3ABA48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52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5250" b="1" i="0">
                <a:solidFill>
                  <a:srgbClr val="FFFFFF">
                    <a:alpha val="85000"/>
                  </a:srgbClr>
                </a:solidFill>
                <a:latin typeface="DIN Condensed"/>
                <a:ea typeface="DIN Condensed"/>
                <a:cs typeface="DIN Condensed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4C3D6-C541-4D2E-A3D9-6F1A0D75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RECORDAR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FE0B49-76D9-4885-BAA7-07E978C1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72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colada · memoria · cierre</a:t>
            </a:r>
          </a:p>
        </p:txBody>
      </p:sp>
    </p:spTree>
    <p:extLst>
      <p:ext uri="{BB962C8B-B14F-4D97-AF65-F5344CB8AC3E}">
        <p14:creationId xmlns:p14="http://schemas.microsoft.com/office/powerpoint/2010/main" val="18599907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AF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A8EF5-548B-4D1B-A849-03EA1BC1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84FF2-6BD5-4870-8BA5-122D5435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5C57E-E553-43F7-99C7-EC431658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795A9-B801-44C5-9F05-DA1F09AD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7295B-4BF3-41DA-8631-518E172E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D1CE3-88E1-40EB-8B12-F09C4BF8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ECOSISTEMA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8E204-74A1-4D88-9234-462F9D9E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57222-DFE3-4BDC-A84D-8CFAA966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BA63C-759A-4ED2-8451-350F1391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LA FERIA COMPLETA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C041F-6ACA-4E0A-A40B-3A7391F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Seis sistemas sostienen una sola experiencia.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D2328-75A1-4229-9D57-48F7E403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Si uno falla, el público siente la fractura aunque la pieza creativa sea excelente.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07C92-BCD8-4D26-A471-3D3D743F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6EAF7-35E4-46F7-BC82-1D8FE273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FERIA Y COMERCIO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01939-3888-4B28-9DC8-4AEC6C30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recorrido · expositores · compra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2B8B0-EE91-4701-9093-088A3EC2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3333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A86B7-EAA6-47CB-A35F-4058539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MÚSICA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63E0C-9DD9-407D-AE31-35810292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deseo · memoria · noche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3E674-E936-47E9-B89F-15FE9F67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333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4862C-26B4-4F97-852C-E46AA3A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FAMILIA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786D2-9275-4097-B59C-DDB7DE30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permanencia · encuentro · retorno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77712-0794-4C78-83CF-7293E776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333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0A6F7-0742-4A10-B3C5-D0C45B3B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TRADICIÓN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4DD1D-8457-4315-82D7-F0FB9544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sentido · ritual · cultura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B0816-7D86-45A7-B6F4-D08B4E78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86250"/>
            <a:ext cx="3333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15309-FA8B-48AE-8A34-DD22F869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ORIENTACIÓN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6473A-3F25-4318-B108-D92537EE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mapa · accesos · agenda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C6BC7-40F4-4208-A9CA-519F3A4E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3333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650E2-3FDB-4224-A638-14ACD7DA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95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SERVICIO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BAE53-0369-4871-B2F8-688826F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72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respuesta · seguridad · confianza</a:t>
            </a:r>
          </a:p>
        </p:txBody>
      </p:sp>
    </p:spTree>
    <p:extLst>
      <p:ext uri="{BB962C8B-B14F-4D97-AF65-F5344CB8AC3E}">
        <p14:creationId xmlns:p14="http://schemas.microsoft.com/office/powerpoint/2010/main" val="1509225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9c5b7debd4014"/>
          <a:srcRect xmlns:a="http://schemas.openxmlformats.org/drawingml/2006/main" l="27344" t="0" r="27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1C6BE-879B-4532-8C2B-E3475A29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285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0A22"/>
              </a:gs>
              <a:gs pos="100000">
                <a:srgbClr val="160A22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A2816-9B45-4188-B8C1-3B7D079E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FD9B5-2911-4C0C-891C-05E095B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95878-7AE9-4C58-A77A-8D52C083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FC0FD-F3BF-4498-9AFA-E3D04534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54C32-6C95-4AAB-AE1A-6DBBBF62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D893E-7B51-4A4B-8233-01E1B972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DIRECCIÓN DE ARTE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265C8-E4DA-4DA4-B02A-72B865EB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5A960-2D70-4C81-AB21-1F87C69B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7EF43-E485-4620-AE2F-F1E8FAEC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TERRITORIO 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C3DD5-2867-4C13-9057-883CFB5A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Teatro, feria y humanidad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AF960-8783-4047-9568-DCA7EE73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Color con profundidad. Luz cálida. Rostros verdaderos. Escala que asombra sin borrar el vínculo.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2DE67-71D6-45A5-A736-729A42D4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247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B8BE0-AE30-4A69-B038-20A1376C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MELANCOLÍA LUMINOSA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358AE-5C8C-4629-A47F-0A461469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24350"/>
            <a:ext cx="2247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2AE32-A17F-484B-BCEA-2139ECDE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719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FERIA EN MOVIMIENTO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ACBE4-CD82-4B8B-B28D-EEEAA0D9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247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2634A-770C-4662-8EA9-5EB9C972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NOCHE DE GRAN ESCALA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7870F-AEC3-43B7-B91E-7E8E7B9A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38700"/>
            <a:ext cx="2247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BA4A1-542C-4A63-B5D4-89187AAD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863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ORIENTACIÓN CLARA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38FD3-67F1-47E9-8A01-0761610A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FFFFFF">
                    <a:alpha val="7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FFFFFF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Referencia emocional de gran espectáculo; nunca copiar vestuario, escena, repertorio o identidad protegida.</a:t>
            </a:r>
          </a:p>
        </p:txBody>
      </p:sp>
    </p:spTree>
    <p:extLst>
      <p:ext uri="{BB962C8B-B14F-4D97-AF65-F5344CB8AC3E}">
        <p14:creationId xmlns:p14="http://schemas.microsoft.com/office/powerpoint/2010/main" val="414713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AFFAA-46C0-4958-85EC-FB323E8F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B83A2-E73A-4BF3-B226-7436E74B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28A26-E9C7-4D99-A11E-53F1EFCB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166A1-59DE-421E-8BBE-42838A82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7F82B-7AD0-4210-A918-5032DC39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EAD81-0228-493E-A4A6-1BA8A0E7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SISTEMA GRÁFICO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A090C-5DEB-4425-B8FD-FDF68741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11341-ABA7-4D99-B992-11716F3A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F004-EE0A-4FF8-84E8-B7EAC619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COMPOSICIÓN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DF03B-4D96-4099-BD49-ECC55CE7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Una idea domina. Todo lo demás la sostiene.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DE731-9C1E-440C-BA64-FD9D255D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La presentación y las piezas deben sentirse editoriales, no como una acumulación de cajas o logos.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086DA-0FD7-4AD1-97E3-220CD715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09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7950" b="1" i="0">
                <a:solidFill>
                  <a:srgbClr val="160A22"/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160A22"/>
                </a:solidFill>
                <a:latin typeface="DIN Condensed"/>
                <a:ea typeface="DIN Condensed"/>
                <a:cs typeface="DIN Condensed"/>
              </a:rPr>
              <a:t>TRADICIÓN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662AD-DE08-4AE7-B2A4-0A38D3E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DIN CONDENSED · VOZ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5F072-E28E-4FCC-BE00-15FDB788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La lectura se resuelve con una sans clara, tamaños generosos y contraste suficiente incluso bajo luz exterior.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6A99B-3195-4EC3-BE05-DF74C91D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AVENIR NEXT · LECTURA Y 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AD60A-9F8B-47CD-8E22-05ABFF1E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714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8CA08-BBA8-4C15-915D-63A0819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08F20-7E0D-40C7-BFFA-80066E3B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527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REGLA 1–2–3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D8DC2-1B62-46B2-8B66-C6DC0A93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76600"/>
            <a:ext cx="3371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1 idea dominante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1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2 apoyos visuales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1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3 niveles de jerarquía</a:t>
            </a:r>
          </a:p>
        </p:txBody>
      </p:sp>
    </p:spTree>
    <p:extLst>
      <p:ext uri="{BB962C8B-B14F-4D97-AF65-F5344CB8AC3E}">
        <p14:creationId xmlns:p14="http://schemas.microsoft.com/office/powerpoint/2010/main" val="7938997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c0574109043ec"/>
          <a:srcRect xmlns:a="http://schemas.openxmlformats.org/drawingml/2006/main" l="19842" t="0" r="19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50323-62CA-4834-B7D5-3FDA7AE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5BFF">
                  <a:alpha val="36000"/>
                </a:srgbClr>
              </a:gs>
              <a:gs pos="55000">
                <a:srgbClr val="160A22">
                  <a:alpha val="8000"/>
                </a:srgbClr>
              </a:gs>
              <a:gs pos="100000">
                <a:srgbClr val="160A22">
                  <a:alpha val="4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416A6-77AE-41D2-9328-92862F5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DC0DA-DD03-4558-82D4-CE0789EA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DB9F1-31DB-449A-870D-1663C51E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15123-F72D-43F6-8712-F2B2FEE4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AE39F-48B3-4AA1-BFA0-7778EB6D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FBFF7-0A02-45A0-A93C-2E20BF37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FOTOGRAFÍA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D3B41-F31C-416C-95C5-A4F8E00E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B8759-6796-410F-86AA-88994BA5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F51F2-7BD4-4152-9E7A-12796CE6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57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QUÉ BUSCAMOS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ED981-42C3-4CBD-9625-E082EE82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81100"/>
            <a:ext cx="4762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Personas reales.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Miradas reales.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Feria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30658-1267-4DB7-B9D9-56FFF6D7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La cámara observa vínculos, manos, hallazgos, comercio y escala; no fabrica alegría sin contexto.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CFB09-686E-4EB8-BEC2-A8B79052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21431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BD918-91CE-4DEE-A8D7-D3A559F8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A74E3-3AAB-485E-9725-C98C9B80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1800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BUSCAR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77DBC-962F-4B40-9D64-0895848E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9600"/>
            <a:ext cx="18002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vínculos entre generaciones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gestos y manos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feria y comercio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alegría no forzada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40EED-7A28-49CA-83FD-969F3246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24288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A7DDF-41D9-4BD0-BCDB-ED15BDB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AB62D-D4A7-476D-997B-F102DAC0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0957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EVITAR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F5A46-49E7-4CCB-86B0-CA1F223D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419600"/>
            <a:ext cx="20859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archivo sin fecha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rostros sin permiso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bancos genéricos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logos dominantes</a:t>
            </a:r>
          </a:p>
        </p:txBody>
      </p:sp>
    </p:spTree>
    <p:extLst>
      <p:ext uri="{BB962C8B-B14F-4D97-AF65-F5344CB8AC3E}">
        <p14:creationId xmlns:p14="http://schemas.microsoft.com/office/powerpoint/2010/main" val="1479807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723CC3-8A7A-4223-A51B-DFD52BAA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32FF1-E5B0-4F4B-8A84-47ECFD49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72CCE-31E7-465A-8EE8-6B021615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1AD26-B534-4D4B-9DC3-A7478CE4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6E8B4-C2B8-4D3D-8769-9898B355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652E0-72FF-4054-88D8-50283175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COLOR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16CE2-42FB-4BF5-82C8-F11CDE2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3F436-1626-48B0-805F-5483F6E7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1F7CE-A953-4969-BB7A-F189BD5D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LA PALETA TIENE TRABAJO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D6C0A-73E9-49AC-AE8E-03BCAC09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Cada color orienta una fase y una emoción.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C9D46-C885-4F84-908E-5F80CBE4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El sistema es colorido porque la feria lo es; la disciplina evita que se convierta en ruido.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D0B6C-4748-4464-9C84-564A42C8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600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86ADB-11BE-4BBE-B217-7EE31581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MEMORIA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51E24-870B-46D6-B3AB-07E9D50E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rPr>
              <a:t>profundidad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B0B0B-25D8-423A-B6D4-5B22AEFF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38450"/>
            <a:ext cx="1600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BA246-3DD0-4E39-9025-AE3D2D46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LLAMADA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B3C46-39D2-44F0-8B6C-59867EE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rPr>
              <a:t>emoción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F1AB8-E524-41B1-B340-DA56648E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38450"/>
            <a:ext cx="1600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D41F4-DFE8-49D3-B976-A39AA414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FERIA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1301F-F2A9-4D17-919E-9490F3CF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rPr>
              <a:t>movimiento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C6757-D842-4846-B933-157E952C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1600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DFA23-A8A0-4A1E-AF9B-97A54D6C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ENERGÍA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03B8E-57B3-4247-8430-0BFE990B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rPr>
              <a:t>celebración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2C6-613E-4603-A415-A5BCEC8C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38450"/>
            <a:ext cx="1600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5476A-063D-48F0-A3CC-B72DF787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SERVICIO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8DAB5-517E-4299-9C0F-E45FF339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rPr>
              <a:t>orientación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031E4C-C3F0-4345-A3B0-C31724B6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38450"/>
            <a:ext cx="1600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9CACFD-CDB2-45B9-9E70-B56B07A3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NOCHE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024AB-9F11-4188-8956-49709A4A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62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>
                    <a:alpha val="82000"/>
                  </a:srgbClr>
                </a:solidFill>
                <a:latin typeface="Avenir Next"/>
                <a:ea typeface="Avenir Next"/>
                <a:cs typeface="Avenir Next"/>
              </a:rPr>
              <a:t>escala musical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CDAD1-A7D8-4B46-8311-2F6CB383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CREMA Y BLANCO CÁLIDO DAN AIRE, LECTURA Y CONTRASTE.</a:t>
            </a:r>
          </a:p>
        </p:txBody>
      </p:sp>
    </p:spTree>
    <p:extLst>
      <p:ext uri="{BB962C8B-B14F-4D97-AF65-F5344CB8AC3E}">
        <p14:creationId xmlns:p14="http://schemas.microsoft.com/office/powerpoint/2010/main" val="13734083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6A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60EF3-F974-47D3-B05C-FFC73B67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DF579-2271-458B-B1D8-1C10AA6F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F9210-33EE-464A-B8B1-62F1661F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F682C-6606-4C48-B217-1EBC5A36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F7538-3845-4B53-95DA-11E0F1C1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7C557-67F0-4890-AF20-4A7B054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DIRECCIÓN SONORA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36C32-E0A2-4AD8-8872-B9A3F4E0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2585E-1D73-454F-A3E5-16D53317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6D858-950C-4207-BDEB-E46CC8F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LA PARTITURA EMOCIONAL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E25A6-9793-4670-9775-EC72C7F0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La música crece con la historia.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84B43-C078-40E8-80BA-8BEAD138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Empezamos íntimos. Terminamos colectivos. El asombro se construye; no se enciende al máximo desde el primer segundo.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91CB3-B3A2-4CF7-B16E-AB329499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581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CCF26-CCD5-47AD-BA64-98DF9E6F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6E25C-CA20-45BB-87AB-74820E20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SILENCIO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87552-03E1-4435-B2BA-B5FE5619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una respiración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04A99-1A2F-4E22-8D4E-CCE4374A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1581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A85F5-4AD0-483B-AD96-CE62FB7C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194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D7AD6-A23A-43F2-A998-103A18F7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43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DETALLE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0C29E-63C6-42CB-84C1-8FC3312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005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olla, pasos, tejido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A95C4-7CA5-495E-AE76-C3D74B67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1581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0CB9E-2465-4C92-9B2C-78D398D5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39D1F-D4BB-4052-A244-BB224648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VÍNCULO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B9C85-5930-49B6-AEA3-E727E54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005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voz, saludo, risa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4BA43-3FB9-4285-857C-B39E9C48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581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4DA32-D99E-49F9-AE71-FC65ED9F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62E0C-9590-485A-AF96-C23D7DD7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MOVIMIENTO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8BAC0-196F-4D45-9FFB-E93913B5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percusión y feria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3AA23D-9896-426C-B7C3-6FEA8561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1581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F0207-763C-4A0B-871B-7BC8C8B3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7B3BE-E1E1-4D96-875A-DF21AD1F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ESCALA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FA5AC8-3D62-49CB-826F-AFBB4BB5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coro, luces, público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C97C45-39BE-4859-9D29-420CFEDD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1581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2F8CF-9FEA-4459-B68C-3F3BF2F6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6000"/>
                  </a:srgbClr>
                </a:solidFill>
                <a:latin typeface="DIN Condensed"/>
                <a:ea typeface="DIN Condensed"/>
                <a:cs typeface="DIN Condensed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DA699-83C1-4FAD-B69E-A16A901F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43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RESOLUCIÓN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747697-D5F4-4F73-80F5-EAFE385F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005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7EFE6-9873-458B-A637-D112021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MÚSICA ORIGINAL O LICENCIADA · FUNCIONA TAMBIÉN SIN SONIDO MEDIANTE IMAGEN Y SUBTÍTULOS</a:t>
            </a:r>
          </a:p>
        </p:txBody>
      </p:sp>
    </p:spTree>
    <p:extLst>
      <p:ext uri="{BB962C8B-B14F-4D97-AF65-F5344CB8AC3E}">
        <p14:creationId xmlns:p14="http://schemas.microsoft.com/office/powerpoint/2010/main" val="2510594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9221A-D109-4B90-BC0C-03A34D7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6C9B8-2E80-48B9-805F-52EF5D24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CD684-F230-4197-861C-03EEC3C1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A3373-DEA2-4CC3-9B8D-A0532035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37D55-FD9A-4A0D-882B-6B8472D4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F4837-09BA-4B34-8198-4A7128F7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LENGUAJE AUDIOVISUAL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4F547-7BB9-456C-8EA3-40C6A0CF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53650-3CA3-4AB8-AD60-417EFF55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31B3B-9B9D-4CE7-B686-4725A2EC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GRAMÁTICA DE VIDEO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B0222-66AD-4235-AD7D-58E0BDF5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3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Cada segundo cumple una función.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EBB43-A079-4B79-AB0C-490A36E3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La estructura se adapta a 6, 15, 30 y 60 segundos sin perder la misma historia.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03B59-CB48-47C5-8D5E-84189BE8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A3D89-F29F-4318-80E4-D2B46BFD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0–2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C9D8C-469E-4BF6-835B-95402EA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DETENER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42E92-5D6B-499A-B8A6-666F0276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sonido o imagen reconocible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47B6D-0CDB-45FE-9C72-0BC87707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2895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4D6D0-1825-4AF7-BD52-ECD69D51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194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3–7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0DE09-56AE-4D9A-A4DF-FBE04FA6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528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VINCULAR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23D11-4C18-411A-AB27-BC056F5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rostro, gesto o memoria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0C67B-9D55-4D62-97DA-DA46D2C9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42CCC-2DCF-4F00-B648-882AE11E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8–15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778D6-4273-491B-9DED-DAB97F91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EXPANDIR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7AE6B-BDB8-4625-B7BA-5F54EF25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434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feria, movimiento, encuentro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40535-1A9D-4970-A12F-E7F0FC3F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B5318-D7F1-44F7-9266-692A15A4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16–30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88EB0-C8EE-4FCF-AA2A-4CF75BBD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528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PROBAR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84F97-F054-4C61-BFBB-C3201E67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escala, ruta, utilidad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F9604-1383-42F4-BB33-2C2110B4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2895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D2602-79B2-4473-821C-542B07E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CIERRE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BF6E5E-B3E5-4434-8FA1-FB63349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528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RESOLVER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3425DD-CAB3-41E6-BB6E-580FD9EC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una frase + un CTA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75523A-7654-41BD-9150-69F77D76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UNA PIEZA = UNA IDEA = UN CTA PROPORCIONAL</a:t>
            </a:r>
          </a:p>
        </p:txBody>
      </p:sp>
    </p:spTree>
    <p:extLst>
      <p:ext uri="{BB962C8B-B14F-4D97-AF65-F5344CB8AC3E}">
        <p14:creationId xmlns:p14="http://schemas.microsoft.com/office/powerpoint/2010/main" val="15813132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BEA31-B603-4F78-930C-5E36AE04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8694A-9747-42F8-8220-D730266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E899B-BD57-4FA0-B5D5-515BEEA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4E400-50E5-4424-BCC9-C949C59F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CD61A-F243-4EBD-86DB-0AE89E8E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F5B2E-767F-4B35-8476-EAC892B5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PIEZAS HERO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06E6F-D03E-4B42-9E9C-C0E80841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D8578-5E62-4F55-84CF-4E16E840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EA7FE-0D03-44AB-975B-C6A37DDE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PELÍCULA HERO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662D1-7964-4AC1-B6E3-ABCEA168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NOS LLAMA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0EC86-BD4C-4E04-B808-4E185924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Instala ES TRADICIÓN sin cartel. Memoria primero; promesa después.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8F7E8-543C-47C5-BEAC-19E6B97B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C907F-511B-48AE-8C11-35E64027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29E71-899F-447F-ABD8-0B0511E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SONIDO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ED37E-9EBD-4C54-AB84-944A0E34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una señal real detiene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B1501-CC9C-4F23-A6C9-21516E2C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95597-26E1-49FA-9F04-932DEA40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B9DC9-A405-4DEF-B19A-441B0B25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VÍNCULO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04007-DE9F-47F5-ADAC-14C9B92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familia, llegada y gesto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59BF7-3459-42B1-92AB-9366E46F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6C933-6D13-46DD-983C-0C1A2FD2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2E8C5-230F-4B3C-BBD6-5EE2BA80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ESCALA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CBC48-20FD-4A9B-96E7-A5BF87A1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 feria aparece completa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C01AF-0BB0-47FB-8C13-33A1731D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094107-5A7A-4471-96AD-52792374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694E5-1350-4856-939E-28E24D5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CIERRE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CFA66-58C8-4273-A491-21847361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Hay fechas que nos llaman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4A232A-46B7-4990-B869-03E709AB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SALIDA: MASTER + 30 s + 15 s + 6 s + 4:5 + 9:16 + SUBTÍTULOS</a:t>
            </a:r>
          </a:p>
        </p:txBody>
      </p:sp>
    </p:spTree>
    <p:extLst>
      <p:ext uri="{BB962C8B-B14F-4D97-AF65-F5344CB8AC3E}">
        <p14:creationId xmlns:p14="http://schemas.microsoft.com/office/powerpoint/2010/main" val="20398244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7B2E0-ED91-4ECF-9658-84991C6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88970-3F41-4949-A7D9-10B6E6E0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203C0-8309-45EC-AE41-DA9F5EEB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17E77-1782-41FC-9B89-8E5560D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1C17F-9D80-4C2B-85D1-65ED915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11745-B3DD-4C37-B0BC-E69BC537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PIEZAS HERO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C2042-9339-4CD3-83FD-D7EFBC03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2D596-BDC2-4CB9-870C-C839CEA7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7A886-2428-4049-9327-6F51FF86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PELÍCULA HERO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10CCD-D6A2-42D4-B3AB-2A7BEA67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HACER FERIA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B1AB1-A42F-423E-97CF-B2B5AF09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Devuelve protagonismo al comercio real y convierte el recorrido en deseo.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53A56-A48B-472C-8828-2817A22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C5C02-4179-4F68-BF14-5D0B5800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A913E-EA20-4C9E-9172-450697CC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PERSONA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84E30-45C3-4B3B-8072-2B7A9BED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quién está detrás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56FA1-FD7A-4520-884A-388E097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81796-A0A4-4935-B6CF-ADDBFA42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C21F2-648E-4E8C-98BA-5271081B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PROCESO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CD288-FB36-4D41-B739-B61B448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cómo se hace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897E2-3505-4979-BB0E-DC73CFAC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CE341-D684-43DA-AAD5-476BCB9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BC1FB-28BD-446C-904C-897CF989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HALLAZGO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B0C6F-C3B7-4EC0-A3C2-F054A70C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qué descubre el visitante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ED190-8358-4FF4-81C3-30AF07A9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184AF-0915-4978-98BA-82FECD71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4730B-2874-4F1B-9759-3016011A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RUTA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67179-C25F-4973-84C2-721028C6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dónde vivirlo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D5AF5-39AD-469D-9936-8F367829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SALIDA: MASTER + 30 s + 15 s + 6 s + 4:5 + 9:16 + SUBTÍTULOS</a:t>
            </a:r>
          </a:p>
        </p:txBody>
      </p:sp>
    </p:spTree>
    <p:extLst>
      <p:ext uri="{BB962C8B-B14F-4D97-AF65-F5344CB8AC3E}">
        <p14:creationId xmlns:p14="http://schemas.microsoft.com/office/powerpoint/2010/main" val="9384799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575814-E3BA-436E-A362-0F4074B3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029F5-85BD-40B8-862A-76A16C87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571AC-2765-4D22-827A-6563EE11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FABD2-0F71-4BAB-B86C-3E06514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A4E7C-C80B-4572-86E0-A3DFE2C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39D7F-50ED-4E8D-80FC-D7A32236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PIEZAS HERO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D63A3-4EF5-4F8B-8047-E3EB57EC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FFC1C-E164-4CB1-B193-165F5CC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60663-2A7B-41C2-A532-00432A37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PELÍCULA HERO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F5B25-B4EC-4528-A852-727AD062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LA CANCIÓN QUE VUELVE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4AA7D-14A8-4D9F-9801-D281D6D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Solo después del gate del cartel: memoria musical, revelación y un día completo.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8D244-1A26-4C0A-9B0A-31809C57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D6DB5-D0F2-4262-9212-47CFD3B8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FAB54-ED8D-45B5-9F40-D0EC626A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MEMORIA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06E7C-DC04-4DE8-B3F4-1DCE8C38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una frase, no una adivinanza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38C39-C311-4A2B-8F84-3AECD9E0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EE98E-3335-48F5-A93B-D6F1E40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B621D-EE4F-41EC-BC13-A45CA9B4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REVELACIÓN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B4347-781B-4980-81B0-F57BB1D6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nombre + día + precio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F0386-07B8-4C9A-8208-AAFBA49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FC436-5012-4A03-9AB3-E84C97C4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F2F5E-B9E8-4D84-AC48-18230D33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INVITACIÓN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7FD9F-0727-4BC9-BF42-C47EA127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voz auténtica y derechos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D282B-EC3A-4247-B99C-CE4A7ED4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42979-702E-4631-A5B0-4B23B81C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DF089-7FE8-43DC-AB49-EE56A137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ITINERARIO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AF306-22D4-4171-A3FF-44274A7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feria + familia + música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24458-0910-4CB4-837C-FD3E65F0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SALIDA: MASTER + 30 s + 15 s + 6 s + 4:5 + 9:16 + SUBTÍTULOS</a:t>
            </a:r>
          </a:p>
        </p:txBody>
      </p:sp>
    </p:spTree>
    <p:extLst>
      <p:ext uri="{BB962C8B-B14F-4D97-AF65-F5344CB8AC3E}">
        <p14:creationId xmlns:p14="http://schemas.microsoft.com/office/powerpoint/2010/main" val="164199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D10E3-AAF3-44D6-972F-E88C33E3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A799D-06CB-4B21-AC2D-75CAF85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2BEEB-5A40-4CA4-B3DC-309BEC24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DD61F-9F32-41A6-8EA1-4395E577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DA6F9-C372-4E9A-B49A-B01ED340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D86FD-D250-49C1-BDD0-D39F17FD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PIEZAS HERO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D71B3-C9BE-43B4-AF33-2F64A162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65D0A-FE9F-4842-BD3F-A6BD05B9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FAB2B-5CD2-4AE0-98B6-C2BA1B14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PELÍCULA HERO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7D73C-0FAC-45E5-B97E-A4A69484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CINCO CAPÍTULOS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E3916-B4DC-4FEF-8169-88E754A6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Presenta el producto completo y cambia el chip de asistir una sola noche.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62DCD-ADD4-41EE-AFB7-06A0F04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EB79F-C2E6-4AD9-8DB5-1E036D0C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7241E-063A-4508-BF1A-105A34D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VOLVER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A2067-FCFB-4010-8EDA-54CE80D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apertura y retorno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2EE80-7C2F-4221-99A4-343B57A1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60145-5962-4436-BEEB-7C2D8537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2E3CE-CCDB-42D8-820C-42FEDC69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DESCUBRIR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59B87-643D-4F27-9A16-B8CC4680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feria y rutas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3B8CC-DED9-41E8-B710-04EB8523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6D07E-2265-49A9-95ED-62121E3F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BB4F9-13FE-4A5A-A965-85B07EAD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CANTAR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0CD50-5BEE-4312-8246-FF25173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momento musical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9A956-1A8C-4442-AD52-13B720D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457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494C4-B03E-494A-9B77-90C5D1F6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09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2625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D61DF-7675-4ECC-8AF4-4AF673F7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COMPARTIR / RECORDAR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0B498-EA29-4F50-87F3-53F4E0E9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familia, colada y cierre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C383F-0079-470C-A9D4-25A5013F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SALIDA: MASTER + 30 s + 15 s + 6 s + 4:5 + 9:16 + SUBTÍTULOS</a:t>
            </a:r>
          </a:p>
        </p:txBody>
      </p:sp>
    </p:spTree>
    <p:extLst>
      <p:ext uri="{BB962C8B-B14F-4D97-AF65-F5344CB8AC3E}">
        <p14:creationId xmlns:p14="http://schemas.microsoft.com/office/powerpoint/2010/main" val="3655550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39479D-DC20-44EE-A355-0827F0FF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55ABD-C29A-4567-87E3-440E96F2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1583D-68DC-4299-B408-0403E23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C5C35-E2EA-4F7B-ABB3-9D88B7FC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32074-80FC-4110-8571-478283EF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D5341-D319-4E62-BC3A-4040741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SISTEMA EDITORIAL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AB14F-661F-4F1A-97B7-0E9D0F90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F6ADF-2680-4A3D-A3EF-FCD7D4C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7F8BC-9D2C-48ED-B837-A53021B3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CONTENIDO CONECTADO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7B9A1-7642-4B75-AD45-3BEB7925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Cinco pilares públicos. Diecisiete paquetes detrás.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6F331-975F-4D67-9C73-B03F142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Una pieza existe porque una verdad operativa la alimenta y una decisión de negocio la necesita.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AD0CF-8CDB-4EF1-ABE6-E7DEF55A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962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EE428-2B6B-40B4-9FEC-7ADE537F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EMOCIÓN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B9F08-858B-437E-8C01-FF41061D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PÚBLICO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5FE77-ADE6-4BCF-AD1D-0FA7E167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memoria · regreso · identidad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8A0E9-E5C7-433C-9DB0-AA9C6199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SE ALIMENTA 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46861-D688-464E-A7B6-6D0395F1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marca + archivo + cultura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8368D-CC34-41A6-A231-D1A9662C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1962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BD7DC-007F-4313-9679-DBADB210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289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FERIA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ECF41-2F06-4F59-BB68-E821F53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PÚBLICO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DC501-A38D-4C78-9682-14BDF70E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expositores · rutas · producto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682D2-3F93-4461-B8E5-5311E751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SE ALIMENTA 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15585-894B-4322-83FA-3B0C925A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292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comercial + operación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0F1A8-FF9D-4E4F-BA24-C5C73591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962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EFA05-6360-4E89-8CC8-D45AB263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MÚSICA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6E7B9-B996-4CF7-9874-4F49A90F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PÚBLICO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7DE1C-F6D5-4A99-88D0-BD02E338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revelación · invitación · noche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0F87FE-E375-416E-B4D5-AB2CD66F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SE ALIMENTA 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0626B3-D431-457E-9415-F99F513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292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programación + derechos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87790-4E32-445E-AD98-3BD23ED3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1962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C2CFD-147C-4AD8-9B2D-9A941E6F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UTILIDAD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64B12-BEE1-439F-AA11-E1DB6ADE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PÚBLICO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DF05FA-BE5C-4B82-B8EC-7AF3FC49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mapa · acceso · parqueadero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248246-E620-4EB1-ACE0-6DF1388E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SE ALIMENTA 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7CED5-3BAC-4593-BC7B-03F3C16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servicio + movilidad + tecnología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D70B14-CC3C-4E66-9A55-CC144AB5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962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EFC5ED-8D7B-4AEC-AA4E-23A27111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COMUNIDAD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D5080A-B52D-4E8C-9BC6-7ED4C39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33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PÚBLICO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76276F-18DB-4E2A-B6AE-015C908D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creadores · medios · aliados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976568-DBDD-4ED9-9B18-C583034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SE ALIMENTA 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C855A4-319D-4EB0-82B2-A42DC52E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292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comunicación + PR + territorio</a:t>
            </a:r>
          </a:p>
        </p:txBody>
      </p:sp>
    </p:spTree>
    <p:extLst>
      <p:ext uri="{BB962C8B-B14F-4D97-AF65-F5344CB8AC3E}">
        <p14:creationId xmlns:p14="http://schemas.microsoft.com/office/powerpoint/2010/main" val="5457731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3A9B47-2905-45ED-AD29-58562C32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47ABC-7E7E-4216-BFC2-32946229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B10C3-12F6-461D-B3DA-E3AE6DC4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34FD9-5AA3-4983-A1C4-3048211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E5AB1-EB66-4AA2-99E1-996808F1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EC041-27D9-43BD-BAF1-847FCDE5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MAPA 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45BF9-44EF-4A1B-B392-86F92406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BFB99-F1F4-4626-9E47-821E9DF9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A7C1C-A296-42CE-A161-49E3552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25 AGOSTO–13 NOVIEMBRE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AB5CE-DA14-4E5F-9A34-0276BF71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Una campaña por fases, no por ocurrencias.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7A41A-C185-4FB4-99BE-86FDCB5E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Los gates mandan sobre el calendario: si falta verdad, la salida se mueve.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14120-D80F-4ACF-B11C-D66258AE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50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CF15E-7D08-496F-A3C5-8101E47B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25 AGO–2 SEP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A8289-C382-49EA-81AF-7D505DF9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FUNDAMENTOS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52D43-2C2F-4BC3-A6D8-F4537FBC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466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33696-51BD-4195-B03D-6B17DB59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3–16 SEP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58883-A18A-4AEE-8E67-0B0517CD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EXPECTATIVA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51FB1-E47B-4450-9339-8FEBA3FD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2076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4C766-23E3-4EB9-8501-EE4E28B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194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17 SEP–2 OCT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7CBB0-C876-4A52-997C-A1CED461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REVELACIÓN + PREVENTA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48E68-5259-4CB0-BBE0-5D0F83BE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48000"/>
            <a:ext cx="1466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816C5-3DB0-4319-BCA2-450C7ED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3–18 OCT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FB38C-019E-4AAF-BD62-C4C2CF3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CONVERSIÓN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6DEA2-D5B7-4E40-8550-59570D74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1619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4BE9E-FEFE-4C54-BD14-33AF7D25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19–28 OCT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FF533-5FD2-4D7F-9466-80E8F6C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338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ORIENTACIÓN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22EDCB-D234-45AE-B794-50E4ADCC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1714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D17B5-B43E-454C-84AA-B503D52F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29 OCT–2 NOV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D9CA81-9F6B-4897-AE59-CEF7B46C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3380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EN VIVO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FE3A3F-7F8E-4C3D-9893-8AC19BB6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048000"/>
            <a:ext cx="1238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3D85BB-0363-4435-A40E-E5D213D7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194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3–13 NOV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F6479-0345-4996-8C83-3DA3FB39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7338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CIERRE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B0970C-9217-4F25-94EE-E96627F2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4B0713-BF8F-457F-8F74-8FF4C7C9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2 SEP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999E0B-B46F-4B15-A8BA-808F370A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053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7F114-7FB0-495E-82C9-1FF1A06E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29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17 SEP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15F7A9-E702-4943-A6B9-39593008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881D5C-47C0-4274-AC64-1B1109B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29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2 OCT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6BD7D4-F1A2-41E4-8D17-3675C6B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053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776961-5E31-4A8A-A90F-ABD2E741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29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21 OCT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09DFC3-A891-45BE-9933-D499BDC3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7053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B444EB-7555-4269-B418-BA0804EE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429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28 OCT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F9511C-F300-48BF-A501-96835BBF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GATES: PUBLICACIÓN · VENTA · CARTEL · GUÍA MÓVIL · SIMULACRO</a:t>
            </a:r>
          </a:p>
        </p:txBody>
      </p:sp>
    </p:spTree>
    <p:extLst>
      <p:ext uri="{BB962C8B-B14F-4D97-AF65-F5344CB8AC3E}">
        <p14:creationId xmlns:p14="http://schemas.microsoft.com/office/powerpoint/2010/main" val="257508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8E5C1-B967-479D-A938-C28F86A3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58A56-0A11-47D2-842D-E29AFB57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DEECB-FF25-4468-9389-48D2257E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F2AA4-D722-49B6-AFF0-EEB3C49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0FD57-0C28-4DF9-AB1B-66772E6C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9A8EE-1E73-4889-B6EE-0FA2D8A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FA203-6623-4A95-AF2B-717CD25F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EF949-5F0C-43FF-ABB0-FFD04E6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F69A0-FBD7-4C46-8F9B-64C6AA42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C24CE-C5B9-4E10-BBAE-8E0393D9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8C5A7-F9F3-418C-B739-5C2C78C3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9D1A4-3C9A-4C2F-AA66-A77415F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25–30 AGO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759BC-DA2F-40BC-A0F9-2E50F228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ALINEAR Y ORDENAR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EB130-2C23-459D-9FEB-713AC74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4CABB-00CB-429D-AF41-5C92BAF8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C99ED-1EB8-45C3-81F2-3B411837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todavía no anunciar cartel, precio o beneficios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si se publica algo, solo archivo aprobado y contexto histórico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el foco externo es una llamada sutil, no una oferta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C12B0-EAD2-4155-B7DF-02892F4B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49B27-76CC-4972-8920-7CBB59C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A0FA0-5E82-46EE-A8A0-C17A83AB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acta de concepto + RACI + SLA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keyframe rector + tres pilotos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catálogo de archivo y derechos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lista única de bloqueos críticos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749AB-1523-459D-943B-28B830CC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AFF3D-B845-4328-B041-AA155DD1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D3506-FD3C-4E60-891C-671815A5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Dirección: fechas y autorizaciones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Comercial: oferta y canal seguro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Operación: parqueaderos y plano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Creatividad/AV: lenguaje y pilotos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Datos: tracking y compra de prueba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AA242-42DE-44C7-81D1-39420868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6BE7B-6BD5-4BEA-8A7E-D245F4F9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CIERRE: plataforma, responsables, tablero y bloqueos visibles.</a:t>
            </a:r>
          </a:p>
        </p:txBody>
      </p:sp>
    </p:spTree>
    <p:extLst>
      <p:ext uri="{BB962C8B-B14F-4D97-AF65-F5344CB8AC3E}">
        <p14:creationId xmlns:p14="http://schemas.microsoft.com/office/powerpoint/2010/main" val="19607978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7AF49-3040-4F59-891A-F930F18A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40D19-A04A-4407-BCE4-9F691118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30EA8-1AAF-4AC2-BC64-646E9744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4D33A-131D-4E12-B8BD-AE0FFDEE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B2470-468B-4F9A-B3A3-DEE01BE7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6531B-232E-4284-8C28-852B61DC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D6D00-190C-4E9B-AC9D-572C4B7C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F1480-2067-4E30-A117-1CE7AED3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E7C6D-9753-4548-B105-B5D6C8F9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65D7C-6D5F-4CFD-AEEC-EED5AF85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38462-A5F8-457D-82F7-01307D5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C1247-A7C5-4CF5-B2B8-8467FDF2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31 AGO–6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C87A2-67FF-4A99-950D-F9787B7E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LANZAR LA LLAMADA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800A1-8A22-4D0D-A0F8-F98817D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9F9D5-A5A6-4A11-BB04-ED22F8A0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495CF-CD67-424A-82E9-A4CA8AF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película Nos llama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reel Volver y detalles de memoria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una sola pregunta: ¿qué recuerdo vuelve contigo?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93EF5-5CF1-417C-A373-639823E0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96735-CA05-4251-AEF3-E6C858B9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6E43C-849A-4562-A3EA-6D4C85B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paquete 60/30/15/6 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copys, subtítulos y moderación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prueba orgánica comparable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mapa base + inventario de puntos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8402B-3A69-4195-BF2F-D3953EF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5DDE2-DD86-40D0-9B99-7E9217D0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7B649-0603-4B52-8400-9CFCD6D0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Archivo/derechos habilita edición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Cultura/marca aprueba relato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Community responde con protocolo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Tecnología recibe plano y taxonomía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6D1F3-FDDE-41D0-B59E-24DF938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8EEC0-C30A-4BF8-8D35-09120B1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SEP: GO / ITERAR / DETENER. SIN GATE, NO HAY SALIDA.</a:t>
            </a:r>
          </a:p>
        </p:txBody>
      </p:sp>
    </p:spTree>
    <p:extLst>
      <p:ext uri="{BB962C8B-B14F-4D97-AF65-F5344CB8AC3E}">
        <p14:creationId xmlns:p14="http://schemas.microsoft.com/office/powerpoint/2010/main" val="15886421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50F8C-294B-41E7-867D-D8521CCE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AD720-2D66-4D1C-A9A8-7F824771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EC036-8C34-45B5-A8B9-CE320EF4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E5D24-1CB5-4FEE-B4EC-EB5FD959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A933F-59F0-4259-BE1B-23938F24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3C515-C5E5-4015-B4AA-BBEE0DC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7A443-F30C-41DB-9650-46AC8E29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C477A-881E-4491-BFF8-47D15614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26A36-4F20-4188-B9EA-52E4F0B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762C6-B877-48A2-A4DD-976788F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F7B7E-3906-4020-9CE7-F2AB7AFB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FA159-96CE-428C-A819-52922B5C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7–13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DCD0E-080B-4DBE-9A10-C992B89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CONVERSAR Y DEMOSTRAR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0DA8F-BA1F-4FEF-B7E8-5CFEDBA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CD863-22AD-48D9-A866-5632AFB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2A893-399F-4E82-ACB7-49E5BF06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Hacer feria: historias de producto y trato humano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archivo 2021–2025 correctamente fechado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cinco capítulos sin prometer programación no confirmada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F8E34-1A5D-4971-89BB-003CA37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F56EB-C215-4937-9B50-B9664B49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89403-B022-402A-A62A-F5B61AD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banco de expositores e historias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prototipo PWA de una zona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selección de creadores/visitantes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media kit factual y Q&amp;A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87656-BC68-4E44-9EFE-F325DF0E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6629B-FF55-4D4B-8EC6-C5779821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77D8E-F0E4-4539-9210-A70E8D4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Expositores aportan casos reales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PR valida vocería y datos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Tecnología prueba mapa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Comunidad entrega consentimientos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AE701-7342-48DE-B047-1494851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2DE2CE-B767-4F27-A791-434473D8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 ‘MÁS LIKES GANA’. PARTICIPACIÓN = APRENDIZAJE, NO FRAUDE.</a:t>
            </a:r>
          </a:p>
        </p:txBody>
      </p:sp>
    </p:spTree>
    <p:extLst>
      <p:ext uri="{BB962C8B-B14F-4D97-AF65-F5344CB8AC3E}">
        <p14:creationId xmlns:p14="http://schemas.microsoft.com/office/powerpoint/2010/main" val="14201489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01570-0CD7-4C1F-84A4-F79D1721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A4C04-97F0-464D-A6BE-3848B6DC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62C02-D5D6-4F2B-B660-DD613F51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DE32E-E6FE-4733-B18A-2DBBE721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8AC88-5CF8-4852-A944-B4340C53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C8885-07C1-42B4-A1A8-0C614057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ADC05-A20D-4B8A-8D6F-794D8878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69983-8949-46E1-B73E-779EFBF1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DE55C-0775-4E62-BC9A-44035539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F2F38-87A6-42D0-BDEF-C6659512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26E68-06FA-4BB0-A74D-550E5ED0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2CE28-3463-4ECD-98C0-3BB76DE5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14–20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C2D4B-9924-4194-978E-272EE72F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ABRIR ELECCIÓN Y VENTA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A474F-16B4-4139-846F-9800526E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9F9AD-BE0D-486D-8DD7-0324A3C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0AFD9-3761-4E51-80CE-FE80E3E0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producto por jornada y qué incluye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primera revelación desde el 17 sep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preventa solo con total, términos y canal probado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92FB2-8681-4567-8C26-65EFE81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74C1B-B822-44DE-9FA0-B77C6CD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E1DC7-E5D4-4F90-A265-0BBB902F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compra reembolsable de prueba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página/FAQ de producto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video de revelación + itinerario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mapa y agenda de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ACC11-AFDB-4948-8CD8-3E2F32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35DE4-6A4D-4477-B704-067DA930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06A65-DFE9-4D07-9FEC-58BD3BF3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Programación: contrato y grafía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Comercial: precio/aforo/términos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Tecnología: destino seguro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Pauta: UTMs y eventos medidos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945A8-9BAC-4899-885E-EDE6FC13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82D82-2639-486B-80AA-99B609E9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CONTRATO + DÍA + PRECIO + DERECHOS + COMPRA DE PRUEBA.</a:t>
            </a:r>
          </a:p>
        </p:txBody>
      </p:sp>
    </p:spTree>
    <p:extLst>
      <p:ext uri="{BB962C8B-B14F-4D97-AF65-F5344CB8AC3E}">
        <p14:creationId xmlns:p14="http://schemas.microsoft.com/office/powerpoint/2010/main" val="16159016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4BB9C5-07D5-4554-BFC1-DA55CB76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648EF-6F06-4F2C-A16B-90998C89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B968C-1561-4E65-AE9F-D33E5387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318E0-F8A8-47F9-A730-3587178F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C785A-B152-4D2D-9790-2BFD11E5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B4B3A-4E0E-4FA5-BD1B-F6404A76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6593D-E397-4093-9058-3AB23117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A9498-54BF-4679-9072-8364DE10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4ABC6-7649-4279-82B1-BAAC3DF3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A2AA5-6742-4F08-97B1-B914766D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AAEB5-161F-46BD-A368-BACC7556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7BB2E-F283-4214-8EFE-B2787B34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21–27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CB324-6B3A-4D5E-834D-B0DBDC90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DISTRIBUIR EL DESEO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CA3B4-BB7D-4DE2-983E-8136C72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D351C-D043-4F21-9945-E942D433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8D912-4277-4800-B63B-BE9883E7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segunda/tercera revelación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invitación humana y canción con historia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itinerario completo: feria + familia + música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9552A-EF71-4D62-A93D-0E618301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26F5C-264A-40C8-903F-360A71D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9EEEF-ADD8-4E2D-8510-189E54A3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prueba de campo PWA 25 sep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briefs y derechos de creadores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rutas comerciales y Pasaporte Vivo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medición por jornada y producto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EC10B-BCD7-4511-AB3C-4D1DAD1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DCEC1-2A66-41B8-A8D3-91063586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A320-AF70-4442-BE05-53452BC3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Experiencia define rutas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Creadores trabajan con entregables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Datos compara revelaciones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PR coordina medios sin romper embargo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73575-2A82-4EB8-8D37-22F20E6A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39D5E2-1354-4084-8D69-03352C1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CADA REVELACIÓN DEBE MEJORAR ELECCIÓN O CONVERSIÓN, NO SOLO ALCANCE.</a:t>
            </a:r>
          </a:p>
        </p:txBody>
      </p:sp>
    </p:spTree>
    <p:extLst>
      <p:ext uri="{BB962C8B-B14F-4D97-AF65-F5344CB8AC3E}">
        <p14:creationId xmlns:p14="http://schemas.microsoft.com/office/powerpoint/2010/main" val="20799100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BE6E7C-80CE-4F84-BBD4-EB0B54D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A2540-5706-48CB-8FC6-09985CF6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58849-0D9B-486C-AE79-6D99B9D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A7C0D-FCE5-4A60-AE53-C9D7CBB0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53E36-EA94-4C6A-8149-8748753B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0ED8A-4D09-43CF-A3E8-1A997FF5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A3E9F-9447-42DF-B387-BF77FF6A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8C671-8119-4307-A6EC-75E0BF1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D047A-2CF9-49EC-923F-2ADDC1C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84963-8537-473E-B868-43A3A31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8DDA5-2C66-45A4-B140-2EB24305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6BF4D-B541-4BCB-B8BF-F1E5F65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28 SEP–4 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6173A-C75B-4A76-A4BA-BEBB4BFA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MOSTRAR EL SISTEMA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6357E-D8D6-4F72-A13F-B738107F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75311-7574-4235-85F9-DECF28B1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333E9-33AB-4D6C-B768-7CA2640B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revelaciones restantes por función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cartel completo por jornada desde 2 oct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feria, rutas, agenda preliminar y razones de retorno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DBB6B-ADB4-4969-BB20-6CE90EE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117F2-AC23-43C1-A606-B055A9A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3906A-7ECF-4339-B636-3A0E748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PWA candidata offline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agenda y programa versionados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guías de compra y puntos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capacidad/parqueaderos verificados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EB469-0D76-4CB8-ADEE-4CB9C716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52385-A03C-459F-ABF0-0533A3F8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6A1A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B3AE9-7368-403C-B66A-AC441B0D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Operación valida plano y capacidad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Programación cierra jornada/horario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Diseño coordina QR/señalética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Servicio arma FAQ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82062-D25A-4306-B9AB-FF11AD11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F297F-B00E-4E87-91A1-7C4FA29E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EL 2 OCT ES UNA VENTANA, NO UNA OBLIGACIÓN SI FALTA VERDAD.</a:t>
            </a:r>
          </a:p>
        </p:txBody>
      </p:sp>
    </p:spTree>
    <p:extLst>
      <p:ext uri="{BB962C8B-B14F-4D97-AF65-F5344CB8AC3E}">
        <p14:creationId xmlns:p14="http://schemas.microsoft.com/office/powerpoint/2010/main" val="109274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4077E-30CA-4B77-919D-2A0EB82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5BF5F-375F-46E5-A41B-1B3FCED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E7260-3EDD-48C6-AD4F-BD668801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68F8C-35E8-45A0-8471-31F6A8D8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3D993-0017-4BC8-9907-96D0793C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B1E02-0CB5-40B6-AE86-9F9B984B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D847D-F9ED-4647-A219-7D99B246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DFBC1-27F8-43ED-8E21-5703998E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0A75A-2073-4D18-97D1-79C0709C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0985D-1FE9-4B3E-AD79-AC98E3D3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52825-9D41-4BAB-A75D-21CC5651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AB203-B253-4502-8169-EFA08448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5–11 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43C0D-C9AF-43E7-B469-BF87CDC9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CONVERTIR MÚSICA EN DÍA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E8985-A2C9-4785-8525-5D4C80DD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3738B-5E38-48F8-A176-6EC8657F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77632-68D5-4422-92D6-4DAA9452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invitaciones y canciones con memoria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qué vivir antes y después del show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rutas, feria, comida y regreso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ED296-C5D7-44CF-B8B7-EB6FCCA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91606-A601-4976-9D4B-F60CBE2F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54FB6-D5E4-4A08-A6FB-A251828F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pauta a conversión conciliada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programación por jornada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kit territorial medible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runbook de cobertura/streaming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4A8F8-9175-4968-9E6B-D74A6394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4197B-6F26-4D07-8444-705BE197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15BFF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E306E-5C4A-44FB-A6D2-455228F3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Pauta recibe destino y ventas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Producción entrega call sheets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Activaciones usan QR/código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Experiencia cierra retorno Día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860E2-4318-437A-9C7B-7862F27D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23566-F458-4DA5-8E1B-8D31BECB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UNA PIEZA MUSICAL SIEMPRE CONECTA DÍA + VALOR + RUTA + CTA.</a:t>
            </a:r>
          </a:p>
        </p:txBody>
      </p:sp>
    </p:spTree>
    <p:extLst>
      <p:ext uri="{BB962C8B-B14F-4D97-AF65-F5344CB8AC3E}">
        <p14:creationId xmlns:p14="http://schemas.microsoft.com/office/powerpoint/2010/main" val="20323665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E0BE5-3B71-49C4-ABEC-C98F8BEB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8749A-9EE8-43C5-BC55-7BC662E0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DEDCF-7B6E-42F6-923A-F9B08E69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4A31E-017E-4FD3-9F32-27A2AD12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54CA6-51A1-4616-B45D-473EF1B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F9086-AB83-4F8D-BFD7-65D317BF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SEMANA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74668-93A3-4429-A114-DF1A9A05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41FFB-84C9-4C97-9B5F-EF6B7DC8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30E57-DDE9-4DDC-BA3A-0336FC0C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CA17C-0594-439C-A7A7-48BFA04F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4EE8C-8679-45BB-AAAE-903E0DF0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D0748-3129-4F6C-9667-2B7D5AAB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12–18 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80A8B-39DE-4C2E-A1A0-42D9FE4A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AYUDAR A ELEGIR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7DC1E-200A-4AF8-8485-41CC341B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C99AF-0995-405F-8261-B511E442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E968B-F40C-4176-9E32-A67439DF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qué día es para mí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combos, rutas y agenda por perfil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concursos y tradición con reglas claras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A06AC-F9BC-4DDC-8A29-D5DCD56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4C0F9-E98D-446D-80E0-7224D435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362D0-220F-4A52-A7AB-946E8F3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datos finales PWA/QR el 14 oct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pantallas y señalética en prueba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plan factual de colada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— reglamentos con jurado y antifraude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D1C2A-A499-41A0-BECD-1137202A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32C93-D24F-4049-85A0-8C7D4576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4E3A1-D96E-4660-AA0B-4FBC2688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— Finanzas valida economía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— Seguridad valida flujo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— Cultura valida ritual/concurso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— Community usa inventario con hora de corte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380EC-2714-476F-A9B6-D154D27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A5A85-C25E-46D8-B90F-E118812F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NUNCA INVENTARIO, AGOTADO O BENEFICIO SIN FUENTE CONCILIADA.</a:t>
            </a:r>
          </a:p>
        </p:txBody>
      </p:sp>
    </p:spTree>
    <p:extLst>
      <p:ext uri="{BB962C8B-B14F-4D97-AF65-F5344CB8AC3E}">
        <p14:creationId xmlns:p14="http://schemas.microsoft.com/office/powerpoint/2010/main" val="15857641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69C8D-0529-459B-9C26-01A3DD92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85F87-AFFF-475F-B758-A9487567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2AD65-A541-4056-B0CE-581F1E24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09248-8EAA-4356-8E54-EFE62C44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AF89E-5978-4E9B-B02E-069428C8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0516E-71BF-46F9-BF68-F58C000B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C7C9C-1569-43A3-8616-C31F3BB5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30EB0-428C-448F-AC06-185F0B9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8626D-76A6-4007-8436-0A3A9119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1BF6B-39F0-49D0-88E0-F5672CE3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4256B-9950-4E53-A092-E5D8002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A31A0-2BBD-4DC2-930A-1557336D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19–25 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F2ABC-77CF-446F-A101-E5DA05E9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HACER FÁCIL LLEGAR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A6341-11C9-4AEA-AE29-C1FD17F3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A6F52-43EB-4CE2-B593-DBE712A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A0B48-8078-417A-866B-AFE03305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lanzamiento guía móvil 21 oct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mapa, accesos, parqueaderos y transporte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pagos, reglas, ayuda y FAQ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7FDF9-E969-4AD5-B97E-87842FB7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AFA77-1F33-4853-8570-C37D08D5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16167-EAB6-4968-92C2-7A926723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QR y mapa impreso equivalentes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sala de marketing y conectividad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turnos y base de conocimiento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prueba física de señalética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62B4C-9D7B-456E-A84D-B5D2133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3F437-B7AF-46E4-8F5F-B24EC460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AFA0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B216D-703E-4545-B2F9-F84F1A16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Operación firma la fuente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Tecnología publica versión cerrada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Servicio ensaya respuestas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Diseño sincroniza mapa físico/digital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CF93D-6510-4EA5-86D4-7F59F6CA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960E6-FFA4-49F9-B025-AF30346B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META DE LA GUÍA: ENCONTRAR BAÑO, COMIDA, ESCENARIO Y SALIDA SIN FRICCIÓN.</a:t>
            </a:r>
          </a:p>
        </p:txBody>
      </p:sp>
    </p:spTree>
    <p:extLst>
      <p:ext uri="{BB962C8B-B14F-4D97-AF65-F5344CB8AC3E}">
        <p14:creationId xmlns:p14="http://schemas.microsoft.com/office/powerpoint/2010/main" val="3689409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84DA9-B79B-45D3-B5A9-260A1AF7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4FB27-3364-4C4F-A790-085EC8EB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66817-E3BB-4415-AB8F-A18B9659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5CBEF-CDFA-40C8-8A9E-FF836AA0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99549-D563-48CA-9E82-2E0603A6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54F76-FE80-4A08-93C2-96C843D2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SEMANA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330C1-AA30-4360-A5D0-43AEFF69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1C541-D1D6-4CF6-BCDE-D5011986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98D49-D89A-470E-8AB1-B1C0EC21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504950" cy="679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700DF-A374-4FF5-94E0-A121A90A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AB490-DA24-4814-BBD4-82C1461D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44580-3FF6-4905-A247-DC2122BD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90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26–28 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07C83-74CB-4586-8DF8-CC73A6DA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CERRAR CON VERDAD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8F601-301D-47E0-A9D0-30EA6D6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28A3E-78D5-4F1F-AFCA-3C661605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LO QUE VE Y SIENTE EL PÚBLICO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EF40F-15DC-4C2B-A41E-8A383193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agenda final con hora de actualización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disponibilidad real y qué incluye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cómo llegar, qué llevar y plan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7FF05-F6FB-4BB5-959A-68EB47FB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AD9E5-BAE3-4297-906C-80F9CA07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ENTREGABLES DE LA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B4FC4-281F-4F13-99E6-08EE2F0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simulacro de orientación 28 oct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recorrido conjunto y correcciones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piezas de contingencia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— respaldo técnico y editorial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85E6D-FA1A-4870-AAF0-E3AC4F3E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E0C97-8B30-4B0D-82CD-F7DCF6C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CONEXIONES QUE LA HABILITAN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502EC-81F3-4DBF-81EC-57DFA1BE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Comando operativo da corte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Seguridad aprueba cambios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Community prepara escalamiento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72000"/>
                  </a:srgbClr>
                </a:solidFill>
                <a:latin typeface="Avenir Next"/>
                <a:ea typeface="Avenir Next"/>
                <a:cs typeface="Avenir Next"/>
              </a:rPr>
              <a:t>— Datos bloquea versiones obsoletas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3976B-1578-4717-B37C-D373FF07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6475E-909F-4AE7-B907-359A9ABE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 SE CAMBIA UNA PIEZA EN UN CANAL AISLADO. UNA FUENTE, TODAS LAS SALIDAS.</a:t>
            </a:r>
          </a:p>
        </p:txBody>
      </p:sp>
    </p:spTree>
    <p:extLst>
      <p:ext uri="{BB962C8B-B14F-4D97-AF65-F5344CB8AC3E}">
        <p14:creationId xmlns:p14="http://schemas.microsoft.com/office/powerpoint/2010/main" val="1053447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315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223fac4764d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2E2FA-1254-485C-8BC7-B727836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0A22">
                  <a:alpha val="92000"/>
                </a:srgbClr>
              </a:gs>
              <a:gs pos="50000">
                <a:srgbClr val="315BFF">
                  <a:alpha val="52000"/>
                </a:srgbClr>
              </a:gs>
              <a:gs pos="100000">
                <a:srgbClr val="160A22">
                  <a:alpha val="3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F9883-D792-46FA-8F32-69ACC1CB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DF2B6-6AF1-4B08-9A99-BD32DFBE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0CBA6-9A48-4437-8EF4-40515ED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8883F-1117-44DE-B3B1-EE9258FA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9B9E3-2DB7-4037-A16A-0D6139F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A1962-CFC4-452E-B0F0-9F142B30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EN VIVO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69274-AA32-4222-A7AD-3C3683B0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78674-4F32-4FC3-B948-4CFAAF00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395DD-C60B-432A-ACB5-CB597F1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29 OCT–2 NOV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11F74-2E6E-46F8-88E0-D22394F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Cinco días. Un comando editorial.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A70F1-4CAC-4E43-B1CE-5C42E84D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La cobertura no abandona servicio, comercio o cambios operativos por perseguir solo el show.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8AE6-D41C-422A-A288-346BD44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962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64CF6-10AD-460A-A8BA-7E044782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08:00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566D2-63DE-4DB1-9B97-7E91199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PORTADA + AGENDA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EE2BB-CCB9-4E71-B445-612C6C55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62300"/>
            <a:ext cx="1962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A0E8C-5B24-48E7-AF01-3754AA9F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DÍA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05DCA-D2E1-4594-9A70-B37453BD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481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FERIA + RUTAS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15E46-F8BB-4AEF-864C-00063CF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62300"/>
            <a:ext cx="1962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E5BDC-2BB0-4142-8FE2-BABE7F20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FAMILIA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B76DD-3D23-4BFA-A676-60A7D9DE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TRADICIÓN + SERVICIO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21333-DDE9-46C3-B0ED-A9D7F205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62300"/>
            <a:ext cx="1962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3D1F7-BA3F-4F1F-B203-1BF29601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NOCHE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863CC-2269-4E82-9CE6-EB92A84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MÚSICA + ESCALA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6800B-09AB-40AD-B19C-3E5993A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1962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D2DFA-CA79-45A7-853D-C20BA31C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CIERRE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D55C48-4FC2-4C37-9EE3-43E56184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RESULTADO + MAÑANA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9C12E-EE20-4A68-B328-E6E8351D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725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B65AD4-8A22-478A-AE5C-5A275080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34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TURNOS + SUPLENTES + CORTE OPERATIVO + ESCALAMIENTO + RESPALDO</a:t>
            </a:r>
          </a:p>
        </p:txBody>
      </p:sp>
    </p:spTree>
    <p:extLst>
      <p:ext uri="{BB962C8B-B14F-4D97-AF65-F5344CB8AC3E}">
        <p14:creationId xmlns:p14="http://schemas.microsoft.com/office/powerpoint/2010/main" val="18794774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802A1-ADB7-4AB7-B0E4-9D246132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337F2-1629-4334-AF7E-57844C5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2B110-C99A-4CCB-BEA5-61CAD9D7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50C50-C23B-4A46-AFE7-C8261DB0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AEF76-E782-44D9-8A8E-2B8C6BB8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0B029-FAD1-4145-B31D-37AFA06C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CIERRE Y APRENDIZAJE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24819-136A-4ED9-9A1D-6929E0AE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9FBA8-C2D6-4CDD-B955-92F9F362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845CA-73AE-4798-B105-C08790CF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3–13 NOVIEMBRE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0B50D-00CE-430C-BAFA-D4C86F00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35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La campaña termina cuando aprendemos.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8A36D-7DDA-4A22-8727-74A4B655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El histórico no permite comparar impacto con suficiente calidad. En 2026 el cierre es parte del trabajo, no un extra.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37B1B-A020-4935-B761-B391DE5C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457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C59AF-F4BC-431C-81FF-AFC9BA84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3EB00-819D-4B44-96A2-BB42ED6E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NEGOCIO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43FEF-D504-4673-B084-70055E2E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pauta · ventas · ingreso · producto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30A47-5603-496E-BFF9-4DC4022E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457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4EC71-ECB7-4760-90A2-64606392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EFB68-578C-4027-8882-D9ED432F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ASISTENCIA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7E054-609E-4AD5-B70C-BC9A9DE3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62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día · acceso · retorno · capacidad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6EA13-33A8-48EA-803A-D232B4B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2457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BE88F-552B-4D7F-970A-FDDFAF3B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ED30D-384E-46B8-B4DD-C45FC313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EXPERIENCIA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75767-ECE0-4B43-BEC2-D11F972D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satisfacción · filas · orientación · comercio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232A8-EF42-48D7-AB3F-39B31FB8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457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284D2-628B-4850-8A51-3E149790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FFFF">
                    <a:alpha val="72000"/>
                  </a:srgbClr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F1138-E346-4C38-872F-EFC0657A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REPUTACIÓN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A3953-8B88-4DC9-B5AD-148240EB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comentarios · incidencias · respuesta · temas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751B6-2D52-42D7-9C2C-C2A47D94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RETROSPECTIVA · DECISIONES · ARCHIVO CON DERECHOS · PRÓXIMOS PASOS</a:t>
            </a:r>
          </a:p>
        </p:txBody>
      </p:sp>
    </p:spTree>
    <p:extLst>
      <p:ext uri="{BB962C8B-B14F-4D97-AF65-F5344CB8AC3E}">
        <p14:creationId xmlns:p14="http://schemas.microsoft.com/office/powerpoint/2010/main" val="3282817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F4BB29-C750-4A78-861C-A3E6342E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3427E-B84F-4EB5-9DEF-90B59D74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2BAA4-EC27-423D-BE51-32FCD130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D12CB-49AD-4C3F-AC9D-FCB5B83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F70FA-309A-4338-8C4E-4B723C2F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42447-6847-4AED-A5E6-F474D303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REVELACIONES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6C867-CB41-41B6-9919-C5F68384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48E56-A44B-492E-AEE2-21EAC7D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FBA36-7B64-4804-B406-0EB9E3B2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PROTOCOLO DEL CARTEL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FADC2-7388-40EF-9874-7BB0F0C2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La expectativa instala la idea. El artista demuestra la promesa.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E94CD-FF56-44AA-8D64-02B251AB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La primera ventana es el 17 de septiembre. Si el gate falla, se desplaza; no se rellenan vacíos con datos incompletos.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A0298-7E04-43EC-B641-553EA338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7A1D9-DFF8-4079-919C-5DB5F2AB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T−48/24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EDFE0-8223-4A27-8A1F-EE07B04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TENSIÓN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19E97-D1C5-4FC0-A100-1BD11B78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frase + escena + textura permitida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6F8B1-2AF2-4075-9FA1-11E58CA9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7080F-6C8B-4920-8BBE-00490BE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8BF06-D57D-4231-95A6-02FF50B9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REVELACIÓN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30FD4-1948-43D7-83E2-F4278B5F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053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video + nombre + día + precio + inclusión + 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11543-3E3A-4FA6-8E3B-6248DCE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BF996-31B5-42AF-B8B0-C0ABAA8D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T+24/48 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A773D-5076-4D2A-A647-58008998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PRUEBA HUMANA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92021-0653-4DC4-82CB-9651ADCB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invitación + historia + itinerario del día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9D371-F0FD-4438-B491-04973DFE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543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1FF96-B1D7-40C0-8F82-A88457C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87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17 SEP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F5FB0-2606-464B-8C3F-BCA815CA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91150"/>
            <a:ext cx="1543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D8180-712C-48D9-A8C5-05480763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21 SEP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7F50A-DF0C-4CEA-9195-D0521536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1543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FD747-03CF-4E42-996E-FDAC1C88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387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24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7022D-E593-4246-8DCF-B14A1C45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91150"/>
            <a:ext cx="1543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94ED88-6A53-40D8-9B6E-B3BABF3F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387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27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B8E5A-F7D1-4BCC-8A17-79081F82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91150"/>
            <a:ext cx="1543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833340-87D0-482D-8F31-87F9EF0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387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30 SEP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EE8715-E872-4FBD-BFE3-AD56307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91150"/>
            <a:ext cx="1543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37F3EA-FA2A-48F6-9506-8A5DD9DA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387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OCT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407EEE-A535-4324-BEA7-A97E2FF1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>
                    <a:alpha val="7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FFF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VENTANAS TENTATIVAS · NO AUTORIZAN NOMBRES, CONTRATOS NI PUBLICACIÓN</a:t>
            </a:r>
          </a:p>
        </p:txBody>
      </p:sp>
    </p:spTree>
    <p:extLst>
      <p:ext uri="{BB962C8B-B14F-4D97-AF65-F5344CB8AC3E}">
        <p14:creationId xmlns:p14="http://schemas.microsoft.com/office/powerpoint/2010/main" val="2562329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AF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FF0C9D-E3D6-4BE8-9787-E4606ECE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32900-FACB-4A76-B4A7-B91FAC8D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E0D03-E9F1-4CB0-9D3C-754927F7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D5055-3AC5-4F2B-905E-60D2E11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2A068-C4EF-4549-91BE-E47E4422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1692C-1729-4F75-AE6A-FA32BFE7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GUÍA MÓVIL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53ACE-74EE-40E1-96A8-8A6C16C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DD6A2-CFBB-485C-852F-52787A2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CE26A-5AAB-4517-AF59-B9BD907B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GUÍA MÓVIL INFORMATIVA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929BB-13A7-4C6C-A393-294E1541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La innovación es que nadie se pierda.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FEBCC-27D2-4133-8244-9028915D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PWA estática, liviana y offline: mapa, agenda, baños, comida, escenarios, ayuda, accesos y parqueaderos.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13ED5-8D6F-4031-828E-7A54D7D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72E52-E470-4CB3-848C-F1769FFF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28 AGO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9FAFD-4CCD-48EB-A3AD-A28A3DBB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dueño + alcance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476AD-500E-47BF-ABF2-DB092B63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346AD-7D86-4608-AD69-FA402CFD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SEP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89B98-4B82-4AC3-A258-66DA1F35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plano + puntos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CBF0E-4C0F-41EE-A529-58FBB980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18615-2580-46CE-A8C2-3C355BE1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 SEP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FBFD4-48AD-4E5A-9F3B-847597B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290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prototipo 1 zona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C1766-EE9E-4E48-8E22-2AE51872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DDDA9-1906-45F1-B3D4-BFFD22B0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16 SEP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C160C-BD01-4F6A-85A2-78DC189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290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mapa + agenda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088D1-8B33-4AD2-884F-ED7A0546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C4820-E21A-41C0-A1B1-CD59C50F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25 SEP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216A9-05B3-4D4A-9DD6-85BFE0E3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290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prueba de campo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0BC69F-8D71-451A-9BD1-988D52FE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AD90B-D9F7-45E8-ACD3-7C51EB61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OCT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DFC1A7-6D65-46A6-8020-A8CA48C7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candidata offline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A49F0-C023-43D8-9BEF-20640F08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338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BF4615-9E6F-4114-811B-2A736941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862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14 OCT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CDCDC-035A-4E72-80F3-1AF78418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48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datos + QR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DB4D0-C04B-4FF3-A34E-1FA8F3A5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338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C7D910-F131-4E9D-9C22-9D3FC426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21 OCT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21FA5C-DA92-471E-A1F8-76B98E6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48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25112C"/>
                </a:solidFill>
                <a:latin typeface="Avenir Next"/>
                <a:ea typeface="Avenir Next"/>
                <a:cs typeface="Avenir Next"/>
              </a:rPr>
              <a:t>LANZAMIENTO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F68F41-6CAA-4405-B32B-2D92C995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338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01A53B-35EB-4BAE-8111-EDC924C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28 OCT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1C46CB-2BE8-4A55-8B52-9A8EEC21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8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simulacro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BB6C2E-05F8-488F-983F-0D4CF737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SIN CUENTAS · SIN PAGOS · SIN CHATBOT · SIN PROMESAS DE TIEMPO REAL</a:t>
            </a:r>
          </a:p>
        </p:txBody>
      </p:sp>
    </p:spTree>
    <p:extLst>
      <p:ext uri="{BB962C8B-B14F-4D97-AF65-F5344CB8AC3E}">
        <p14:creationId xmlns:p14="http://schemas.microsoft.com/office/powerpoint/2010/main" val="135524239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2DF22E-6EBA-4F32-8DCF-6425EB95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A3318-778C-4A5D-BB62-D6A8794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6F837-8E4F-4DF1-83BD-C8A9AF27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BE685-CD8F-4270-A76F-480345CF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2646B-A88A-4D36-9504-D77D518A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1594A-EF21-408A-91DB-106B1491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RITMO DEL EQUIPO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D7ED9-8705-43D3-8802-D7122092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F5338-6B93-43F3-B9A7-F150445F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25112C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0D946-F095-4235-9A3F-2DE08E7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CÓMO TRABAJAMOS CADA SEMANA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826AD-BCAE-4791-8268-57F118EC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defRPr>
            </a:pPr>
            <a:r>
              <a:rPr sz="4200" b="1" i="0">
                <a:solidFill>
                  <a:srgbClr val="25112C"/>
                </a:solidFill>
                <a:latin typeface="DIN Condensed"/>
                <a:ea typeface="DIN Condensed"/>
                <a:cs typeface="DIN Condensed"/>
              </a:rPr>
              <a:t>Un lote. Una revisión. Una decisión.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FF226-EE62-4D85-AA32-5F8C2A10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D6470"/>
                </a:solidFill>
                <a:latin typeface="Avenir Next"/>
                <a:ea typeface="Avenir Next"/>
                <a:cs typeface="Avenir Next"/>
              </a:rPr>
              <a:t>El ritmo reduce urgencias, protege aprobaciones y deja espacio para corregir antes de publicar.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6EB88-BA1F-457E-8335-1DCDB1DF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962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ACF53-E2E7-4348-9AB1-910E4904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1DFDE-6CCC-447A-9C08-921F0E4C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VERDAD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F75C7-C42C-4DEE-83E8-47A66E08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prioridades · cambios · bloqueos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9B450-4707-4ED0-913A-F6143C59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1962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9C132-CAB3-465B-9E5B-9ADA4F08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B437D-C221-4231-9AB1-7E0CF8B8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BRIEF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F88C9-D640-466C-8979-692E4DC6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fuente · objetivo · CTA · formatos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10517-E25F-428A-ACF6-C8B2F8BD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95600"/>
            <a:ext cx="1962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8BC72-BE52-4DE1-9A93-CF035898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F5534-D3E4-4011-9651-98BC8CE3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PRODUCCIÓN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00E61-F107-4B1D-AB55-3808070E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diseño · video · copy · adaptaciones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143D8-BC57-43E5-B35B-57C92FBD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962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10932-6C32-481F-A14B-D2F445EF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926AD-7495-49A7-BE18-B8ED051B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REVISIÓN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2AEE01-54D3-4036-A47A-1582F058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6C · cultura · operación · derechos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07BBC-5C77-43EB-BBD1-C822387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95600"/>
            <a:ext cx="1962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0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7E34BD-210E-451C-9484-92422B8E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VIE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A92675-9227-48C6-BBFE-66FB1C69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SALIDA + DATO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6DD280-A250-4431-AC4B-23199145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publicar · medir · decidir · cerrar</a:t>
            </a:r>
          </a:p>
        </p:txBody>
      </p:sp>
    </p:spTree>
    <p:extLst>
      <p:ext uri="{BB962C8B-B14F-4D97-AF65-F5344CB8AC3E}">
        <p14:creationId xmlns:p14="http://schemas.microsoft.com/office/powerpoint/2010/main" val="19761641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045CFC-2008-464A-9130-D9B0733E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CECA2-F251-46AB-A5E3-E4E104F8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50156-5A76-4AB8-B3ED-917F5665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CDD12-A23A-41FB-BB85-2692E21E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545DE-12F8-4A57-AAC1-C98C9DB6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DFD8D-F0AE-4588-A7B3-403BF55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FLUJO DE TRABAJO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276D8-DEBF-4D81-8622-6DF0A3B7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F6440-A718-4CEF-B424-682C3A1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ABFE3-D102-45D2-A998-8D984DA6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72D78"/>
                </a:solidFill>
                <a:latin typeface="Avenir Next"/>
                <a:ea typeface="Avenir Next"/>
                <a:cs typeface="Avenir Next"/>
              </a:rPr>
              <a:t>NADIE PRODUCE AISLADO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69D7F-8865-4AB8-A687-1E6BABEE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La pieza es el último tramo de una cadena de verdad.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F1959-4598-414E-ACD9-89700BD4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Este flujo reemplaza pedidos urgentes sin contexto y versiones contradictorias.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2C217-60C8-4B21-BA28-A7A04004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BBA85-912A-4DE2-8EC5-32167C71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DIRECCIÓN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0C1F5-D845-47E0-A113-A358DA47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6B89E-77BC-4955-9D2E-0F0638A7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F6227-56DD-46B1-9AFE-AFC3132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77609-8CC1-473B-BD6D-D1ABD722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24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FRENTE DUEÑO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1A5F8-2F84-458D-B7E0-4EF1C58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entrega 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FFAB7-F85D-4F00-AA4D-E7B21898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97D2C-1CB5-42CE-A6E8-C4F0B739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42C90-E693-41CD-9038-B423269B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COMUNICACIÓN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16663-28BF-4078-AEB9-4865507F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convierte en brief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34EF8-D721-4D12-BB55-179AFDDA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AB001-BAAC-4A00-BDA6-53B4588F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2F0806-24DE-4A3A-A791-91F261B9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24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DISEÑO + AV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B7E7A-609F-4823-B47D-C18331D7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814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produce lote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9C405-17F2-4F13-8B71-4000112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42C73-A659-49A9-88E0-A88B2A6C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00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APROBADORES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E5BEF-1DD9-4E5F-A549-30C34ECF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validan gates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6F145-FE8B-499C-A41A-64240202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911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6AFEFE-A0D4-45A7-A729-BE66E02C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910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9428D9-BC11-4F4F-B1CE-6F0C52D1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00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PUBLICACIÓN + PAUTA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03DE5-DD38-42A3-A6B2-F0B7A3C0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578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activa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6BCAE-53B6-485A-8457-23B81D8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911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40C5EF-A307-41FB-B3E2-3EEDA349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910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BCC9C1-7EC9-45E4-953C-778018B4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00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DATOS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022DD-A6EB-4401-BB85-242FADE7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578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devuelve decisión</a:t>
            </a:r>
          </a:p>
        </p:txBody>
      </p:sp>
    </p:spTree>
    <p:extLst>
      <p:ext uri="{BB962C8B-B14F-4D97-AF65-F5344CB8AC3E}">
        <p14:creationId xmlns:p14="http://schemas.microsoft.com/office/powerpoint/2010/main" val="576574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E53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CF6F52-B485-4893-A4FF-C30D4AE0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165D7-C086-4F28-A0AE-4C5B8C2E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59B8-1746-48F8-8C2F-98D9E3CD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18C26-D986-454A-BD0B-92010ED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1A3ED-362E-4794-8FFE-73811481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38A75-8415-4646-9829-03D186EC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GATES Y ÉTICA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7BD0E-CFF0-4006-8D99-F535C78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EAEA0-D0DF-4A08-8BA9-EF4DF697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5C934-4CAE-4DD4-BB6F-B9E5E9D2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CONVENCER SIN ENGAÑAR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E0765-81D6-4D87-ABA2-14E8C44A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3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La urgencia funciona cuando nace de una verdad.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53A60-5B7A-46E4-B245-7325FA24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La confianza perdida en una publicación cuesta más que cualquier pico de alcance.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445E2-E197-4436-A0C3-3AA878E2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0DBBB-1B58-4613-8763-C21C77B6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sold out o contadores simulados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96DED-AB3A-4F8C-8CD9-8A3AC0BD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41139-6893-445F-BA05-F53F692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89FA1-449A-4751-9FE7-486BF0E0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más likes gana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B1997-4F42-4D64-A708-D72ECA70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6BA35-F90F-4063-B96F-5C7C4A2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37ECD-322E-43C1-B078-EFD53331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pago abierto por vistas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861D9-1E06-4300-9036-C750746F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73136-9B6C-4A12-999F-D732DAA1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44127-CAA4-4F93-8A20-CC62C886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artista, precio o fecha sin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13F6B-1D8E-4933-B755-767D4E1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097F81-266C-4203-B1E3-75528546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678D2-F03F-49B7-BFFB-7A1792AB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parqueaderos o aforo sin conteo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E869F-93F4-441F-83E4-767732A7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A5A962-A2EA-42CA-9CD4-A8486F5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81DEC-7976-4F3F-9C9D-451E2DF7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colada o beneficios sin plan de flujo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E6B6A-9153-4E63-A2B2-EDF40BB8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AEA79-2D92-41C4-B149-A9DBD407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38516A-7CF1-4133-9BAD-9E74E152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guía móvil con datos inventados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154AE-AA05-4882-A9AE-6E7AEEF2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36C9D-535C-47C0-B2A6-1ADB5918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FC928"/>
                </a:solidFill>
                <a:latin typeface="DIN Condensed"/>
                <a:ea typeface="DIN Condensed"/>
                <a:cs typeface="DIN Condensed"/>
              </a:rPr>
              <a:t>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CEB35B-34B6-4A1A-B997-9F9E3529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cambios aislados por canal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229A73-51E1-4607-9BAC-EBF0D2E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816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2ED23D-302D-497A-A0EC-D0BB798C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 NO HAY DUEÑO + FUENTE + APROBACIÓN + EVIDENCIA, NO SE PUBLICA.</a:t>
            </a:r>
          </a:p>
        </p:txBody>
      </p:sp>
    </p:spTree>
    <p:extLst>
      <p:ext uri="{BB962C8B-B14F-4D97-AF65-F5344CB8AC3E}">
        <p14:creationId xmlns:p14="http://schemas.microsoft.com/office/powerpoint/2010/main" val="12338625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60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573b3ecd847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3776F-3461-4DB2-96AF-D3F2C0A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0A22">
                  <a:alpha val="94000"/>
                </a:srgbClr>
              </a:gs>
              <a:gs pos="50000">
                <a:srgbClr val="160A22">
                  <a:alpha val="58000"/>
                </a:srgbClr>
              </a:gs>
              <a:gs pos="100000">
                <a:srgbClr val="E72D78">
                  <a:alpha val="3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15EF4-20CF-43C9-8AB2-6644AF1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A1FEB-79B5-4E82-8ACD-E8478F8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638E6-77AE-413A-BB66-D48538FB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5C750-6E2E-45CF-A247-C8915A5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7289F-CD24-457D-87C4-309373F0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55268-ACD1-4329-BBC9-6327446E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19F6D-3AC9-44F6-9BAD-F82DD15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DOCUMENTO 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AF508-6387-4EF7-AD60-490283BC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FF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2E4F7-68EB-49CF-99DF-477C401B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7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7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LISTOS PARA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7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70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CONSTRUIRLA.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E5BA8-7AD6-4764-A8F8-1B2CC69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No pedimos aprobar 40 diapositivas.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FF7EA"/>
                </a:solidFill>
                <a:latin typeface="Avenir Next"/>
                <a:ea typeface="Avenir Next"/>
                <a:cs typeface="Avenir Next"/>
              </a:rPr>
              <a:t>Pedimos aprobar un sistema de trabajo.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7E591-BE23-41EF-BA32-97106036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2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BC2C3-6F7B-488C-93FF-15CC6B27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4ED25-1800-4CAB-8FD8-D38C1910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APROBAR O CORREGIR ES TRADICIÓN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18C3F-EDCB-4EEE-9F80-FE259DFD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053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35958-BE4C-4DE4-809B-3A143BE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88B7C-6BEB-4279-A6C3-55F38261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577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RATIFICAR RACI, SUPLENTES Y SLA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53E9C-709E-4B7C-A0F3-65F3D53C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9CAEA-01ED-419C-9D1C-76C5EA92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16F9A-C730-45AE-ACDD-71281E8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RESOLVER GATES CRÍTICOS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0CCD5-3CD2-4C0A-8E03-949C2DC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101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A3DF9-A044-47D8-9C5A-719C6E66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14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8688F-68A3-48BE-B02A-133E2BAF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62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AUTORIZAR TRES PILOTOS Y TABLERO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9D8C6-92E2-4209-8872-CB1752E0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C928"/>
                </a:solidFill>
                <a:latin typeface="Avenir Next"/>
                <a:ea typeface="Avenir Next"/>
                <a:cs typeface="Avenir Next"/>
              </a:rPr>
              <a:t>ESTA PRESENTACIÓN NO AUTORIZA PUBLICACIÓN, PAUTA, VENTA NI REVELACIÓN.</a:t>
            </a:r>
          </a:p>
        </p:txBody>
      </p:sp>
    </p:spTree>
    <p:extLst>
      <p:ext uri="{BB962C8B-B14F-4D97-AF65-F5344CB8AC3E}">
        <p14:creationId xmlns:p14="http://schemas.microsoft.com/office/powerpoint/2010/main" val="1373875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2026-08-26T06:44:05.7600000Z</dcterms:created>
  <dcterms:modified xsi:type="dcterms:W3CDTF">2026-08-26T06:44:05.7600000Z</dcterms:modified>
</coreProperties>
</file>